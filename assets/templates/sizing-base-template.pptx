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652" r:id="rId2"/>
    <p:sldMasterId id="2147483657" r:id="rId3"/>
    <p:sldMasterId id="2147483659" r:id="rId4"/>
    <p:sldMasterId id="2147483682" r:id="rId5"/>
    <p:sldMasterId id="2147483684" r:id="rId6"/>
    <p:sldMasterId id="2147483686" r:id="rId7"/>
  </p:sldMasterIdLst>
  <p:notesMasterIdLst>
    <p:notesMasterId r:id="rId31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</p:sldIdLst>
  <p:sldSz cx="9144000" cy="5143500" type="screen16x9"/>
  <p:notesSz cx="6858000" cy="9144000"/>
  <p:embeddedFontLst>
    <p:embeddedFont>
      <p:font typeface="Arial Black" panose="020B0604020202020204" pitchFamily="34" charset="0"/>
      <p:bold r:id="rId32"/>
    </p:embeddedFont>
    <p:embeddedFont>
      <p:font typeface="Wingdings 2" pitchFamily="2" charset="2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16"/>
    <p:restoredTop sz="94689"/>
  </p:normalViewPr>
  <p:slideViewPr>
    <p:cSldViewPr snapToGrid="0">
      <p:cViewPr varScale="1">
        <p:scale>
          <a:sx n="197" d="100"/>
          <a:sy n="197" d="100"/>
        </p:scale>
        <p:origin x="10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31" Type="http://schemas.openxmlformats.org/officeDocument/2006/relationships/notesMaster" Target="notesMasters/notesMaster1.xml"/><Relationship Id="rId32" Type="http://schemas.openxmlformats.org/officeDocument/2006/relationships/font" Target="fonts/font1.fntdata"/><Relationship Id="rId33" Type="http://schemas.openxmlformats.org/officeDocument/2006/relationships/font" Target="fonts/font2.fntdata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</a:p>
        </p:txBody>
      </p:sp>
      <p:sp>
        <p:nvSpPr>
          <p:cNvPr id="27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274" name="PlaceHolder 4"/>
          <p:cNvSpPr>
            <a:spLocks noGrp="1"/>
          </p:cNvSpPr>
          <p:nvPr>
            <p:ph type="dt" idx="1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75" name="PlaceHolder 5"/>
          <p:cNvSpPr>
            <a:spLocks noGrp="1"/>
          </p:cNvSpPr>
          <p:nvPr>
            <p:ph type="ftr" idx="2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76" name="PlaceHolder 6"/>
          <p:cNvSpPr>
            <a:spLocks noGrp="1"/>
          </p:cNvSpPr>
          <p:nvPr>
            <p:ph type="sldNum" idx="2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B1D114-F711-4E1E-9075-DA1416EA947B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Quote - Violet_1_1_1"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body"/>
          </p:nvPr>
        </p:nvSpPr>
        <p:spPr>
          <a:xfrm>
            <a:off x="365760" y="1332000"/>
            <a:ext cx="7481520" cy="2594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550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222;p25"/>
          <p:cNvSpPr/>
          <p:nvPr/>
        </p:nvSpPr>
        <p:spPr>
          <a:xfrm>
            <a:off x="660600" y="4866840"/>
            <a:ext cx="170568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223;p25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1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E763172-5771-42D4-9AD3-4C4BF136D133}" type="slidenum">
              <a:rPr lang="en" sz="6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7" name="Google Shape;225;p25"/>
          <p:cNvGrpSpPr/>
          <p:nvPr/>
        </p:nvGrpSpPr>
        <p:grpSpPr>
          <a:xfrm>
            <a:off x="457200" y="474120"/>
            <a:ext cx="1174680" cy="855000"/>
            <a:chOff x="457200" y="474120"/>
            <a:chExt cx="1174680" cy="855000"/>
          </a:xfrm>
        </p:grpSpPr>
        <p:sp>
          <p:nvSpPr>
            <p:cNvPr id="8" name="Google Shape;226;p25"/>
            <p:cNvSpPr/>
            <p:nvPr/>
          </p:nvSpPr>
          <p:spPr>
            <a:xfrm>
              <a:off x="457200" y="474120"/>
              <a:ext cx="541440" cy="855000"/>
            </a:xfrm>
            <a:custGeom>
              <a:avLst/>
              <a:gdLst>
                <a:gd name="textAreaLeft" fmla="*/ 0 w 541440"/>
                <a:gd name="textAreaRight" fmla="*/ 544320 w 541440"/>
                <a:gd name="textAreaTop" fmla="*/ 0 h 855000"/>
                <a:gd name="textAreaBottom" fmla="*/ 857880 h 855000"/>
              </a:gdLst>
              <a:ahLst/>
              <a:cxnLst/>
              <a:rect l="textAreaLeft" t="textAreaTop" r="textAreaRight" b="textAreaBottom"/>
              <a:pathLst>
                <a:path w="3654375" h="5757569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8400" tIns="34200" rIns="68400" bIns="3420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endPara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Google Shape;227;p25"/>
            <p:cNvSpPr/>
            <p:nvPr/>
          </p:nvSpPr>
          <p:spPr>
            <a:xfrm>
              <a:off x="1090440" y="474120"/>
              <a:ext cx="541440" cy="855000"/>
            </a:xfrm>
            <a:custGeom>
              <a:avLst/>
              <a:gdLst>
                <a:gd name="textAreaLeft" fmla="*/ 0 w 541440"/>
                <a:gd name="textAreaRight" fmla="*/ 544320 w 541440"/>
                <a:gd name="textAreaTop" fmla="*/ 0 h 855000"/>
                <a:gd name="textAreaBottom" fmla="*/ 857880 h 855000"/>
              </a:gdLst>
              <a:ahLst/>
              <a:cxnLst/>
              <a:rect l="textAreaLeft" t="textAreaTop" r="textAreaRight" b="textAreaBottom"/>
              <a:pathLst>
                <a:path w="3654375" h="5757569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8400" tIns="34200" rIns="68400" bIns="3420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endPara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" name="PlaceHolder 3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Quote - Violet_1_1_1_3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body"/>
          </p:nvPr>
        </p:nvSpPr>
        <p:spPr>
          <a:xfrm>
            <a:off x="365760" y="1332000"/>
            <a:ext cx="7481520" cy="2594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550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13" name="Google Shape;231;p26"/>
          <p:cNvGrpSpPr/>
          <p:nvPr/>
        </p:nvGrpSpPr>
        <p:grpSpPr>
          <a:xfrm>
            <a:off x="457200" y="474120"/>
            <a:ext cx="1174680" cy="855000"/>
            <a:chOff x="457200" y="474120"/>
            <a:chExt cx="1174680" cy="855000"/>
          </a:xfrm>
        </p:grpSpPr>
        <p:sp>
          <p:nvSpPr>
            <p:cNvPr id="14" name="Google Shape;232;p26"/>
            <p:cNvSpPr/>
            <p:nvPr/>
          </p:nvSpPr>
          <p:spPr>
            <a:xfrm>
              <a:off x="457200" y="474120"/>
              <a:ext cx="541440" cy="855000"/>
            </a:xfrm>
            <a:custGeom>
              <a:avLst/>
              <a:gdLst>
                <a:gd name="textAreaLeft" fmla="*/ 0 w 541440"/>
                <a:gd name="textAreaRight" fmla="*/ 544320 w 541440"/>
                <a:gd name="textAreaTop" fmla="*/ 0 h 855000"/>
                <a:gd name="textAreaBottom" fmla="*/ 857880 h 855000"/>
              </a:gdLst>
              <a:ahLst/>
              <a:cxnLst/>
              <a:rect l="textAreaLeft" t="textAreaTop" r="textAreaRight" b="textAreaBottom"/>
              <a:pathLst>
                <a:path w="3654375" h="5757569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8400" tIns="34200" rIns="68400" bIns="3420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endPara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" name="Google Shape;233;p26"/>
            <p:cNvSpPr/>
            <p:nvPr/>
          </p:nvSpPr>
          <p:spPr>
            <a:xfrm>
              <a:off x="1090440" y="474120"/>
              <a:ext cx="541440" cy="855000"/>
            </a:xfrm>
            <a:custGeom>
              <a:avLst/>
              <a:gdLst>
                <a:gd name="textAreaLeft" fmla="*/ 0 w 541440"/>
                <a:gd name="textAreaRight" fmla="*/ 544320 w 541440"/>
                <a:gd name="textAreaTop" fmla="*/ 0 h 855000"/>
                <a:gd name="textAreaBottom" fmla="*/ 857880 h 855000"/>
              </a:gdLst>
              <a:ahLst/>
              <a:cxnLst/>
              <a:rect l="textAreaLeft" t="textAreaTop" r="textAreaRight" b="textAreaBottom"/>
              <a:pathLst>
                <a:path w="3654375" h="5757569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8400" tIns="34200" rIns="68400" bIns="3420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endPara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" name="PlaceHolder 2"/>
          <p:cNvSpPr>
            <a:spLocks noGrp="1"/>
          </p:cNvSpPr>
          <p:nvPr>
            <p:ph type="sldNum" idx="2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3F25555-0D3B-4118-B6D1-18B49F2181B0}" type="slidenum"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Google Shape;236;p26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237;p26"/>
          <p:cNvSpPr/>
          <p:nvPr/>
        </p:nvSpPr>
        <p:spPr>
          <a:xfrm>
            <a:off x="660600" y="4866840"/>
            <a:ext cx="167832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Quote - Violet_1_1_1_2"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body"/>
          </p:nvPr>
        </p:nvSpPr>
        <p:spPr>
          <a:xfrm>
            <a:off x="365760" y="1332000"/>
            <a:ext cx="6073560" cy="2594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550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240;p27"/>
          <p:cNvSpPr/>
          <p:nvPr/>
        </p:nvSpPr>
        <p:spPr>
          <a:xfrm>
            <a:off x="660600" y="4866840"/>
            <a:ext cx="170568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241;p27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ldNum" idx="3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F075116-C274-497A-AF51-628C61180B0D}" type="slidenum">
              <a:rPr lang="en" sz="6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25" name="Google Shape;243;p27"/>
          <p:cNvGrpSpPr/>
          <p:nvPr/>
        </p:nvGrpSpPr>
        <p:grpSpPr>
          <a:xfrm>
            <a:off x="457200" y="474120"/>
            <a:ext cx="1174680" cy="855000"/>
            <a:chOff x="457200" y="474120"/>
            <a:chExt cx="1174680" cy="855000"/>
          </a:xfrm>
        </p:grpSpPr>
        <p:sp>
          <p:nvSpPr>
            <p:cNvPr id="26" name="Google Shape;244;p27"/>
            <p:cNvSpPr/>
            <p:nvPr/>
          </p:nvSpPr>
          <p:spPr>
            <a:xfrm>
              <a:off x="457200" y="474120"/>
              <a:ext cx="541440" cy="855000"/>
            </a:xfrm>
            <a:custGeom>
              <a:avLst/>
              <a:gdLst>
                <a:gd name="textAreaLeft" fmla="*/ 0 w 541440"/>
                <a:gd name="textAreaRight" fmla="*/ 544320 w 541440"/>
                <a:gd name="textAreaTop" fmla="*/ 0 h 855000"/>
                <a:gd name="textAreaBottom" fmla="*/ 857880 h 855000"/>
              </a:gdLst>
              <a:ahLst/>
              <a:cxnLst/>
              <a:rect l="textAreaLeft" t="textAreaTop" r="textAreaRight" b="textAreaBottom"/>
              <a:pathLst>
                <a:path w="3654375" h="5757569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8400" tIns="34200" rIns="68400" bIns="3420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endPara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Google Shape;245;p27"/>
            <p:cNvSpPr/>
            <p:nvPr/>
          </p:nvSpPr>
          <p:spPr>
            <a:xfrm>
              <a:off x="1090440" y="474120"/>
              <a:ext cx="541440" cy="855000"/>
            </a:xfrm>
            <a:custGeom>
              <a:avLst/>
              <a:gdLst>
                <a:gd name="textAreaLeft" fmla="*/ 0 w 541440"/>
                <a:gd name="textAreaRight" fmla="*/ 544320 w 541440"/>
                <a:gd name="textAreaTop" fmla="*/ 0 h 855000"/>
                <a:gd name="textAreaBottom" fmla="*/ 857880 h 855000"/>
              </a:gdLst>
              <a:ahLst/>
              <a:cxnLst/>
              <a:rect l="textAreaLeft" t="textAreaTop" r="textAreaRight" b="textAreaBottom"/>
              <a:pathLst>
                <a:path w="3654375" h="5757569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8400" tIns="34200" rIns="68400" bIns="3420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endPara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8" name="PlaceHolder 3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/>
          <p:nvPr/>
        </p:nvSpPr>
        <p:spPr>
          <a:xfrm>
            <a:off x="0" y="1120200"/>
            <a:ext cx="9144000" cy="4023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28"/>
          <p:cNvSpPr txBox="1">
            <a:spLocks noGrp="1"/>
          </p:cNvSpPr>
          <p:nvPr>
            <p:ph type="title"/>
          </p:nvPr>
        </p:nvSpPr>
        <p:spPr>
          <a:xfrm>
            <a:off x="366550" y="274323"/>
            <a:ext cx="8348400" cy="3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50" name="Google Shape;250;p28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8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8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3" name="Google Shape;253;p28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730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ata Cloud_1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0" name="Google Shape;137;p15"/>
          <p:cNvGrpSpPr/>
          <p:nvPr/>
        </p:nvGrpSpPr>
        <p:grpSpPr>
          <a:xfrm>
            <a:off x="0" y="3770280"/>
            <a:ext cx="9141120" cy="1368720"/>
            <a:chOff x="0" y="3770280"/>
            <a:chExt cx="9141120" cy="1368720"/>
          </a:xfrm>
        </p:grpSpPr>
        <p:pic>
          <p:nvPicPr>
            <p:cNvPr id="31" name="Google Shape;138;p15"/>
            <p:cNvPicPr/>
            <p:nvPr/>
          </p:nvPicPr>
          <p:blipFill>
            <a:blip r:embed="rId2"/>
            <a:stretch/>
          </p:blipFill>
          <p:spPr>
            <a:xfrm>
              <a:off x="0" y="377028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2" name="Google Shape;139;p15"/>
            <p:cNvPicPr/>
            <p:nvPr/>
          </p:nvPicPr>
          <p:blipFill>
            <a:blip r:embed="rId3"/>
            <a:srcRect t="138" b="138"/>
            <a:stretch/>
          </p:blipFill>
          <p:spPr>
            <a:xfrm>
              <a:off x="3051000" y="377028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3" name="Google Shape;140;p15"/>
            <p:cNvPicPr/>
            <p:nvPr/>
          </p:nvPicPr>
          <p:blipFill>
            <a:blip r:embed="rId4"/>
            <a:srcRect t="138" b="138"/>
            <a:stretch/>
          </p:blipFill>
          <p:spPr>
            <a:xfrm>
              <a:off x="6097680" y="377028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34" name="Google Shape;141;p15"/>
          <p:cNvGrpSpPr/>
          <p:nvPr/>
        </p:nvGrpSpPr>
        <p:grpSpPr>
          <a:xfrm>
            <a:off x="0" y="3770280"/>
            <a:ext cx="9141120" cy="1368720"/>
            <a:chOff x="0" y="3770280"/>
            <a:chExt cx="9141120" cy="1368720"/>
          </a:xfrm>
        </p:grpSpPr>
        <p:pic>
          <p:nvPicPr>
            <p:cNvPr id="35" name="Google Shape;142;p15"/>
            <p:cNvPicPr/>
            <p:nvPr/>
          </p:nvPicPr>
          <p:blipFill>
            <a:blip r:embed="rId2"/>
            <a:stretch/>
          </p:blipFill>
          <p:spPr>
            <a:xfrm>
              <a:off x="0" y="377028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6" name="Google Shape;143;p15"/>
            <p:cNvPicPr/>
            <p:nvPr/>
          </p:nvPicPr>
          <p:blipFill>
            <a:blip r:embed="rId3"/>
            <a:srcRect t="138" b="138"/>
            <a:stretch/>
          </p:blipFill>
          <p:spPr>
            <a:xfrm>
              <a:off x="3051000" y="377028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7" name="Google Shape;144;p15"/>
            <p:cNvPicPr/>
            <p:nvPr/>
          </p:nvPicPr>
          <p:blipFill>
            <a:blip r:embed="rId4"/>
            <a:srcRect t="138" b="138"/>
            <a:stretch/>
          </p:blipFill>
          <p:spPr>
            <a:xfrm>
              <a:off x="6097680" y="377028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8" name="Google Shape;145;p15"/>
          <p:cNvSpPr/>
          <p:nvPr/>
        </p:nvSpPr>
        <p:spPr>
          <a:xfrm>
            <a:off x="456840" y="4898880"/>
            <a:ext cx="163296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6480" y="3160440"/>
            <a:ext cx="5392080" cy="439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0" name="PlaceHolder 2"/>
          <p:cNvSpPr>
            <a:spLocks noGrp="1"/>
          </p:cNvSpPr>
          <p:nvPr>
            <p:ph type="title"/>
          </p:nvPr>
        </p:nvSpPr>
        <p:spPr>
          <a:xfrm>
            <a:off x="366480" y="4359600"/>
            <a:ext cx="4202640" cy="271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1" name="Google Shape;148;p15"/>
          <p:cNvSpPr/>
          <p:nvPr/>
        </p:nvSpPr>
        <p:spPr>
          <a:xfrm>
            <a:off x="457200" y="548640"/>
            <a:ext cx="1825920" cy="415080"/>
          </a:xfrm>
          <a:custGeom>
            <a:avLst/>
            <a:gdLst>
              <a:gd name="textAreaLeft" fmla="*/ 0 w 1825920"/>
              <a:gd name="textAreaRight" fmla="*/ 1828800 w 1825920"/>
              <a:gd name="textAreaTop" fmla="*/ 0 h 415080"/>
              <a:gd name="textAreaBottom" fmla="*/ 417960 h 415080"/>
            </a:gdLst>
            <a:ahLst/>
            <a:cxnLst/>
            <a:rect l="textAreaLeft" t="textAreaTop" r="textAreaRight" b="textAreaBottom"/>
            <a:pathLst>
              <a:path w="10771" h="245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title"/>
          </p:nvPr>
        </p:nvSpPr>
        <p:spPr>
          <a:xfrm>
            <a:off x="366480" y="1188720"/>
            <a:ext cx="7408080" cy="1917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ata Cloud_1_1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5" name="Google Shape;175;p19"/>
          <p:cNvGrpSpPr/>
          <p:nvPr/>
        </p:nvGrpSpPr>
        <p:grpSpPr>
          <a:xfrm>
            <a:off x="5110920" y="2880"/>
            <a:ext cx="1160280" cy="5154120"/>
            <a:chOff x="5110920" y="2880"/>
            <a:chExt cx="1160280" cy="5154120"/>
          </a:xfrm>
        </p:grpSpPr>
        <p:pic>
          <p:nvPicPr>
            <p:cNvPr id="46" name="Google Shape;176;p19"/>
            <p:cNvPicPr/>
            <p:nvPr/>
          </p:nvPicPr>
          <p:blipFill>
            <a:blip r:embed="rId2"/>
            <a:stretch/>
          </p:blipFill>
          <p:spPr>
            <a:xfrm rot="16200000">
              <a:off x="4404240" y="3290040"/>
              <a:ext cx="2573640" cy="1160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47" name="Google Shape;177;p19"/>
            <p:cNvPicPr/>
            <p:nvPr/>
          </p:nvPicPr>
          <p:blipFill>
            <a:blip r:embed="rId3"/>
            <a:srcRect t="138" b="138"/>
            <a:stretch/>
          </p:blipFill>
          <p:spPr>
            <a:xfrm rot="16200000">
              <a:off x="4404240" y="709560"/>
              <a:ext cx="2573640" cy="116028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48" name="Google Shape;178;p19"/>
          <p:cNvGrpSpPr/>
          <p:nvPr/>
        </p:nvGrpSpPr>
        <p:grpSpPr>
          <a:xfrm>
            <a:off x="5110920" y="2880"/>
            <a:ext cx="1160280" cy="5154120"/>
            <a:chOff x="5110920" y="2880"/>
            <a:chExt cx="1160280" cy="5154120"/>
          </a:xfrm>
        </p:grpSpPr>
        <p:pic>
          <p:nvPicPr>
            <p:cNvPr id="49" name="Google Shape;179;p19"/>
            <p:cNvPicPr/>
            <p:nvPr/>
          </p:nvPicPr>
          <p:blipFill>
            <a:blip r:embed="rId2"/>
            <a:stretch/>
          </p:blipFill>
          <p:spPr>
            <a:xfrm rot="16200000">
              <a:off x="4404240" y="3290040"/>
              <a:ext cx="2573640" cy="1160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0" name="Google Shape;180;p19"/>
            <p:cNvPicPr/>
            <p:nvPr/>
          </p:nvPicPr>
          <p:blipFill>
            <a:blip r:embed="rId3"/>
            <a:srcRect t="138" b="138"/>
            <a:stretch/>
          </p:blipFill>
          <p:spPr>
            <a:xfrm rot="16200000">
              <a:off x="4404240" y="709560"/>
              <a:ext cx="2573640" cy="11602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51" name="PlaceHolder 1"/>
          <p:cNvSpPr>
            <a:spLocks noGrp="1"/>
          </p:cNvSpPr>
          <p:nvPr>
            <p:ph type="sldNum" idx="4"/>
          </p:nvPr>
        </p:nvSpPr>
        <p:spPr>
          <a:xfrm>
            <a:off x="8229600" y="486252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339C67B-4B18-477A-810F-B9CEC31F655E}" type="slidenum"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Google Shape;182;p19"/>
          <p:cNvSpPr/>
          <p:nvPr/>
        </p:nvSpPr>
        <p:spPr>
          <a:xfrm>
            <a:off x="456840" y="4898880"/>
            <a:ext cx="163296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title"/>
          </p:nvPr>
        </p:nvSpPr>
        <p:spPr>
          <a:xfrm>
            <a:off x="366480" y="1188720"/>
            <a:ext cx="5727960" cy="1917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title"/>
          </p:nvPr>
        </p:nvSpPr>
        <p:spPr>
          <a:xfrm>
            <a:off x="366480" y="3160440"/>
            <a:ext cx="5392080" cy="439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5" name="PlaceHolder 4"/>
          <p:cNvSpPr>
            <a:spLocks noGrp="1"/>
          </p:cNvSpPr>
          <p:nvPr>
            <p:ph type="title"/>
          </p:nvPr>
        </p:nvSpPr>
        <p:spPr>
          <a:xfrm>
            <a:off x="366480" y="4359600"/>
            <a:ext cx="4202640" cy="271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6" name="Google Shape;186;p19"/>
          <p:cNvSpPr/>
          <p:nvPr/>
        </p:nvSpPr>
        <p:spPr>
          <a:xfrm>
            <a:off x="6097680" y="0"/>
            <a:ext cx="3043800" cy="51408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187;p19"/>
          <p:cNvSpPr/>
          <p:nvPr/>
        </p:nvSpPr>
        <p:spPr>
          <a:xfrm>
            <a:off x="457200" y="548640"/>
            <a:ext cx="1825920" cy="415080"/>
          </a:xfrm>
          <a:custGeom>
            <a:avLst/>
            <a:gdLst>
              <a:gd name="textAreaLeft" fmla="*/ 0 w 1825920"/>
              <a:gd name="textAreaRight" fmla="*/ 1828800 w 1825920"/>
              <a:gd name="textAreaTop" fmla="*/ 0 h 415080"/>
              <a:gd name="textAreaBottom" fmla="*/ 417960 h 415080"/>
            </a:gdLst>
            <a:ahLst/>
            <a:cxnLst/>
            <a:rect l="textAreaLeft" t="textAreaTop" r="textAreaRight" b="textAreaBottom"/>
            <a:pathLst>
              <a:path w="10771" h="245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ata Cloud_1_1_3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oogle Shape;160;p17"/>
          <p:cNvGrpSpPr/>
          <p:nvPr/>
        </p:nvGrpSpPr>
        <p:grpSpPr>
          <a:xfrm>
            <a:off x="6431760" y="-6480"/>
            <a:ext cx="2744640" cy="5158800"/>
            <a:chOff x="6431760" y="-6480"/>
            <a:chExt cx="2744640" cy="5158800"/>
          </a:xfrm>
        </p:grpSpPr>
        <p:pic>
          <p:nvPicPr>
            <p:cNvPr id="61" name="Google Shape;161;p17"/>
            <p:cNvPicPr/>
            <p:nvPr/>
          </p:nvPicPr>
          <p:blipFill>
            <a:blip r:embed="rId2"/>
            <a:srcRect l="37876" t="24688" b="10225"/>
            <a:stretch/>
          </p:blipFill>
          <p:spPr>
            <a:xfrm rot="16200000">
              <a:off x="6233760" y="2221200"/>
              <a:ext cx="3129120" cy="27331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2" name="Google Shape;162;p17"/>
            <p:cNvPicPr/>
            <p:nvPr/>
          </p:nvPicPr>
          <p:blipFill>
            <a:blip r:embed="rId3"/>
            <a:srcRect t="25252" r="59813" b="9946"/>
            <a:stretch/>
          </p:blipFill>
          <p:spPr>
            <a:xfrm rot="16200000">
              <a:off x="6804720" y="-356040"/>
              <a:ext cx="2021760" cy="27212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3" name="Google Shape;163;p17"/>
          <p:cNvSpPr/>
          <p:nvPr/>
        </p:nvSpPr>
        <p:spPr>
          <a:xfrm>
            <a:off x="456840" y="4898880"/>
            <a:ext cx="163296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366480" y="1188720"/>
            <a:ext cx="7405920" cy="1917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title"/>
          </p:nvPr>
        </p:nvSpPr>
        <p:spPr>
          <a:xfrm>
            <a:off x="366480" y="3160440"/>
            <a:ext cx="5392080" cy="439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title"/>
          </p:nvPr>
        </p:nvSpPr>
        <p:spPr>
          <a:xfrm>
            <a:off x="366480" y="4359600"/>
            <a:ext cx="4202640" cy="271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7" name="Google Shape;167;p17"/>
          <p:cNvSpPr/>
          <p:nvPr/>
        </p:nvSpPr>
        <p:spPr>
          <a:xfrm>
            <a:off x="457200" y="548640"/>
            <a:ext cx="1825920" cy="415080"/>
          </a:xfrm>
          <a:custGeom>
            <a:avLst/>
            <a:gdLst>
              <a:gd name="textAreaLeft" fmla="*/ 0 w 1825920"/>
              <a:gd name="textAreaRight" fmla="*/ 1828800 w 1825920"/>
              <a:gd name="textAreaTop" fmla="*/ 0 h 415080"/>
              <a:gd name="textAreaBottom" fmla="*/ 417960 h 415080"/>
            </a:gdLst>
            <a:ahLst/>
            <a:cxnLst/>
            <a:rect l="textAreaLeft" t="textAreaTop" r="textAreaRight" b="textAreaBottom"/>
            <a:pathLst>
              <a:path w="10771" h="245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259;p30"/>
          <p:cNvSpPr/>
          <p:nvPr/>
        </p:nvSpPr>
        <p:spPr>
          <a:xfrm>
            <a:off x="457200" y="4444200"/>
            <a:ext cx="1442160" cy="327600"/>
          </a:xfrm>
          <a:custGeom>
            <a:avLst/>
            <a:gdLst>
              <a:gd name="textAreaLeft" fmla="*/ 0 w 1442160"/>
              <a:gd name="textAreaRight" fmla="*/ 1445040 w 1442160"/>
              <a:gd name="textAreaTop" fmla="*/ 0 h 327600"/>
              <a:gd name="textAreaBottom" fmla="*/ 330480 h 327600"/>
            </a:gdLst>
            <a:ahLst/>
            <a:cxnLst/>
            <a:rect l="textAreaLeft" t="textAreaTop" r="textAreaRight" b="textAreaBottom"/>
            <a:pathLst>
              <a:path w="10771" h="245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1"/>
          <p:cNvSpPr>
            <a:spLocks noGrp="1"/>
          </p:cNvSpPr>
          <p:nvPr>
            <p:ph type="body"/>
          </p:nvPr>
        </p:nvSpPr>
        <p:spPr>
          <a:xfrm>
            <a:off x="365760" y="1886400"/>
            <a:ext cx="7481520" cy="13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2" name="Google Shape;261;p30"/>
          <p:cNvSpPr/>
          <p:nvPr/>
        </p:nvSpPr>
        <p:spPr>
          <a:xfrm>
            <a:off x="457200" y="4864680"/>
            <a:ext cx="170568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oogle Shape;262;p30"/>
          <p:cNvGrpSpPr/>
          <p:nvPr/>
        </p:nvGrpSpPr>
        <p:grpSpPr>
          <a:xfrm>
            <a:off x="0" y="3770280"/>
            <a:ext cx="9141120" cy="1368720"/>
            <a:chOff x="0" y="3770280"/>
            <a:chExt cx="9141120" cy="1368720"/>
          </a:xfrm>
        </p:grpSpPr>
        <p:pic>
          <p:nvPicPr>
            <p:cNvPr id="74" name="Google Shape;263;p30"/>
            <p:cNvPicPr/>
            <p:nvPr/>
          </p:nvPicPr>
          <p:blipFill>
            <a:blip r:embed="rId2"/>
            <a:stretch/>
          </p:blipFill>
          <p:spPr>
            <a:xfrm>
              <a:off x="0" y="377028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5" name="Google Shape;264;p30"/>
            <p:cNvPicPr/>
            <p:nvPr/>
          </p:nvPicPr>
          <p:blipFill>
            <a:blip r:embed="rId3"/>
            <a:srcRect t="138" b="138"/>
            <a:stretch/>
          </p:blipFill>
          <p:spPr>
            <a:xfrm>
              <a:off x="3051000" y="377028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6" name="Google Shape;265;p30"/>
            <p:cNvPicPr/>
            <p:nvPr/>
          </p:nvPicPr>
          <p:blipFill>
            <a:blip r:embed="rId4"/>
            <a:srcRect t="138" b="138"/>
            <a:stretch/>
          </p:blipFill>
          <p:spPr>
            <a:xfrm>
              <a:off x="6097680" y="377028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ata Cloud_1_1_3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Quote - Violet_1_1_2_1"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93;p21"/>
          <p:cNvSpPr/>
          <p:nvPr/>
        </p:nvSpPr>
        <p:spPr>
          <a:xfrm>
            <a:off x="660600" y="4866840"/>
            <a:ext cx="170568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94;p21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Google Shape;195;p21"/>
          <p:cNvPicPr/>
          <p:nvPr/>
        </p:nvPicPr>
        <p:blipFill>
          <a:blip r:embed="rId2">
            <a:alphaModFix amt="27000"/>
          </a:blip>
          <a:srcRect l="21460"/>
          <a:stretch/>
        </p:blipFill>
        <p:spPr>
          <a:xfrm flipH="1">
            <a:off x="7050960" y="1780200"/>
            <a:ext cx="2093040" cy="290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Google Shape;196;p21"/>
          <p:cNvPicPr/>
          <p:nvPr/>
        </p:nvPicPr>
        <p:blipFill>
          <a:blip r:embed="rId3"/>
          <a:srcRect l="20776" t="10977"/>
          <a:stretch/>
        </p:blipFill>
        <p:spPr>
          <a:xfrm>
            <a:off x="0" y="0"/>
            <a:ext cx="1317240" cy="1612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PlaceHolder 1"/>
          <p:cNvSpPr>
            <a:spLocks noGrp="1"/>
          </p:cNvSpPr>
          <p:nvPr>
            <p:ph type="body"/>
          </p:nvPr>
        </p:nvSpPr>
        <p:spPr>
          <a:xfrm>
            <a:off x="365760" y="1214280"/>
            <a:ext cx="7481520" cy="271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Quote - Violet_1_1_2_1_1"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92" name="Google Shape;199;p22"/>
          <p:cNvGrpSpPr/>
          <p:nvPr/>
        </p:nvGrpSpPr>
        <p:grpSpPr>
          <a:xfrm>
            <a:off x="0" y="3770280"/>
            <a:ext cx="9141120" cy="1368720"/>
            <a:chOff x="0" y="3770280"/>
            <a:chExt cx="9141120" cy="1368720"/>
          </a:xfrm>
        </p:grpSpPr>
        <p:pic>
          <p:nvPicPr>
            <p:cNvPr id="93" name="Google Shape;200;p22"/>
            <p:cNvPicPr/>
            <p:nvPr/>
          </p:nvPicPr>
          <p:blipFill>
            <a:blip r:embed="rId2">
              <a:alphaModFix amt="72000"/>
            </a:blip>
            <a:stretch/>
          </p:blipFill>
          <p:spPr>
            <a:xfrm>
              <a:off x="0" y="377028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4" name="Google Shape;201;p22"/>
            <p:cNvPicPr/>
            <p:nvPr/>
          </p:nvPicPr>
          <p:blipFill>
            <a:blip r:embed="rId3">
              <a:alphaModFix amt="72000"/>
            </a:blip>
            <a:srcRect t="138" b="138"/>
            <a:stretch/>
          </p:blipFill>
          <p:spPr>
            <a:xfrm>
              <a:off x="3051000" y="377028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5" name="Google Shape;202;p22"/>
            <p:cNvPicPr/>
            <p:nvPr/>
          </p:nvPicPr>
          <p:blipFill>
            <a:blip r:embed="rId4">
              <a:alphaModFix amt="72000"/>
            </a:blip>
            <a:srcRect t="138" b="138"/>
            <a:stretch/>
          </p:blipFill>
          <p:spPr>
            <a:xfrm>
              <a:off x="6097680" y="377028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96" name="Google Shape;203;p22"/>
          <p:cNvSpPr/>
          <p:nvPr/>
        </p:nvSpPr>
        <p:spPr>
          <a:xfrm>
            <a:off x="660600" y="4866840"/>
            <a:ext cx="170568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204;p22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1"/>
          <p:cNvSpPr>
            <a:spLocks noGrp="1"/>
          </p:cNvSpPr>
          <p:nvPr>
            <p:ph type="body"/>
          </p:nvPr>
        </p:nvSpPr>
        <p:spPr>
          <a:xfrm>
            <a:off x="365760" y="1214280"/>
            <a:ext cx="7481520" cy="271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248;p28"/>
          <p:cNvSpPr/>
          <p:nvPr/>
        </p:nvSpPr>
        <p:spPr>
          <a:xfrm>
            <a:off x="0" y="1120320"/>
            <a:ext cx="9141120" cy="402048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366480" y="274320"/>
            <a:ext cx="83455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3" name="Google Shape;250;p28"/>
          <p:cNvSpPr/>
          <p:nvPr/>
        </p:nvSpPr>
        <p:spPr>
          <a:xfrm>
            <a:off x="660600" y="4866840"/>
            <a:ext cx="170568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251;p28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5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EC84266-43A1-4D7D-B9BB-125B59B9308F}" type="slidenum">
              <a:rPr lang="en" sz="6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Google Shape;253;p28"/>
          <p:cNvSpPr/>
          <p:nvPr/>
        </p:nvSpPr>
        <p:spPr>
          <a:xfrm>
            <a:off x="0" y="343440"/>
            <a:ext cx="134280" cy="3628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Quote - Violet_1_1_2_1_1_1"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207;p23"/>
          <p:cNvSpPr/>
          <p:nvPr/>
        </p:nvSpPr>
        <p:spPr>
          <a:xfrm>
            <a:off x="660600" y="4866840"/>
            <a:ext cx="170568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208;p23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1" name="Google Shape;209;p23"/>
          <p:cNvGrpSpPr/>
          <p:nvPr/>
        </p:nvGrpSpPr>
        <p:grpSpPr>
          <a:xfrm>
            <a:off x="2880" y="1803960"/>
            <a:ext cx="9141120" cy="3336480"/>
            <a:chOff x="2880" y="1803960"/>
            <a:chExt cx="9141120" cy="3336480"/>
          </a:xfrm>
        </p:grpSpPr>
        <p:pic>
          <p:nvPicPr>
            <p:cNvPr id="112" name="Google Shape;210;p23"/>
            <p:cNvPicPr/>
            <p:nvPr/>
          </p:nvPicPr>
          <p:blipFill>
            <a:blip r:embed="rId2">
              <a:alphaModFix amt="57000"/>
            </a:blip>
            <a:srcRect l="32574" b="34220"/>
            <a:stretch/>
          </p:blipFill>
          <p:spPr>
            <a:xfrm flipH="1">
              <a:off x="5039640" y="1803960"/>
              <a:ext cx="4104360" cy="33364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3" name="Google Shape;211;p23"/>
            <p:cNvPicPr/>
            <p:nvPr/>
          </p:nvPicPr>
          <p:blipFill>
            <a:blip r:embed="rId3">
              <a:alphaModFix amt="57000"/>
            </a:blip>
            <a:srcRect r="17482" b="34224"/>
            <a:stretch/>
          </p:blipFill>
          <p:spPr>
            <a:xfrm flipH="1">
              <a:off x="2880" y="1803960"/>
              <a:ext cx="5024880" cy="33364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14" name="PlaceHolder 1"/>
          <p:cNvSpPr>
            <a:spLocks noGrp="1"/>
          </p:cNvSpPr>
          <p:nvPr>
            <p:ph type="body"/>
          </p:nvPr>
        </p:nvSpPr>
        <p:spPr>
          <a:xfrm>
            <a:off x="365760" y="1214280"/>
            <a:ext cx="7481520" cy="271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 Column Layou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1"/>
          <p:cNvSpPr>
            <a:spLocks noGrp="1"/>
          </p:cNvSpPr>
          <p:nvPr>
            <p:ph type="body"/>
          </p:nvPr>
        </p:nvSpPr>
        <p:spPr>
          <a:xfrm>
            <a:off x="365760" y="1371600"/>
            <a:ext cx="6258600" cy="253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title"/>
          </p:nvPr>
        </p:nvSpPr>
        <p:spPr>
          <a:xfrm>
            <a:off x="365760" y="274320"/>
            <a:ext cx="831816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sldNum" idx="6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06A37DB-B197-40A1-B9F5-9F25DC482E5E}" type="slidenum"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Google Shape;63;p7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64;p7"/>
          <p:cNvSpPr/>
          <p:nvPr/>
        </p:nvSpPr>
        <p:spPr>
          <a:xfrm>
            <a:off x="660600" y="4866840"/>
            <a:ext cx="167832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66;p7"/>
          <p:cNvSpPr/>
          <p:nvPr/>
        </p:nvSpPr>
        <p:spPr>
          <a:xfrm>
            <a:off x="0" y="343440"/>
            <a:ext cx="134280" cy="3628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Quote - Violet_1_1_2_1_1_1_1"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14;p24"/>
          <p:cNvSpPr/>
          <p:nvPr/>
        </p:nvSpPr>
        <p:spPr>
          <a:xfrm>
            <a:off x="660600" y="4866840"/>
            <a:ext cx="170568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215;p24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6" name="Google Shape;216;p24"/>
          <p:cNvGrpSpPr/>
          <p:nvPr/>
        </p:nvGrpSpPr>
        <p:grpSpPr>
          <a:xfrm>
            <a:off x="6431760" y="-6480"/>
            <a:ext cx="2744640" cy="5158800"/>
            <a:chOff x="6431760" y="-6480"/>
            <a:chExt cx="2744640" cy="5158800"/>
          </a:xfrm>
        </p:grpSpPr>
        <p:pic>
          <p:nvPicPr>
            <p:cNvPr id="127" name="Google Shape;217;p24"/>
            <p:cNvPicPr/>
            <p:nvPr/>
          </p:nvPicPr>
          <p:blipFill>
            <a:blip r:embed="rId2">
              <a:alphaModFix amt="58000"/>
            </a:blip>
            <a:srcRect l="37876" t="24688" b="10225"/>
            <a:stretch/>
          </p:blipFill>
          <p:spPr>
            <a:xfrm rot="16200000">
              <a:off x="6233760" y="2221200"/>
              <a:ext cx="3129120" cy="27331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8" name="Google Shape;218;p24"/>
            <p:cNvPicPr/>
            <p:nvPr/>
          </p:nvPicPr>
          <p:blipFill>
            <a:blip r:embed="rId3">
              <a:alphaModFix amt="58000"/>
            </a:blip>
            <a:srcRect t="25252" r="59813" b="9946"/>
            <a:stretch/>
          </p:blipFill>
          <p:spPr>
            <a:xfrm rot="16200000">
              <a:off x="6804720" y="-356040"/>
              <a:ext cx="2021760" cy="27212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29" name="PlaceHolder 1"/>
          <p:cNvSpPr>
            <a:spLocks noGrp="1"/>
          </p:cNvSpPr>
          <p:nvPr>
            <p:ph type="body"/>
          </p:nvPr>
        </p:nvSpPr>
        <p:spPr>
          <a:xfrm>
            <a:off x="365760" y="1214280"/>
            <a:ext cx="7481520" cy="271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255;p29"/>
          <p:cNvSpPr/>
          <p:nvPr/>
        </p:nvSpPr>
        <p:spPr>
          <a:xfrm>
            <a:off x="457200" y="4444200"/>
            <a:ext cx="1442160" cy="327600"/>
          </a:xfrm>
          <a:custGeom>
            <a:avLst/>
            <a:gdLst>
              <a:gd name="textAreaLeft" fmla="*/ 0 w 1442160"/>
              <a:gd name="textAreaRight" fmla="*/ 1445040 w 1442160"/>
              <a:gd name="textAreaTop" fmla="*/ 0 h 327600"/>
              <a:gd name="textAreaBottom" fmla="*/ 330480 h 327600"/>
            </a:gdLst>
            <a:ahLst/>
            <a:cxnLst/>
            <a:rect l="textAreaLeft" t="textAreaTop" r="textAreaRight" b="textAreaBottom"/>
            <a:pathLst>
              <a:path w="10771" h="245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56;p29"/>
          <p:cNvSpPr/>
          <p:nvPr/>
        </p:nvSpPr>
        <p:spPr>
          <a:xfrm>
            <a:off x="457200" y="4864680"/>
            <a:ext cx="170568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1"/>
          <p:cNvSpPr>
            <a:spLocks noGrp="1"/>
          </p:cNvSpPr>
          <p:nvPr>
            <p:ph type="body"/>
          </p:nvPr>
        </p:nvSpPr>
        <p:spPr>
          <a:xfrm>
            <a:off x="365760" y="1886400"/>
            <a:ext cx="7481520" cy="13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ulti-use layou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6" name="Google Shape;27;p4"/>
          <p:cNvGrpSpPr/>
          <p:nvPr/>
        </p:nvGrpSpPr>
        <p:grpSpPr>
          <a:xfrm>
            <a:off x="0" y="3762000"/>
            <a:ext cx="9141120" cy="1368720"/>
            <a:chOff x="0" y="3762000"/>
            <a:chExt cx="9141120" cy="1368720"/>
          </a:xfrm>
        </p:grpSpPr>
        <p:pic>
          <p:nvPicPr>
            <p:cNvPr id="137" name="Google Shape;28;p4"/>
            <p:cNvPicPr/>
            <p:nvPr/>
          </p:nvPicPr>
          <p:blipFill>
            <a:blip r:embed="rId2">
              <a:alphaModFix amt="29000"/>
            </a:blip>
            <a:srcRect t="138" b="138"/>
            <a:stretch/>
          </p:blipFill>
          <p:spPr>
            <a:xfrm>
              <a:off x="0" y="376200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8" name="Google Shape;29;p4"/>
            <p:cNvPicPr/>
            <p:nvPr/>
          </p:nvPicPr>
          <p:blipFill>
            <a:blip r:embed="rId3">
              <a:alphaModFix amt="29000"/>
            </a:blip>
            <a:srcRect t="138" b="138"/>
            <a:stretch/>
          </p:blipFill>
          <p:spPr>
            <a:xfrm>
              <a:off x="3051000" y="376200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9" name="Google Shape;30;p4"/>
            <p:cNvPicPr/>
            <p:nvPr/>
          </p:nvPicPr>
          <p:blipFill>
            <a:blip r:embed="rId4">
              <a:alphaModFix amt="29000"/>
            </a:blip>
            <a:srcRect t="138" b="138"/>
            <a:stretch/>
          </p:blipFill>
          <p:spPr>
            <a:xfrm>
              <a:off x="6097680" y="3762000"/>
              <a:ext cx="3043440" cy="13687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40" name="PlaceHolder 1"/>
          <p:cNvSpPr>
            <a:spLocks noGrp="1"/>
          </p:cNvSpPr>
          <p:nvPr>
            <p:ph type="sldNum" idx="7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E33C91-3A39-4C44-8788-8831B2A5D3E6}" type="slidenum"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Google Shape;32;p4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title"/>
          </p:nvPr>
        </p:nvSpPr>
        <p:spPr>
          <a:xfrm>
            <a:off x="367920" y="274320"/>
            <a:ext cx="83419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3" name="Google Shape;35;p4"/>
          <p:cNvSpPr/>
          <p:nvPr/>
        </p:nvSpPr>
        <p:spPr>
          <a:xfrm>
            <a:off x="2883240" y="1954080"/>
            <a:ext cx="266580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36;p4"/>
          <p:cNvSpPr/>
          <p:nvPr/>
        </p:nvSpPr>
        <p:spPr>
          <a:xfrm>
            <a:off x="660600" y="4866840"/>
            <a:ext cx="167832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37;p4"/>
          <p:cNvSpPr/>
          <p:nvPr/>
        </p:nvSpPr>
        <p:spPr>
          <a:xfrm>
            <a:off x="0" y="343440"/>
            <a:ext cx="134280" cy="3628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ulti-use layout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8" name="Google Shape;39;p5"/>
          <p:cNvGrpSpPr/>
          <p:nvPr/>
        </p:nvGrpSpPr>
        <p:grpSpPr>
          <a:xfrm>
            <a:off x="0" y="4370400"/>
            <a:ext cx="9141120" cy="770040"/>
            <a:chOff x="0" y="4370400"/>
            <a:chExt cx="9141120" cy="770040"/>
          </a:xfrm>
        </p:grpSpPr>
        <p:pic>
          <p:nvPicPr>
            <p:cNvPr id="149" name="Google Shape;40;p5"/>
            <p:cNvPicPr/>
            <p:nvPr/>
          </p:nvPicPr>
          <p:blipFill>
            <a:blip r:embed="rId2">
              <a:alphaModFix amt="29000"/>
            </a:blip>
            <a:srcRect t="138" b="43623"/>
            <a:stretch/>
          </p:blipFill>
          <p:spPr>
            <a:xfrm>
              <a:off x="0" y="4370400"/>
              <a:ext cx="3043440" cy="7700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50" name="Google Shape;41;p5"/>
            <p:cNvPicPr/>
            <p:nvPr/>
          </p:nvPicPr>
          <p:blipFill>
            <a:blip r:embed="rId3">
              <a:alphaModFix amt="29000"/>
            </a:blip>
            <a:srcRect t="138" b="43623"/>
            <a:stretch/>
          </p:blipFill>
          <p:spPr>
            <a:xfrm>
              <a:off x="3051000" y="4370400"/>
              <a:ext cx="3043440" cy="7700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51" name="Google Shape;42;p5"/>
            <p:cNvPicPr/>
            <p:nvPr/>
          </p:nvPicPr>
          <p:blipFill>
            <a:blip r:embed="rId4">
              <a:alphaModFix amt="29000"/>
            </a:blip>
            <a:srcRect t="138" b="43623"/>
            <a:stretch/>
          </p:blipFill>
          <p:spPr>
            <a:xfrm>
              <a:off x="6097680" y="4370400"/>
              <a:ext cx="3043440" cy="7700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52" name="PlaceHolder 1"/>
          <p:cNvSpPr>
            <a:spLocks noGrp="1"/>
          </p:cNvSpPr>
          <p:nvPr>
            <p:ph type="sldNum" idx="8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88EF71F-1C86-45D4-B33D-E867BB467DB2}" type="slidenum"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Google Shape;44;p5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 type="title"/>
          </p:nvPr>
        </p:nvSpPr>
        <p:spPr>
          <a:xfrm>
            <a:off x="367920" y="274320"/>
            <a:ext cx="83419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55" name="Google Shape;47;p5"/>
          <p:cNvSpPr/>
          <p:nvPr/>
        </p:nvSpPr>
        <p:spPr>
          <a:xfrm>
            <a:off x="2883240" y="1954080"/>
            <a:ext cx="266580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Google Shape;48;p5"/>
          <p:cNvSpPr/>
          <p:nvPr/>
        </p:nvSpPr>
        <p:spPr>
          <a:xfrm>
            <a:off x="660600" y="4866840"/>
            <a:ext cx="167832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Google Shape;49;p5"/>
          <p:cNvSpPr/>
          <p:nvPr/>
        </p:nvSpPr>
        <p:spPr>
          <a:xfrm>
            <a:off x="0" y="343440"/>
            <a:ext cx="134280" cy="3628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ulti-use layout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Google Shape;51;p6"/>
          <p:cNvPicPr/>
          <p:nvPr/>
        </p:nvPicPr>
        <p:blipFill>
          <a:blip r:embed="rId2"/>
          <a:srcRect l="22822"/>
          <a:stretch/>
        </p:blipFill>
        <p:spPr>
          <a:xfrm flipH="1">
            <a:off x="7785360" y="2935800"/>
            <a:ext cx="1365120" cy="192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PlaceHolder 1"/>
          <p:cNvSpPr>
            <a:spLocks noGrp="1"/>
          </p:cNvSpPr>
          <p:nvPr>
            <p:ph type="sldNum" idx="9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C8E8A9E-2AF1-4C6A-81A4-A787D0F0DB05}" type="slidenum"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Google Shape;53;p6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title"/>
          </p:nvPr>
        </p:nvSpPr>
        <p:spPr>
          <a:xfrm>
            <a:off x="367920" y="274320"/>
            <a:ext cx="83419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4" name="Google Shape;56;p6"/>
          <p:cNvSpPr/>
          <p:nvPr/>
        </p:nvSpPr>
        <p:spPr>
          <a:xfrm>
            <a:off x="2883240" y="1954080"/>
            <a:ext cx="266580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57;p6"/>
          <p:cNvSpPr/>
          <p:nvPr/>
        </p:nvSpPr>
        <p:spPr>
          <a:xfrm>
            <a:off x="660600" y="4866840"/>
            <a:ext cx="167832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58;p6"/>
          <p:cNvSpPr/>
          <p:nvPr/>
        </p:nvSpPr>
        <p:spPr>
          <a:xfrm>
            <a:off x="0" y="343440"/>
            <a:ext cx="134280" cy="3628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98;p11"/>
          <p:cNvSpPr/>
          <p:nvPr/>
        </p:nvSpPr>
        <p:spPr>
          <a:xfrm>
            <a:off x="2291760" y="0"/>
            <a:ext cx="6849360" cy="514080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1"/>
          <p:cNvSpPr>
            <a:spLocks noGrp="1"/>
          </p:cNvSpPr>
          <p:nvPr>
            <p:ph type="body"/>
          </p:nvPr>
        </p:nvSpPr>
        <p:spPr>
          <a:xfrm>
            <a:off x="365760" y="274320"/>
            <a:ext cx="1923120" cy="682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1" name="PlaceHolder 2"/>
          <p:cNvSpPr>
            <a:spLocks noGrp="1"/>
          </p:cNvSpPr>
          <p:nvPr>
            <p:ph type="sldNum" idx="10"/>
          </p:nvPr>
        </p:nvSpPr>
        <p:spPr>
          <a:xfrm>
            <a:off x="8229600" y="486252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EFEFE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0117CA7-8FF6-4D22-B8B8-334C21E77CD6}" type="slidenum">
              <a:rPr lang="en" sz="600" b="0" u="none" strike="noStrike">
                <a:solidFill>
                  <a:srgbClr val="EFEFEF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Google Shape;101;p11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102;p11"/>
          <p:cNvSpPr/>
          <p:nvPr/>
        </p:nvSpPr>
        <p:spPr>
          <a:xfrm>
            <a:off x="660600" y="4866840"/>
            <a:ext cx="167832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body"/>
          </p:nvPr>
        </p:nvSpPr>
        <p:spPr>
          <a:xfrm>
            <a:off x="2961360" y="914400"/>
            <a:ext cx="5722560" cy="376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5" name="Google Shape;104;p11"/>
          <p:cNvSpPr/>
          <p:nvPr/>
        </p:nvSpPr>
        <p:spPr>
          <a:xfrm>
            <a:off x="6369120" y="228600"/>
            <a:ext cx="1319400" cy="1411920"/>
          </a:xfrm>
          <a:custGeom>
            <a:avLst/>
            <a:gdLst>
              <a:gd name="textAreaLeft" fmla="*/ 0 w 1319400"/>
              <a:gd name="textAreaRight" fmla="*/ 1322280 w 1319400"/>
              <a:gd name="textAreaTop" fmla="*/ 0 h 1411920"/>
              <a:gd name="textAreaBottom" fmla="*/ 1414800 h 1411920"/>
            </a:gdLst>
            <a:ahLst/>
            <a:cxnLst/>
            <a:rect l="textAreaLeft" t="textAreaTop" r="textAreaRight" b="textAreaBottom"/>
            <a:pathLst>
              <a:path w="1950" h="2085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>
              <a:alpha val="12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105;p11"/>
          <p:cNvSpPr/>
          <p:nvPr/>
        </p:nvSpPr>
        <p:spPr>
          <a:xfrm>
            <a:off x="2295000" y="2766960"/>
            <a:ext cx="2769120" cy="2369160"/>
          </a:xfrm>
          <a:custGeom>
            <a:avLst/>
            <a:gdLst>
              <a:gd name="textAreaLeft" fmla="*/ 0 w 2769120"/>
              <a:gd name="textAreaRight" fmla="*/ 2772000 w 2769120"/>
              <a:gd name="textAreaTop" fmla="*/ 0 h 2369160"/>
              <a:gd name="textAreaBottom" fmla="*/ 2372040 h 2369160"/>
            </a:gdLst>
            <a:ahLst/>
            <a:cxnLst/>
            <a:rect l="textAreaLeft" t="textAreaTop" r="textAreaRight" b="textAreaBottom"/>
            <a:pathLst>
              <a:path w="4248542" h="3635375">
                <a:moveTo>
                  <a:pt x="0" y="0"/>
                </a:moveTo>
                <a:cubicBezTo>
                  <a:pt x="0" y="0"/>
                  <a:pt x="0" y="0"/>
                  <a:pt x="3688930" y="2134683"/>
                </a:cubicBezTo>
                <a:cubicBezTo>
                  <a:pt x="3955829" y="2287388"/>
                  <a:pt x="4133762" y="2532351"/>
                  <a:pt x="4210019" y="2805947"/>
                </a:cubicBezTo>
                <a:cubicBezTo>
                  <a:pt x="4232261" y="2891843"/>
                  <a:pt x="4244971" y="2980921"/>
                  <a:pt x="4248147" y="3069999"/>
                </a:cubicBezTo>
                <a:cubicBezTo>
                  <a:pt x="4251325" y="3190890"/>
                  <a:pt x="4235438" y="3314962"/>
                  <a:pt x="4197309" y="3432672"/>
                </a:cubicBezTo>
                <a:cubicBezTo>
                  <a:pt x="4177450" y="3497890"/>
                  <a:pt x="4151634" y="3561318"/>
                  <a:pt x="4120109" y="3622062"/>
                </a:cubicBezTo>
                <a:lnTo>
                  <a:pt x="4112399" y="3635375"/>
                </a:lnTo>
                <a:lnTo>
                  <a:pt x="0" y="3635375"/>
                </a:lnTo>
                <a:lnTo>
                  <a:pt x="0" y="3623553"/>
                </a:lnTo>
                <a:cubicBezTo>
                  <a:pt x="0" y="3623553"/>
                  <a:pt x="0" y="3623553"/>
                  <a:pt x="896019" y="3104994"/>
                </a:cubicBezTo>
                <a:cubicBezTo>
                  <a:pt x="896019" y="3104994"/>
                  <a:pt x="896019" y="3104994"/>
                  <a:pt x="0" y="2586434"/>
                </a:cubicBezTo>
                <a:cubicBezTo>
                  <a:pt x="0" y="2586434"/>
                  <a:pt x="0" y="2586434"/>
                  <a:pt x="0" y="0"/>
                </a:cubicBezTo>
                <a:close/>
              </a:path>
            </a:pathLst>
          </a:custGeom>
          <a:solidFill>
            <a:srgbClr val="27B1E3">
              <a:alpha val="12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106;p11"/>
          <p:cNvSpPr/>
          <p:nvPr/>
        </p:nvSpPr>
        <p:spPr>
          <a:xfrm>
            <a:off x="0" y="343440"/>
            <a:ext cx="134280" cy="3628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Google Shape;107;p11"/>
          <p:cNvPicPr/>
          <p:nvPr/>
        </p:nvPicPr>
        <p:blipFill>
          <a:blip r:embed="rId2"/>
          <a:srcRect l="16748"/>
          <a:stretch/>
        </p:blipFill>
        <p:spPr>
          <a:xfrm rot="10800000">
            <a:off x="7341120" y="642960"/>
            <a:ext cx="1802880" cy="23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ata Cloud_1_1_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169;p18"/>
          <p:cNvSpPr/>
          <p:nvPr/>
        </p:nvSpPr>
        <p:spPr>
          <a:xfrm>
            <a:off x="456840" y="4898880"/>
            <a:ext cx="163296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366480" y="1188720"/>
            <a:ext cx="7405920" cy="1917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3" name="PlaceHolder 2"/>
          <p:cNvSpPr>
            <a:spLocks noGrp="1"/>
          </p:cNvSpPr>
          <p:nvPr>
            <p:ph type="title"/>
          </p:nvPr>
        </p:nvSpPr>
        <p:spPr>
          <a:xfrm>
            <a:off x="366480" y="3160440"/>
            <a:ext cx="5392080" cy="439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4" name="PlaceHolder 3"/>
          <p:cNvSpPr>
            <a:spLocks noGrp="1"/>
          </p:cNvSpPr>
          <p:nvPr>
            <p:ph type="title"/>
          </p:nvPr>
        </p:nvSpPr>
        <p:spPr>
          <a:xfrm>
            <a:off x="366480" y="4359600"/>
            <a:ext cx="4202640" cy="271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5" name="Google Shape;173;p18"/>
          <p:cNvSpPr/>
          <p:nvPr/>
        </p:nvSpPr>
        <p:spPr>
          <a:xfrm>
            <a:off x="457200" y="548640"/>
            <a:ext cx="1825920" cy="415080"/>
          </a:xfrm>
          <a:custGeom>
            <a:avLst/>
            <a:gdLst>
              <a:gd name="textAreaLeft" fmla="*/ 0 w 1825920"/>
              <a:gd name="textAreaRight" fmla="*/ 1828800 w 1825920"/>
              <a:gd name="textAreaTop" fmla="*/ 0 h 415080"/>
              <a:gd name="textAreaBottom" fmla="*/ 417960 h 415080"/>
            </a:gdLst>
            <a:ahLst/>
            <a:cxnLst/>
            <a:rect l="textAreaLeft" t="textAreaTop" r="textAreaRight" b="textAreaBottom"/>
            <a:pathLst>
              <a:path w="10771" h="245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 Column Layou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365760" y="274320"/>
            <a:ext cx="83455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365760" y="1371600"/>
            <a:ext cx="4157640" cy="363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0" name="PlaceHolder 3"/>
          <p:cNvSpPr>
            <a:spLocks noGrp="1"/>
          </p:cNvSpPr>
          <p:nvPr>
            <p:ph type="body"/>
          </p:nvPr>
        </p:nvSpPr>
        <p:spPr>
          <a:xfrm>
            <a:off x="4617720" y="1371600"/>
            <a:ext cx="4157640" cy="363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1" name="PlaceHolder 4"/>
          <p:cNvSpPr>
            <a:spLocks noGrp="1"/>
          </p:cNvSpPr>
          <p:nvPr>
            <p:ph type="sldNum" idx="11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0CDCF56-2DB4-477F-90E9-3E3E7EE378A5}" type="slidenum"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Google Shape;72;p8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Google Shape;73;p8"/>
          <p:cNvSpPr/>
          <p:nvPr/>
        </p:nvSpPr>
        <p:spPr>
          <a:xfrm>
            <a:off x="660600" y="4866840"/>
            <a:ext cx="167832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75;p8"/>
          <p:cNvSpPr/>
          <p:nvPr/>
        </p:nvSpPr>
        <p:spPr>
          <a:xfrm>
            <a:off x="0" y="343440"/>
            <a:ext cx="134280" cy="3628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 Column Layout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365760" y="274320"/>
            <a:ext cx="835488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365760" y="1371600"/>
            <a:ext cx="2694600" cy="16251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3169080" y="1371600"/>
            <a:ext cx="2694600" cy="16251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9" name="PlaceHolder 4"/>
          <p:cNvSpPr>
            <a:spLocks noGrp="1"/>
          </p:cNvSpPr>
          <p:nvPr>
            <p:ph type="body"/>
          </p:nvPr>
        </p:nvSpPr>
        <p:spPr>
          <a:xfrm>
            <a:off x="6127920" y="1371600"/>
            <a:ext cx="2694600" cy="16251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00" name="PlaceHolder 5"/>
          <p:cNvSpPr>
            <a:spLocks noGrp="1"/>
          </p:cNvSpPr>
          <p:nvPr>
            <p:ph type="sldNum" idx="12"/>
          </p:nvPr>
        </p:nvSpPr>
        <p:spPr>
          <a:xfrm>
            <a:off x="8229600" y="486252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046081F-A883-4830-B000-603A3E5249FB}" type="slidenum"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Google Shape;82;p9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83;p9"/>
          <p:cNvSpPr/>
          <p:nvPr/>
        </p:nvSpPr>
        <p:spPr>
          <a:xfrm>
            <a:off x="660600" y="4866840"/>
            <a:ext cx="167832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85;p9"/>
          <p:cNvSpPr/>
          <p:nvPr/>
        </p:nvSpPr>
        <p:spPr>
          <a:xfrm>
            <a:off x="0" y="343440"/>
            <a:ext cx="134280" cy="3628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Data Cloud_1_1_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169;p18"/>
          <p:cNvSpPr/>
          <p:nvPr/>
        </p:nvSpPr>
        <p:spPr>
          <a:xfrm>
            <a:off x="456840" y="4898880"/>
            <a:ext cx="163296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366480" y="1188720"/>
            <a:ext cx="7405920" cy="1917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7" name="PlaceHolder 2"/>
          <p:cNvSpPr>
            <a:spLocks noGrp="1"/>
          </p:cNvSpPr>
          <p:nvPr>
            <p:ph type="title"/>
          </p:nvPr>
        </p:nvSpPr>
        <p:spPr>
          <a:xfrm>
            <a:off x="366480" y="3160440"/>
            <a:ext cx="5392080" cy="439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8" name="PlaceHolder 3"/>
          <p:cNvSpPr>
            <a:spLocks noGrp="1"/>
          </p:cNvSpPr>
          <p:nvPr>
            <p:ph type="title"/>
          </p:nvPr>
        </p:nvSpPr>
        <p:spPr>
          <a:xfrm>
            <a:off x="366480" y="4359600"/>
            <a:ext cx="4202640" cy="271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9" name="Google Shape;173;p18"/>
          <p:cNvSpPr/>
          <p:nvPr/>
        </p:nvSpPr>
        <p:spPr>
          <a:xfrm>
            <a:off x="457200" y="548640"/>
            <a:ext cx="1825920" cy="415080"/>
          </a:xfrm>
          <a:custGeom>
            <a:avLst/>
            <a:gdLst>
              <a:gd name="textAreaLeft" fmla="*/ 0 w 1825920"/>
              <a:gd name="textAreaRight" fmla="*/ 1828800 w 1825920"/>
              <a:gd name="textAreaTop" fmla="*/ 0 h 415080"/>
              <a:gd name="textAreaBottom" fmla="*/ 417960 h 415080"/>
            </a:gdLst>
            <a:ahLst/>
            <a:cxnLst/>
            <a:rect l="textAreaLeft" t="textAreaTop" r="textAreaRight" b="textAreaBottom"/>
            <a:pathLst>
              <a:path w="10771" h="245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 Column Layout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Google Shape;87;p10"/>
          <p:cNvSpPr/>
          <p:nvPr/>
        </p:nvSpPr>
        <p:spPr>
          <a:xfrm>
            <a:off x="457200" y="484668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1"/>
          <p:cNvSpPr>
            <a:spLocks noGrp="1"/>
          </p:cNvSpPr>
          <p:nvPr>
            <p:ph type="sldNum" idx="13"/>
          </p:nvPr>
        </p:nvSpPr>
        <p:spPr>
          <a:xfrm>
            <a:off x="8229600" y="486252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6B6385A-8CA6-43E2-A84F-F0405C6DB138}" type="slidenum"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title"/>
          </p:nvPr>
        </p:nvSpPr>
        <p:spPr>
          <a:xfrm>
            <a:off x="365760" y="274320"/>
            <a:ext cx="83455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5" name="PlaceHolder 3"/>
          <p:cNvSpPr>
            <a:spLocks noGrp="1"/>
          </p:cNvSpPr>
          <p:nvPr>
            <p:ph type="body"/>
          </p:nvPr>
        </p:nvSpPr>
        <p:spPr>
          <a:xfrm>
            <a:off x="365760" y="1371600"/>
            <a:ext cx="1917360" cy="25578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6" name="PlaceHolder 4"/>
          <p:cNvSpPr>
            <a:spLocks noGrp="1"/>
          </p:cNvSpPr>
          <p:nvPr>
            <p:ph type="body"/>
          </p:nvPr>
        </p:nvSpPr>
        <p:spPr>
          <a:xfrm>
            <a:off x="2459520" y="1371600"/>
            <a:ext cx="1917360" cy="25578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7" name="PlaceHolder 5"/>
          <p:cNvSpPr>
            <a:spLocks noGrp="1"/>
          </p:cNvSpPr>
          <p:nvPr>
            <p:ph type="body"/>
          </p:nvPr>
        </p:nvSpPr>
        <p:spPr>
          <a:xfrm>
            <a:off x="4673160" y="1371600"/>
            <a:ext cx="1917360" cy="25578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8" name="PlaceHolder 6"/>
          <p:cNvSpPr>
            <a:spLocks noGrp="1"/>
          </p:cNvSpPr>
          <p:nvPr>
            <p:ph type="body"/>
          </p:nvPr>
        </p:nvSpPr>
        <p:spPr>
          <a:xfrm>
            <a:off x="6887160" y="1371600"/>
            <a:ext cx="1917360" cy="25578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9" name="Google Shape;94;p10"/>
          <p:cNvSpPr/>
          <p:nvPr/>
        </p:nvSpPr>
        <p:spPr>
          <a:xfrm>
            <a:off x="660600" y="4867200"/>
            <a:ext cx="147060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96;p10"/>
          <p:cNvSpPr/>
          <p:nvPr/>
        </p:nvSpPr>
        <p:spPr>
          <a:xfrm>
            <a:off x="0" y="343440"/>
            <a:ext cx="134280" cy="3628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ulti-use layou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1"/>
          <p:cNvSpPr>
            <a:spLocks noGrp="1"/>
          </p:cNvSpPr>
          <p:nvPr>
            <p:ph type="sldNum" idx="14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E522573-B6C9-4756-892C-6BADFB6C95B2}" type="slidenum"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Google Shape;12;p2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14;p2"/>
          <p:cNvSpPr/>
          <p:nvPr/>
        </p:nvSpPr>
        <p:spPr>
          <a:xfrm>
            <a:off x="2883240" y="1954080"/>
            <a:ext cx="266580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15;p2"/>
          <p:cNvSpPr/>
          <p:nvPr/>
        </p:nvSpPr>
        <p:spPr>
          <a:xfrm>
            <a:off x="660600" y="4866840"/>
            <a:ext cx="167832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16;p2"/>
          <p:cNvSpPr/>
          <p:nvPr/>
        </p:nvSpPr>
        <p:spPr>
          <a:xfrm>
            <a:off x="0" y="343440"/>
            <a:ext cx="134280" cy="3628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 type="title"/>
          </p:nvPr>
        </p:nvSpPr>
        <p:spPr>
          <a:xfrm>
            <a:off x="365760" y="274320"/>
            <a:ext cx="83419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109;p12"/>
          <p:cNvSpPr/>
          <p:nvPr/>
        </p:nvSpPr>
        <p:spPr>
          <a:xfrm flipH="1">
            <a:off x="-3600" y="0"/>
            <a:ext cx="2740320" cy="514080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1"/>
          <p:cNvSpPr>
            <a:spLocks noGrp="1"/>
          </p:cNvSpPr>
          <p:nvPr>
            <p:ph type="body"/>
          </p:nvPr>
        </p:nvSpPr>
        <p:spPr>
          <a:xfrm>
            <a:off x="365760" y="274320"/>
            <a:ext cx="2373840" cy="682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2" name="PlaceHolder 2"/>
          <p:cNvSpPr>
            <a:spLocks noGrp="1"/>
          </p:cNvSpPr>
          <p:nvPr>
            <p:ph type="sldNum" idx="15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B6AEBC9-8519-480C-8023-792AE0E5AAE0}" type="slidenum"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Google Shape;112;p12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113;p12"/>
          <p:cNvSpPr/>
          <p:nvPr/>
        </p:nvSpPr>
        <p:spPr>
          <a:xfrm>
            <a:off x="660600" y="4866840"/>
            <a:ext cx="167832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body"/>
          </p:nvPr>
        </p:nvSpPr>
        <p:spPr>
          <a:xfrm>
            <a:off x="365760" y="1291680"/>
            <a:ext cx="2207520" cy="2557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6" name="Google Shape;115;p12"/>
          <p:cNvSpPr/>
          <p:nvPr/>
        </p:nvSpPr>
        <p:spPr>
          <a:xfrm>
            <a:off x="0" y="343440"/>
            <a:ext cx="134280" cy="3628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plit Layou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117;p13"/>
          <p:cNvSpPr/>
          <p:nvPr/>
        </p:nvSpPr>
        <p:spPr>
          <a:xfrm>
            <a:off x="4572000" y="0"/>
            <a:ext cx="4569120" cy="51408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118;p13"/>
          <p:cNvSpPr/>
          <p:nvPr/>
        </p:nvSpPr>
        <p:spPr>
          <a:xfrm>
            <a:off x="6024600" y="257040"/>
            <a:ext cx="1485360" cy="1589040"/>
          </a:xfrm>
          <a:custGeom>
            <a:avLst/>
            <a:gdLst>
              <a:gd name="textAreaLeft" fmla="*/ 0 w 1485360"/>
              <a:gd name="textAreaRight" fmla="*/ 1488240 w 1485360"/>
              <a:gd name="textAreaTop" fmla="*/ 0 h 1589040"/>
              <a:gd name="textAreaBottom" fmla="*/ 1591920 h 1589040"/>
            </a:gdLst>
            <a:ahLst/>
            <a:cxnLst/>
            <a:rect l="textAreaLeft" t="textAreaTop" r="textAreaRight" b="textAreaBottom"/>
            <a:pathLst>
              <a:path w="1950" h="2085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119;p13"/>
          <p:cNvSpPr/>
          <p:nvPr/>
        </p:nvSpPr>
        <p:spPr>
          <a:xfrm>
            <a:off x="4574520" y="2417040"/>
            <a:ext cx="3183480" cy="2723760"/>
          </a:xfrm>
          <a:custGeom>
            <a:avLst/>
            <a:gdLst>
              <a:gd name="textAreaLeft" fmla="*/ 0 w 3183480"/>
              <a:gd name="textAreaRight" fmla="*/ 3186360 w 3183480"/>
              <a:gd name="textAreaTop" fmla="*/ 0 h 2723760"/>
              <a:gd name="textAreaBottom" fmla="*/ 2726640 h 2723760"/>
            </a:gdLst>
            <a:ahLst/>
            <a:cxnLst/>
            <a:rect l="textAreaLeft" t="textAreaTop" r="textAreaRight" b="textAreaBottom"/>
            <a:pathLst>
              <a:path w="4248542" h="3635375">
                <a:moveTo>
                  <a:pt x="0" y="0"/>
                </a:moveTo>
                <a:cubicBezTo>
                  <a:pt x="0" y="0"/>
                  <a:pt x="0" y="0"/>
                  <a:pt x="3688930" y="2134683"/>
                </a:cubicBezTo>
                <a:cubicBezTo>
                  <a:pt x="3955829" y="2287388"/>
                  <a:pt x="4133762" y="2532351"/>
                  <a:pt x="4210019" y="2805947"/>
                </a:cubicBezTo>
                <a:cubicBezTo>
                  <a:pt x="4232261" y="2891843"/>
                  <a:pt x="4244971" y="2980921"/>
                  <a:pt x="4248147" y="3069999"/>
                </a:cubicBezTo>
                <a:cubicBezTo>
                  <a:pt x="4251325" y="3190890"/>
                  <a:pt x="4235438" y="3314962"/>
                  <a:pt x="4197309" y="3432672"/>
                </a:cubicBezTo>
                <a:cubicBezTo>
                  <a:pt x="4177450" y="3497890"/>
                  <a:pt x="4151634" y="3561318"/>
                  <a:pt x="4120109" y="3622062"/>
                </a:cubicBezTo>
                <a:lnTo>
                  <a:pt x="4112399" y="3635375"/>
                </a:lnTo>
                <a:lnTo>
                  <a:pt x="0" y="3635375"/>
                </a:lnTo>
                <a:lnTo>
                  <a:pt x="0" y="3623553"/>
                </a:lnTo>
                <a:cubicBezTo>
                  <a:pt x="0" y="3623553"/>
                  <a:pt x="0" y="3623553"/>
                  <a:pt x="896019" y="3104994"/>
                </a:cubicBezTo>
                <a:cubicBezTo>
                  <a:pt x="896019" y="3104994"/>
                  <a:pt x="896019" y="3104994"/>
                  <a:pt x="0" y="2586434"/>
                </a:cubicBezTo>
                <a:cubicBezTo>
                  <a:pt x="0" y="2586434"/>
                  <a:pt x="0" y="2586434"/>
                  <a:pt x="0" y="0"/>
                </a:cubicBezTo>
                <a:close/>
              </a:path>
            </a:pathLst>
          </a:custGeom>
          <a:solidFill>
            <a:srgbClr val="27B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120;p13"/>
          <p:cNvSpPr/>
          <p:nvPr/>
        </p:nvSpPr>
        <p:spPr>
          <a:xfrm>
            <a:off x="7184160" y="634320"/>
            <a:ext cx="1956960" cy="2803320"/>
          </a:xfrm>
          <a:custGeom>
            <a:avLst/>
            <a:gdLst>
              <a:gd name="textAreaLeft" fmla="*/ 0 w 1956960"/>
              <a:gd name="textAreaRight" fmla="*/ 1959840 w 1956960"/>
              <a:gd name="textAreaTop" fmla="*/ 0 h 2803320"/>
              <a:gd name="textAreaBottom" fmla="*/ 2806200 h 2803320"/>
            </a:gdLst>
            <a:ahLst/>
            <a:cxnLst/>
            <a:rect l="textAreaLeft" t="textAreaTop" r="textAreaRight" b="textAreaBottom"/>
            <a:pathLst>
              <a:path w="2613132" h="3741797">
                <a:moveTo>
                  <a:pt x="2613132" y="0"/>
                </a:moveTo>
                <a:lnTo>
                  <a:pt x="2613132" y="1482383"/>
                </a:lnTo>
                <a:lnTo>
                  <a:pt x="2480582" y="1558999"/>
                </a:lnTo>
                <a:cubicBezTo>
                  <a:pt x="1938975" y="1872053"/>
                  <a:pt x="1938975" y="1872053"/>
                  <a:pt x="1938975" y="1872053"/>
                </a:cubicBezTo>
                <a:cubicBezTo>
                  <a:pt x="2168749" y="2004548"/>
                  <a:pt x="2355441" y="2112200"/>
                  <a:pt x="2507127" y="2199667"/>
                </a:cubicBezTo>
                <a:lnTo>
                  <a:pt x="2613132" y="2260793"/>
                </a:lnTo>
                <a:lnTo>
                  <a:pt x="2613132" y="3741797"/>
                </a:lnTo>
                <a:lnTo>
                  <a:pt x="2518746" y="3699509"/>
                </a:lnTo>
                <a:cubicBezTo>
                  <a:pt x="324746" y="2431617"/>
                  <a:pt x="324746" y="2431617"/>
                  <a:pt x="324746" y="2431617"/>
                </a:cubicBezTo>
                <a:cubicBezTo>
                  <a:pt x="176001" y="2345400"/>
                  <a:pt x="76273" y="2211848"/>
                  <a:pt x="28945" y="2061392"/>
                </a:cubicBezTo>
                <a:cubicBezTo>
                  <a:pt x="6971" y="1993771"/>
                  <a:pt x="-1480" y="1922769"/>
                  <a:pt x="210" y="1851767"/>
                </a:cubicBezTo>
                <a:cubicBezTo>
                  <a:pt x="1901" y="1801051"/>
                  <a:pt x="8662" y="1750335"/>
                  <a:pt x="23874" y="1699620"/>
                </a:cubicBezTo>
                <a:cubicBezTo>
                  <a:pt x="66132" y="1540710"/>
                  <a:pt x="169240" y="1400397"/>
                  <a:pt x="324746" y="1310799"/>
                </a:cubicBezTo>
                <a:cubicBezTo>
                  <a:pt x="2518746" y="44597"/>
                  <a:pt x="2518746" y="44597"/>
                  <a:pt x="2518746" y="44597"/>
                </a:cubicBezTo>
                <a:cubicBezTo>
                  <a:pt x="2547745" y="27797"/>
                  <a:pt x="2577487" y="13509"/>
                  <a:pt x="2607725" y="1663"/>
                </a:cubicBezTo>
                <a:close/>
              </a:path>
            </a:pathLst>
          </a:custGeom>
          <a:solidFill>
            <a:srgbClr val="27B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121;p13"/>
          <p:cNvSpPr/>
          <p:nvPr/>
        </p:nvSpPr>
        <p:spPr>
          <a:xfrm>
            <a:off x="6491160" y="2753640"/>
            <a:ext cx="1573560" cy="1683360"/>
          </a:xfrm>
          <a:custGeom>
            <a:avLst/>
            <a:gdLst>
              <a:gd name="textAreaLeft" fmla="*/ 0 w 1573560"/>
              <a:gd name="textAreaRight" fmla="*/ 1576440 w 1573560"/>
              <a:gd name="textAreaTop" fmla="*/ 0 h 1683360"/>
              <a:gd name="textAreaBottom" fmla="*/ 1686240 h 1683360"/>
            </a:gdLst>
            <a:ahLst/>
            <a:cxnLst/>
            <a:rect l="textAreaLeft" t="textAreaTop" r="textAreaRight" b="textAreaBottom"/>
            <a:pathLst>
              <a:path w="1950" h="2085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>
              <a:alpha val="46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122;p13"/>
          <p:cNvSpPr/>
          <p:nvPr/>
        </p:nvSpPr>
        <p:spPr>
          <a:xfrm>
            <a:off x="4572000" y="0"/>
            <a:ext cx="4569120" cy="514080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1"/>
          <p:cNvSpPr>
            <a:spLocks noGrp="1"/>
          </p:cNvSpPr>
          <p:nvPr>
            <p:ph type="body"/>
          </p:nvPr>
        </p:nvSpPr>
        <p:spPr>
          <a:xfrm>
            <a:off x="365760" y="634320"/>
            <a:ext cx="3824640" cy="5004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6" name="PlaceHolder 2"/>
          <p:cNvSpPr>
            <a:spLocks noGrp="1"/>
          </p:cNvSpPr>
          <p:nvPr>
            <p:ph type="title"/>
          </p:nvPr>
        </p:nvSpPr>
        <p:spPr>
          <a:xfrm>
            <a:off x="365760" y="274320"/>
            <a:ext cx="397620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47" name="PlaceHolder 3"/>
          <p:cNvSpPr>
            <a:spLocks noGrp="1"/>
          </p:cNvSpPr>
          <p:nvPr>
            <p:ph type="sldNum" idx="16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CE62150-DF2B-4725-B761-915D12DD3756}" type="slidenum">
              <a:rPr lang="en" sz="6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Google Shape;126;p13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Google Shape;127;p13"/>
          <p:cNvSpPr/>
          <p:nvPr/>
        </p:nvSpPr>
        <p:spPr>
          <a:xfrm>
            <a:off x="660600" y="4866840"/>
            <a:ext cx="167832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Google Shape;128;p13"/>
          <p:cNvPicPr/>
          <p:nvPr/>
        </p:nvPicPr>
        <p:blipFill>
          <a:blip r:embed="rId2"/>
          <a:srcRect l="13569" b="9582"/>
          <a:stretch/>
        </p:blipFill>
        <p:spPr>
          <a:xfrm>
            <a:off x="4572000" y="3214080"/>
            <a:ext cx="1690920" cy="192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Google Shape;129;p13"/>
          <p:cNvSpPr/>
          <p:nvPr/>
        </p:nvSpPr>
        <p:spPr>
          <a:xfrm>
            <a:off x="8067600" y="228600"/>
            <a:ext cx="1074960" cy="1540440"/>
          </a:xfrm>
          <a:custGeom>
            <a:avLst/>
            <a:gdLst>
              <a:gd name="textAreaLeft" fmla="*/ 0 w 1074960"/>
              <a:gd name="textAreaRight" fmla="*/ 1077840 w 1074960"/>
              <a:gd name="textAreaTop" fmla="*/ 0 h 1540440"/>
              <a:gd name="textAreaBottom" fmla="*/ 1543320 h 1540440"/>
            </a:gdLst>
            <a:ahLst/>
            <a:cxnLst/>
            <a:rect l="textAreaLeft" t="textAreaTop" r="textAreaRight" b="textAreaBottom"/>
            <a:pathLst>
              <a:path w="2613132" h="3741797">
                <a:moveTo>
                  <a:pt x="2613132" y="0"/>
                </a:moveTo>
                <a:lnTo>
                  <a:pt x="2613132" y="1482383"/>
                </a:lnTo>
                <a:lnTo>
                  <a:pt x="2480582" y="1558999"/>
                </a:lnTo>
                <a:cubicBezTo>
                  <a:pt x="1938975" y="1872053"/>
                  <a:pt x="1938975" y="1872053"/>
                  <a:pt x="1938975" y="1872053"/>
                </a:cubicBezTo>
                <a:cubicBezTo>
                  <a:pt x="2168749" y="2004548"/>
                  <a:pt x="2355441" y="2112200"/>
                  <a:pt x="2507127" y="2199667"/>
                </a:cubicBezTo>
                <a:lnTo>
                  <a:pt x="2613132" y="2260793"/>
                </a:lnTo>
                <a:lnTo>
                  <a:pt x="2613132" y="3741797"/>
                </a:lnTo>
                <a:lnTo>
                  <a:pt x="2518746" y="3699509"/>
                </a:lnTo>
                <a:cubicBezTo>
                  <a:pt x="324746" y="2431617"/>
                  <a:pt x="324746" y="2431617"/>
                  <a:pt x="324746" y="2431617"/>
                </a:cubicBezTo>
                <a:cubicBezTo>
                  <a:pt x="176001" y="2345400"/>
                  <a:pt x="76273" y="2211848"/>
                  <a:pt x="28945" y="2061392"/>
                </a:cubicBezTo>
                <a:cubicBezTo>
                  <a:pt x="6971" y="1993771"/>
                  <a:pt x="-1480" y="1922769"/>
                  <a:pt x="210" y="1851767"/>
                </a:cubicBezTo>
                <a:cubicBezTo>
                  <a:pt x="1901" y="1801051"/>
                  <a:pt x="8662" y="1750335"/>
                  <a:pt x="23874" y="1699620"/>
                </a:cubicBezTo>
                <a:cubicBezTo>
                  <a:pt x="66132" y="1540710"/>
                  <a:pt x="169240" y="1400397"/>
                  <a:pt x="324746" y="1310799"/>
                </a:cubicBezTo>
                <a:cubicBezTo>
                  <a:pt x="2518746" y="44597"/>
                  <a:pt x="2518746" y="44597"/>
                  <a:pt x="2518746" y="44597"/>
                </a:cubicBezTo>
                <a:cubicBezTo>
                  <a:pt x="2547745" y="27797"/>
                  <a:pt x="2577487" y="13509"/>
                  <a:pt x="2607725" y="1663"/>
                </a:cubicBezTo>
                <a:close/>
              </a:path>
            </a:pathLst>
          </a:custGeom>
          <a:solidFill>
            <a:srgbClr val="27B1E3">
              <a:alpha val="12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 type="body"/>
          </p:nvPr>
        </p:nvSpPr>
        <p:spPr>
          <a:xfrm>
            <a:off x="4937760" y="1280160"/>
            <a:ext cx="3563640" cy="6101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3" name="Google Shape;131;p13"/>
          <p:cNvSpPr/>
          <p:nvPr/>
        </p:nvSpPr>
        <p:spPr>
          <a:xfrm>
            <a:off x="0" y="343440"/>
            <a:ext cx="134280" cy="3628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ata Cloud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1"/>
          <p:cNvSpPr>
            <a:spLocks noGrp="1"/>
          </p:cNvSpPr>
          <p:nvPr>
            <p:ph type="sldNum" idx="17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09463C0-1EC4-4AAD-8430-2127D9A34C65}" type="slidenum"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Google Shape;134;p14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135;p14"/>
          <p:cNvSpPr/>
          <p:nvPr/>
        </p:nvSpPr>
        <p:spPr>
          <a:xfrm>
            <a:off x="660600" y="4866840"/>
            <a:ext cx="167832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Quote - Violet_1_1"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1"/>
          <p:cNvSpPr>
            <a:spLocks noGrp="1"/>
          </p:cNvSpPr>
          <p:nvPr>
            <p:ph type="body"/>
          </p:nvPr>
        </p:nvSpPr>
        <p:spPr>
          <a:xfrm>
            <a:off x="365760" y="1214280"/>
            <a:ext cx="7481520" cy="271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190;p20"/>
          <p:cNvSpPr/>
          <p:nvPr/>
        </p:nvSpPr>
        <p:spPr>
          <a:xfrm>
            <a:off x="660600" y="4866840"/>
            <a:ext cx="170568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191;p20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ulti-use layout_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1"/>
          <p:cNvSpPr>
            <a:spLocks noGrp="1"/>
          </p:cNvSpPr>
          <p:nvPr>
            <p:ph type="sldNum" idx="18"/>
          </p:nvPr>
        </p:nvSpPr>
        <p:spPr>
          <a:xfrm>
            <a:off x="8229600" y="4864680"/>
            <a:ext cx="470880" cy="9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78616FD-599A-41FF-80DB-6E6EB870A91F}" type="slidenum"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en-GB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Google Shape;20;p3"/>
          <p:cNvSpPr/>
          <p:nvPr/>
        </p:nvSpPr>
        <p:spPr>
          <a:xfrm>
            <a:off x="457200" y="4846320"/>
            <a:ext cx="132480" cy="125640"/>
          </a:xfrm>
          <a:custGeom>
            <a:avLst/>
            <a:gdLst>
              <a:gd name="textAreaLeft" fmla="*/ 0 w 132480"/>
              <a:gd name="textAreaRight" fmla="*/ 135360 w 132480"/>
              <a:gd name="textAreaTop" fmla="*/ 0 h 125640"/>
              <a:gd name="textAreaBottom" fmla="*/ 128520 h 125640"/>
            </a:gdLst>
            <a:ahLst/>
            <a:cxnLst/>
            <a:rect l="textAreaLeft" t="textAreaTop" r="textAreaRight" b="textAreaBottom"/>
            <a:pathLst>
              <a:path w="5409981" h="514350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title"/>
          </p:nvPr>
        </p:nvSpPr>
        <p:spPr>
          <a:xfrm>
            <a:off x="367920" y="274320"/>
            <a:ext cx="83419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67" name="Google Shape;23;p3"/>
          <p:cNvSpPr/>
          <p:nvPr/>
        </p:nvSpPr>
        <p:spPr>
          <a:xfrm>
            <a:off x="2883240" y="1954080"/>
            <a:ext cx="266580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Google Shape;24;p3"/>
          <p:cNvSpPr/>
          <p:nvPr/>
        </p:nvSpPr>
        <p:spPr>
          <a:xfrm>
            <a:off x="660600" y="4866840"/>
            <a:ext cx="167832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rgbClr val="929292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Google Shape;25;p3"/>
          <p:cNvSpPr/>
          <p:nvPr/>
        </p:nvSpPr>
        <p:spPr>
          <a:xfrm>
            <a:off x="0" y="343440"/>
            <a:ext cx="134280" cy="728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00348-DFA4-1B70-D0BC-3CA87C027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371FDF-9C5A-C4AF-125E-8BAEF2A1C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6AC74-3857-E66C-DEAA-79617E1F6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E2F3F6-8EBA-2D34-AA51-ED1E8E35E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95E5C-AE95-AB0A-2993-611148F45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C8439-F1F9-31EF-6CF2-9634C144B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30.xml"/><Relationship Id="rId22" Type="http://schemas.openxmlformats.org/officeDocument/2006/relationships/slideLayout" Target="../slideLayouts/slideLayout31.xml"/><Relationship Id="rId23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theme" Target="../theme/theme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8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9;p1"/>
          <p:cNvSpPr/>
          <p:nvPr/>
        </p:nvSpPr>
        <p:spPr>
          <a:xfrm>
            <a:off x="3837240" y="-655560"/>
            <a:ext cx="5303880" cy="1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>
                <a:solidFill>
                  <a:srgbClr val="C8C8C8"/>
                </a:solidFill>
                <a:effectLst/>
                <a:uFillTx/>
                <a:latin typeface="Arial"/>
                <a:ea typeface="Arial"/>
              </a:rPr>
              <a:t>SNOWFLAKE GSLIDES THEME 2026.01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oogle Shape;151;p16"/>
          <p:cNvGrpSpPr/>
          <p:nvPr/>
        </p:nvGrpSpPr>
        <p:grpSpPr>
          <a:xfrm>
            <a:off x="0" y="2914920"/>
            <a:ext cx="9140760" cy="2225520"/>
            <a:chOff x="0" y="2914920"/>
            <a:chExt cx="9140760" cy="2225520"/>
          </a:xfrm>
        </p:grpSpPr>
        <p:pic>
          <p:nvPicPr>
            <p:cNvPr id="80" name="Google Shape;152;p16"/>
            <p:cNvPicPr/>
            <p:nvPr/>
          </p:nvPicPr>
          <p:blipFill>
            <a:blip r:embed="rId3">
              <a:alphaModFix amt="85000"/>
            </a:blip>
            <a:srcRect l="45946" t="24688" b="30755"/>
            <a:stretch/>
          </p:blipFill>
          <p:spPr>
            <a:xfrm>
              <a:off x="0" y="2914920"/>
              <a:ext cx="3241440" cy="22255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1" name="Google Shape;153;p16"/>
            <p:cNvPicPr/>
            <p:nvPr/>
          </p:nvPicPr>
          <p:blipFill>
            <a:blip r:embed="rId4">
              <a:alphaModFix amt="85000"/>
            </a:blip>
            <a:srcRect t="25252" r="1930" b="30759"/>
            <a:stretch/>
          </p:blipFill>
          <p:spPr>
            <a:xfrm>
              <a:off x="3253320" y="2943000"/>
              <a:ext cx="5887440" cy="21974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82" name="Google Shape;154;p16"/>
          <p:cNvSpPr/>
          <p:nvPr/>
        </p:nvSpPr>
        <p:spPr>
          <a:xfrm>
            <a:off x="456840" y="4898880"/>
            <a:ext cx="1632960" cy="8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© 2026 Snowflake Inc. All Rights Reserved</a:t>
            </a:r>
            <a:endParaRPr lang="en-GB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58;p16"/>
          <p:cNvSpPr/>
          <p:nvPr/>
        </p:nvSpPr>
        <p:spPr>
          <a:xfrm>
            <a:off x="457200" y="548640"/>
            <a:ext cx="1825920" cy="415080"/>
          </a:xfrm>
          <a:custGeom>
            <a:avLst/>
            <a:gdLst>
              <a:gd name="textAreaLeft" fmla="*/ 0 w 1825920"/>
              <a:gd name="textAreaRight" fmla="*/ 1828800 w 1825920"/>
              <a:gd name="textAreaTop" fmla="*/ 0 h 415080"/>
              <a:gd name="textAreaBottom" fmla="*/ 417960 h 415080"/>
            </a:gdLst>
            <a:ahLst/>
            <a:cxnLst/>
            <a:rect l="textAreaLeft" t="textAreaTop" r="textAreaRight" b="textAreaBottom"/>
            <a:pathLst>
              <a:path w="10771" h="245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nowflake 2026.01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29B5E8"/>
      </a:hlink>
      <a:folHlink>
        <a:srgbClr val="BFBFBF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nowflake 2026.01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29B5E8"/>
      </a:hlink>
      <a:folHlink>
        <a:srgbClr val="BFBFBF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nowflake 2026.01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29B5E8"/>
      </a:hlink>
      <a:folHlink>
        <a:srgbClr val="BFBFBF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nowflake 2026.01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29B5E8"/>
      </a:hlink>
      <a:folHlink>
        <a:srgbClr val="BFBFBF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8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</TotalTime>
  <Words>2036</Words>
  <Application>Microsoft Macintosh PowerPoint</Application>
  <PresentationFormat>On-screen Show (16:9)</PresentationFormat>
  <Paragraphs>277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23</vt:i4>
      </vt:variant>
    </vt:vector>
  </HeadingPairs>
  <TitlesOfParts>
    <vt:vector size="36" baseType="lpstr">
      <vt:lpstr>Times New Roman</vt:lpstr>
      <vt:lpstr>Wingdings</vt:lpstr>
      <vt:lpstr>Wingdings 2</vt:lpstr>
      <vt:lpstr>Arial Black</vt:lpstr>
      <vt:lpstr>Arial</vt:lpstr>
      <vt:lpstr>Symbol</vt:lpstr>
      <vt:lpstr>Snowflake 2026.01</vt:lpstr>
      <vt:lpstr>Snowflake 2026.01</vt:lpstr>
      <vt:lpstr>Snowflake 2026.01</vt:lpstr>
      <vt:lpstr>Snowflake 2026.01</vt:lpstr>
      <vt:lpstr>Office Theme</vt:lpstr>
      <vt:lpstr>Office Theme</vt:lpstr>
      <vt:lpstr>Office Theme</vt:lpstr>
      <vt:lpstr>SNOWFLAKE  TEMPLATE 2026</vt:lpstr>
      <vt:lpstr>PowerPoint Presentation</vt:lpstr>
      <vt:lpstr>Safe Harbor and Disclaimers</vt:lpstr>
      <vt:lpstr>PowerPoint Presentation</vt:lpstr>
      <vt:lpstr>Subtitle in Arial Bold, 18pt</vt:lpstr>
      <vt:lpstr>COVER SLIDE  WITH CUSTOMER LOGO</vt:lpstr>
      <vt:lpstr>PowerPoint Presentation</vt:lpstr>
      <vt:lpstr>One Column Layout</vt:lpstr>
      <vt:lpstr>Two Column Layout w/ Paragraph Titles</vt:lpstr>
      <vt:lpstr>Three Column Layout w/ Paragraph Titles</vt:lpstr>
      <vt:lpstr>Three Column Layout w/ Icons</vt:lpstr>
      <vt:lpstr>Four Column Layout w/ Big Numbers</vt:lpstr>
      <vt:lpstr>Four Column Layout w/ Icons</vt:lpstr>
      <vt:lpstr>Split Slide</vt:lpstr>
      <vt:lpstr>PowerPoint Presentation</vt:lpstr>
      <vt:lpstr>PowerPoint Presentation</vt:lpstr>
      <vt:lpstr>PowerPoint Presentation</vt:lpstr>
      <vt:lpstr>Table Example 1</vt:lpstr>
      <vt:lpstr>Table Example 2</vt:lpstr>
      <vt:lpstr>Speaker Headshots</vt:lpstr>
      <vt:lpstr>Two Column Layout w/ Paragraph Titles</vt:lpstr>
      <vt:lpstr>SNOWFLAKE  TEMPLATE 2026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Alex Ross</cp:lastModifiedBy>
  <cp:revision>21</cp:revision>
  <dcterms:modified xsi:type="dcterms:W3CDTF">2026-03-20T11:58:59Z</dcterms:modified>
  <dc:language>en-GB</dc:language>
</cp:coreProperties>
</file>