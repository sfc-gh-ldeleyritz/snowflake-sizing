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1"/>
    <p:sldMasterId id="2147483652" r:id="rId2"/>
    <p:sldMasterId id="2147483657" r:id="rId3"/>
    <p:sldMasterId id="2147483659" r:id="rId4"/>
    <p:sldMasterId id="2147483682" r:id="rId5"/>
    <p:sldMasterId id="2147483684" r:id="rId6"/>
    <p:sldMasterId id="2147483686" r:id="rId7"/>
  </p:sldMasterIdLst>
  <p:notesMasterIdLst>
    <p:notesMasterId r:id="rId31"/>
  </p:notesMasterIdLst>
  <p:sldIdLst>
    <p:sldId id="256" r:id="rId15"/>
    <p:sldId id="257" r:id="rId16"/>
    <p:sldId id="258" r:id="rId17"/>
    <p:sldId id="259" r:id="rId18"/>
    <p:sldId id="260" r:id="rId19"/>
    <p:sldId id="261" r:id="rId20"/>
    <p:sldId id="262" r:id="rId21"/>
    <p:sldId id="263" r:id="rId22"/>
  </p:sldIdLst>
  <p:sldSz cx="9144000" cy="5143500" type="screen16x9"/>
  <p:notesSz cx="6858000" cy="9144000"/>
  <p:embeddedFontLst>
    <p:embeddedFont>
      <p:font typeface="Arial Black" panose="020B0604020202020204" pitchFamily="34" charset="0"/>
      <p:bold r:id="rId32"/>
    </p:embeddedFont>
    <p:embeddedFont>
      <p:font typeface="Wingdings 2" pitchFamily="2" charset="2"/>
      <p:regular r:id="rId33"/>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016"/>
    <p:restoredTop sz="94689"/>
  </p:normalViewPr>
  <p:slideViewPr>
    <p:cSldViewPr snapToGrid="0">
      <p:cViewPr varScale="1">
        <p:scale>
          <a:sx n="197" d="100"/>
          <a:sy n="197" d="100"/>
        </p:scale>
        <p:origin x="1024" y="1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Master" Target="slideMasters/slideMaster3.xml"/><Relationship Id="rId4" Type="http://schemas.openxmlformats.org/officeDocument/2006/relationships/slideMaster" Target="slideMasters/slideMaster4.xml"/><Relationship Id="rId5" Type="http://schemas.openxmlformats.org/officeDocument/2006/relationships/slideMaster" Target="slideMasters/slideMaster5.xml"/><Relationship Id="rId6" Type="http://schemas.openxmlformats.org/officeDocument/2006/relationships/slideMaster" Target="slideMasters/slideMaster6.xml"/><Relationship Id="rId7" Type="http://schemas.openxmlformats.org/officeDocument/2006/relationships/slideMaster" Target="slideMasters/slideMaster7.xml"/><Relationship Id="rId15" Type="http://schemas.openxmlformats.org/officeDocument/2006/relationships/slide" Target="slides/slide1.xml"/><Relationship Id="rId16" Type="http://schemas.openxmlformats.org/officeDocument/2006/relationships/slide" Target="slides/slide2.xml"/><Relationship Id="rId17" Type="http://schemas.openxmlformats.org/officeDocument/2006/relationships/slide" Target="slides/slide3.xml"/><Relationship Id="rId18" Type="http://schemas.openxmlformats.org/officeDocument/2006/relationships/slide" Target="slides/slide4.xml"/><Relationship Id="rId19" Type="http://schemas.openxmlformats.org/officeDocument/2006/relationships/slide" Target="slides/slide5.xml"/><Relationship Id="rId20" Type="http://schemas.openxmlformats.org/officeDocument/2006/relationships/slide" Target="slides/slide6.xml"/><Relationship Id="rId21" Type="http://schemas.openxmlformats.org/officeDocument/2006/relationships/slide" Target="slides/slide7.xml"/><Relationship Id="rId22" Type="http://schemas.openxmlformats.org/officeDocument/2006/relationships/slide" Target="slides/slide8.xml"/><Relationship Id="rId31" Type="http://schemas.openxmlformats.org/officeDocument/2006/relationships/notesMaster" Target="notesMasters/notesMaster1.xml"/><Relationship Id="rId32" Type="http://schemas.openxmlformats.org/officeDocument/2006/relationships/font" Target="fonts/font1.fntdata"/><Relationship Id="rId33" Type="http://schemas.openxmlformats.org/officeDocument/2006/relationships/font" Target="fonts/font2.fntdata"/><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8.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71" name="PlaceHolder 1"/>
          <p:cNvSpPr>
            <a:spLocks noGrp="1" noRot="1" noChangeAspect="1"/>
          </p:cNvSpPr>
          <p:nvPr>
            <p:ph type="sldImg"/>
          </p:nvPr>
        </p:nvSpPr>
        <p:spPr>
          <a:xfrm>
            <a:off x="0" y="812520"/>
            <a:ext cx="0" cy="0"/>
          </a:xfrm>
          <a:prstGeom prst="rect">
            <a:avLst/>
          </a:prstGeom>
          <a:noFill/>
          <a:ln w="0">
            <a:noFill/>
          </a:ln>
        </p:spPr>
        <p:txBody>
          <a:bodyPr lIns="0" tIns="0" rIns="0" bIns="0" anchor="ctr">
            <a:noAutofit/>
          </a:bodyPr>
          <a:lstStyle/>
          <a:p>
            <a:pPr algn="ctr"/>
            <a:r>
              <a:rPr lang="en-GB" sz="4400" b="0" u="none" strike="noStrike">
                <a:solidFill>
                  <a:srgbClr val="000000"/>
                </a:solidFill>
                <a:effectLst/>
                <a:uFillTx/>
                <a:latin typeface="Arial"/>
              </a:rPr>
              <a:t>Click to move the slide</a:t>
            </a:r>
          </a:p>
        </p:txBody>
      </p:sp>
      <p:sp>
        <p:nvSpPr>
          <p:cNvPr id="272"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pPr indent="0">
              <a:buNone/>
            </a:pPr>
            <a:r>
              <a:rPr lang="en-GB" sz="2000" b="0" u="none" strike="noStrike">
                <a:solidFill>
                  <a:srgbClr val="000000"/>
                </a:solidFill>
                <a:effectLst/>
                <a:uFillTx/>
                <a:latin typeface="Arial"/>
              </a:rPr>
              <a:t>Click to edit the notes' format</a:t>
            </a:r>
          </a:p>
        </p:txBody>
      </p:sp>
      <p:sp>
        <p:nvSpPr>
          <p:cNvPr id="273" name="PlaceHolder 3"/>
          <p:cNvSpPr>
            <a:spLocks noGrp="1"/>
          </p:cNvSpPr>
          <p:nvPr>
            <p:ph type="hdr"/>
          </p:nvPr>
        </p:nvSpPr>
        <p:spPr>
          <a:xfrm>
            <a:off x="0" y="0"/>
            <a:ext cx="3280680" cy="534240"/>
          </a:xfrm>
          <a:prstGeom prst="rect">
            <a:avLst/>
          </a:prstGeom>
          <a:noFill/>
          <a:ln w="0">
            <a:noFill/>
          </a:ln>
        </p:spPr>
        <p:txBody>
          <a:bodyPr lIns="0" tIns="0" rIns="0" bIns="0" anchor="t">
            <a:noAutofit/>
          </a:bodyPr>
          <a:lstStyle/>
          <a:p>
            <a:pPr indent="0">
              <a:buNone/>
            </a:pPr>
            <a:r>
              <a:rPr lang="en-GB" sz="1400" b="0" u="none" strike="noStrike">
                <a:solidFill>
                  <a:srgbClr val="000000"/>
                </a:solidFill>
                <a:effectLst/>
                <a:uFillTx/>
                <a:latin typeface="Times New Roman"/>
              </a:rPr>
              <a:t>&lt;header&gt;</a:t>
            </a:r>
          </a:p>
        </p:txBody>
      </p:sp>
      <p:sp>
        <p:nvSpPr>
          <p:cNvPr id="274" name="PlaceHolder 4"/>
          <p:cNvSpPr>
            <a:spLocks noGrp="1"/>
          </p:cNvSpPr>
          <p:nvPr>
            <p:ph type="dt" idx="19"/>
          </p:nvPr>
        </p:nvSpPr>
        <p:spPr>
          <a:xfrm>
            <a:off x="4278960" y="0"/>
            <a:ext cx="3280680" cy="534240"/>
          </a:xfrm>
          <a:prstGeom prst="rect">
            <a:avLst/>
          </a:prstGeom>
          <a:noFill/>
          <a:ln w="0">
            <a:noFill/>
          </a:ln>
        </p:spPr>
        <p:txBody>
          <a:bodyPr lIns="0" tIns="0" rIns="0" bIns="0" anchor="t">
            <a:noAutofit/>
          </a:bodyPr>
          <a:lstStyle>
            <a:lvl1pPr indent="0" algn="r">
              <a:buNone/>
              <a:defRPr lang="en-GB" sz="1400" b="0" u="none" strike="noStrike">
                <a:solidFill>
                  <a:srgbClr val="000000"/>
                </a:solidFill>
                <a:effectLst/>
                <a:uFillTx/>
                <a:latin typeface="Times New Roman"/>
              </a:defRPr>
            </a:lvl1pPr>
          </a:lstStyle>
          <a:p>
            <a:pPr indent="0" algn="r">
              <a:buNone/>
            </a:pPr>
            <a:r>
              <a:rPr lang="en-GB" sz="1400" b="0" u="none" strike="noStrike">
                <a:solidFill>
                  <a:srgbClr val="000000"/>
                </a:solidFill>
                <a:effectLst/>
                <a:uFillTx/>
                <a:latin typeface="Times New Roman"/>
              </a:rPr>
              <a:t>&lt;date/time&gt;</a:t>
            </a:r>
          </a:p>
        </p:txBody>
      </p:sp>
      <p:sp>
        <p:nvSpPr>
          <p:cNvPr id="275" name="PlaceHolder 5"/>
          <p:cNvSpPr>
            <a:spLocks noGrp="1"/>
          </p:cNvSpPr>
          <p:nvPr>
            <p:ph type="ftr" idx="20"/>
          </p:nvPr>
        </p:nvSpPr>
        <p:spPr>
          <a:xfrm>
            <a:off x="0" y="10157400"/>
            <a:ext cx="3280680" cy="534240"/>
          </a:xfrm>
          <a:prstGeom prst="rect">
            <a:avLst/>
          </a:prstGeom>
          <a:noFill/>
          <a:ln w="0">
            <a:noFill/>
          </a:ln>
        </p:spPr>
        <p:txBody>
          <a:bodyPr lIns="0" tIns="0" rIns="0" bIns="0" anchor="b">
            <a:noAutofit/>
          </a:bodyPr>
          <a:lstStyle>
            <a:lvl1pPr indent="0">
              <a:buNone/>
              <a:defRPr lang="en-GB" sz="1400" b="0" u="none" strike="noStrike">
                <a:solidFill>
                  <a:srgbClr val="000000"/>
                </a:solidFill>
                <a:effectLst/>
                <a:uFillTx/>
                <a:latin typeface="Times New Roman"/>
              </a:defRPr>
            </a:lvl1pPr>
          </a:lstStyle>
          <a:p>
            <a:pPr indent="0">
              <a:buNone/>
            </a:pPr>
            <a:r>
              <a:rPr lang="en-GB" sz="1400" b="0" u="none" strike="noStrike">
                <a:solidFill>
                  <a:srgbClr val="000000"/>
                </a:solidFill>
                <a:effectLst/>
                <a:uFillTx/>
                <a:latin typeface="Times New Roman"/>
              </a:rPr>
              <a:t>&lt;footer&gt;</a:t>
            </a:r>
          </a:p>
        </p:txBody>
      </p:sp>
      <p:sp>
        <p:nvSpPr>
          <p:cNvPr id="276" name="PlaceHolder 6"/>
          <p:cNvSpPr>
            <a:spLocks noGrp="1"/>
          </p:cNvSpPr>
          <p:nvPr>
            <p:ph type="sldNum" idx="21"/>
          </p:nvPr>
        </p:nvSpPr>
        <p:spPr>
          <a:xfrm>
            <a:off x="4278960" y="10157400"/>
            <a:ext cx="3280680" cy="534240"/>
          </a:xfrm>
          <a:prstGeom prst="rect">
            <a:avLst/>
          </a:prstGeom>
          <a:noFill/>
          <a:ln w="0">
            <a:noFill/>
          </a:ln>
        </p:spPr>
        <p:txBody>
          <a:bodyPr lIns="0" tIns="0" rIns="0" bIns="0" anchor="b">
            <a:noAutofit/>
          </a:bodyPr>
          <a:lstStyle>
            <a:lvl1pPr indent="0" algn="r">
              <a:buNone/>
              <a:defRPr lang="en-GB" sz="1400" b="0" u="none" strike="noStrike">
                <a:solidFill>
                  <a:srgbClr val="000000"/>
                </a:solidFill>
                <a:effectLst/>
                <a:uFillTx/>
                <a:latin typeface="Times New Roman"/>
              </a:defRPr>
            </a:lvl1pPr>
          </a:lstStyle>
          <a:p>
            <a:pPr indent="0" algn="r">
              <a:buNone/>
            </a:pPr>
            <a:fld id="{EDB1D114-F711-4E1E-9075-DA1416EA947B}" type="slidenum">
              <a:rPr lang="en-GB" sz="1400" b="0" u="none" strike="noStrike">
                <a:solidFill>
                  <a:srgbClr val="000000"/>
                </a:solidFill>
                <a:effectLst/>
                <a:uFillTx/>
                <a:latin typeface="Times New Roman"/>
              </a:rPr>
              <a:t>‹#›</a:t>
            </a:fld>
            <a:endParaRPr lang="en-GB"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png"/><Relationship Id="rId3" Type="http://schemas.openxmlformats.org/officeDocument/2006/relationships/image" Target="../media/image10.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4.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5.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6.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Quote - Violet_1_1_1">
    <p:bg>
      <p:bgPr>
        <a:solidFill>
          <a:schemeClr val="dk2"/>
        </a:solidFill>
        <a:effectLst/>
      </p:bgPr>
    </p:bg>
    <p:spTree>
      <p:nvGrpSpPr>
        <p:cNvPr id="1" name=""/>
        <p:cNvGrpSpPr/>
        <p:nvPr/>
      </p:nvGrpSpPr>
      <p:grpSpPr>
        <a:xfrm>
          <a:off x="0" y="0"/>
          <a:ext cx="0" cy="0"/>
          <a:chOff x="0" y="0"/>
          <a:chExt cx="0" cy="0"/>
        </a:xfrm>
      </p:grpSpPr>
      <p:sp>
        <p:nvSpPr>
          <p:cNvPr id="2" name="Google Shape;9;p1"/>
          <p:cNvSpPr/>
          <p:nvPr/>
        </p:nvSpPr>
        <p:spPr>
          <a:xfrm>
            <a:off x="3837240" y="-655560"/>
            <a:ext cx="5303880" cy="16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a:lnSpc>
                <a:spcPct val="100000"/>
              </a:lnSpc>
              <a:tabLst>
                <a:tab pos="0" algn="l"/>
              </a:tabLst>
            </a:pPr>
            <a:r>
              <a:rPr lang="en" sz="800" b="0" u="none" strike="noStrike">
                <a:solidFill>
                  <a:srgbClr val="C8C8C8"/>
                </a:solidFill>
                <a:effectLst/>
                <a:uFillTx/>
                <a:latin typeface="Arial"/>
                <a:ea typeface="Arial"/>
              </a:rPr>
              <a:t>SNOWFLAKE GSLIDES THEME 2026.01</a:t>
            </a:r>
            <a:endParaRPr lang="en-GB" sz="800" b="0" u="none" strike="noStrike">
              <a:solidFill>
                <a:srgbClr val="FFFFFF"/>
              </a:solidFill>
              <a:effectLst/>
              <a:uFillTx/>
              <a:latin typeface="Arial"/>
            </a:endParaRPr>
          </a:p>
        </p:txBody>
      </p:sp>
      <p:sp>
        <p:nvSpPr>
          <p:cNvPr id="3" name="PlaceHolder 1"/>
          <p:cNvSpPr>
            <a:spLocks noGrp="1"/>
          </p:cNvSpPr>
          <p:nvPr>
            <p:ph type="body"/>
          </p:nvPr>
        </p:nvSpPr>
        <p:spPr>
          <a:xfrm>
            <a:off x="365760" y="1332000"/>
            <a:ext cx="7481520" cy="2594160"/>
          </a:xfrm>
          <a:prstGeom prst="rect">
            <a:avLst/>
          </a:prstGeom>
          <a:noFill/>
          <a:ln w="0">
            <a:noFill/>
          </a:ln>
        </p:spPr>
        <p:txBody>
          <a:bodyPr lIns="91440" tIns="45720" rIns="91440" bIns="45720" anchor="ctr">
            <a:normAutofit fontScale="55000" lnSpcReduction="19999"/>
          </a:bodyPr>
          <a:lstStyle/>
          <a:p>
            <a:pPr marL="432000" indent="-324000">
              <a:lnSpc>
                <a:spcPct val="100000"/>
              </a:lnSpc>
              <a:spcBef>
                <a:spcPts val="1417"/>
              </a:spcBef>
              <a:buClr>
                <a:srgbClr val="FFFFFF"/>
              </a:buClr>
              <a:buSzPct val="45000"/>
              <a:buFont typeface="Wingdings" charset="2"/>
              <a:buChar char=""/>
            </a:pPr>
            <a:r>
              <a:rPr lang="en-GB" sz="4200" b="0" u="none" strike="noStrike">
                <a:solidFill>
                  <a:srgbClr val="000000"/>
                </a:solidFill>
                <a:effectLst/>
                <a:uFillTx/>
                <a:latin typeface="Arial"/>
              </a:rPr>
              <a:t>Click to edit the outline text format</a:t>
            </a:r>
            <a:endParaRPr lang="en-GB" sz="4200" b="0" u="none" strike="noStrike">
              <a:solidFill>
                <a:srgbClr val="FFFFFF"/>
              </a:solidFill>
              <a:effectLst/>
              <a:uFillTx/>
              <a:latin typeface="Arial"/>
            </a:endParaRPr>
          </a:p>
          <a:p>
            <a:pPr marL="864000" lvl="1" indent="-324000">
              <a:lnSpc>
                <a:spcPct val="100000"/>
              </a:lnSpc>
              <a:spcBef>
                <a:spcPts val="1134"/>
              </a:spcBef>
              <a:buClr>
                <a:srgbClr val="FFFFFF"/>
              </a:buClr>
              <a:buSzPct val="75000"/>
              <a:buFont typeface="Symbol" charset="2"/>
              <a:buChar char=""/>
            </a:pPr>
            <a:r>
              <a:rPr lang="en-GB" sz="4200" b="0" u="none" strike="noStrike">
                <a:solidFill>
                  <a:srgbClr val="000000"/>
                </a:solidFill>
                <a:effectLst/>
                <a:uFillTx/>
                <a:latin typeface="Arial"/>
              </a:rPr>
              <a:t>Second Outline Level</a:t>
            </a:r>
            <a:endParaRPr lang="en-GB" sz="4200" b="0" u="none" strike="noStrike">
              <a:solidFill>
                <a:srgbClr val="FFFFFF"/>
              </a:solidFill>
              <a:effectLst/>
              <a:uFillTx/>
              <a:latin typeface="Arial"/>
            </a:endParaRPr>
          </a:p>
          <a:p>
            <a:pPr marL="1296000" lvl="2" indent="-288000">
              <a:lnSpc>
                <a:spcPct val="100000"/>
              </a:lnSpc>
              <a:spcBef>
                <a:spcPts val="850"/>
              </a:spcBef>
              <a:buClr>
                <a:srgbClr val="FFFFFF"/>
              </a:buClr>
              <a:buSzPct val="45000"/>
              <a:buFont typeface="Wingdings" charset="2"/>
              <a:buChar char=""/>
            </a:pPr>
            <a:r>
              <a:rPr lang="en-GB" sz="4200" b="0" u="none" strike="noStrike">
                <a:solidFill>
                  <a:srgbClr val="000000"/>
                </a:solidFill>
                <a:effectLst/>
                <a:uFillTx/>
                <a:latin typeface="Arial"/>
              </a:rPr>
              <a:t>Third Outline Level</a:t>
            </a:r>
            <a:endParaRPr lang="en-GB" sz="4200" b="0" u="none" strike="noStrike">
              <a:solidFill>
                <a:srgbClr val="FFFFFF"/>
              </a:solidFill>
              <a:effectLst/>
              <a:uFillTx/>
              <a:latin typeface="Arial"/>
            </a:endParaRPr>
          </a:p>
          <a:p>
            <a:pPr marL="1728000" lvl="3" indent="-216000">
              <a:lnSpc>
                <a:spcPct val="100000"/>
              </a:lnSpc>
              <a:spcBef>
                <a:spcPts val="567"/>
              </a:spcBef>
              <a:buClr>
                <a:srgbClr val="FFFFFF"/>
              </a:buClr>
              <a:buSzPct val="75000"/>
              <a:buFont typeface="Symbol" charset="2"/>
              <a:buChar char=""/>
            </a:pPr>
            <a:r>
              <a:rPr lang="en-GB" sz="4200" b="0" u="none" strike="noStrike">
                <a:solidFill>
                  <a:srgbClr val="000000"/>
                </a:solidFill>
                <a:effectLst/>
                <a:uFillTx/>
                <a:latin typeface="Arial"/>
              </a:rPr>
              <a:t>Fourth Outline Level</a:t>
            </a:r>
            <a:endParaRPr lang="en-GB" sz="4200" b="0" u="none" strike="noStrike">
              <a:solidFill>
                <a:srgbClr val="FFFFFF"/>
              </a:solidFill>
              <a:effectLst/>
              <a:uFillTx/>
              <a:latin typeface="Arial"/>
            </a:endParaRPr>
          </a:p>
          <a:p>
            <a:pPr marL="2160000" lvl="4" indent="-216000">
              <a:lnSpc>
                <a:spcPct val="100000"/>
              </a:lnSpc>
              <a:spcBef>
                <a:spcPts val="283"/>
              </a:spcBef>
              <a:buClr>
                <a:srgbClr val="FFFFFF"/>
              </a:buClr>
              <a:buSzPct val="45000"/>
              <a:buFont typeface="Wingdings" charset="2"/>
              <a:buChar char=""/>
            </a:pPr>
            <a:r>
              <a:rPr lang="en-GB" sz="4200" b="0" u="none" strike="noStrike">
                <a:solidFill>
                  <a:srgbClr val="000000"/>
                </a:solidFill>
                <a:effectLst/>
                <a:uFillTx/>
                <a:latin typeface="Arial"/>
              </a:rPr>
              <a:t>Fifth Outline Level</a:t>
            </a:r>
            <a:endParaRPr lang="en-GB" sz="4200" b="0" u="none" strike="noStrike">
              <a:solidFill>
                <a:srgbClr val="FFFFFF"/>
              </a:solidFill>
              <a:effectLst/>
              <a:uFillTx/>
              <a:latin typeface="Arial"/>
            </a:endParaRPr>
          </a:p>
          <a:p>
            <a:pPr marL="2592000" lvl="5" indent="-216000">
              <a:lnSpc>
                <a:spcPct val="100000"/>
              </a:lnSpc>
              <a:spcBef>
                <a:spcPts val="283"/>
              </a:spcBef>
              <a:buClr>
                <a:srgbClr val="FFFFFF"/>
              </a:buClr>
              <a:buSzPct val="45000"/>
              <a:buFont typeface="Wingdings" charset="2"/>
              <a:buChar char=""/>
            </a:pPr>
            <a:r>
              <a:rPr lang="en-GB" sz="4200" b="0" u="none" strike="noStrike">
                <a:solidFill>
                  <a:srgbClr val="000000"/>
                </a:solidFill>
                <a:effectLst/>
                <a:uFillTx/>
                <a:latin typeface="Arial"/>
              </a:rPr>
              <a:t>Sixth Outline Level</a:t>
            </a:r>
            <a:endParaRPr lang="en-GB" sz="4200" b="0" u="none" strike="noStrike">
              <a:solidFill>
                <a:srgbClr val="FFFFFF"/>
              </a:solidFill>
              <a:effectLst/>
              <a:uFillTx/>
              <a:latin typeface="Arial"/>
            </a:endParaRPr>
          </a:p>
          <a:p>
            <a:pPr marL="3024000" lvl="6" indent="-216000">
              <a:lnSpc>
                <a:spcPct val="100000"/>
              </a:lnSpc>
              <a:spcBef>
                <a:spcPts val="283"/>
              </a:spcBef>
              <a:buClr>
                <a:srgbClr val="FFFFFF"/>
              </a:buClr>
              <a:buSzPct val="45000"/>
              <a:buFont typeface="Wingdings" charset="2"/>
              <a:buChar char=""/>
            </a:pPr>
            <a:r>
              <a:rPr lang="en-GB" sz="4200" b="0" u="none" strike="noStrike">
                <a:solidFill>
                  <a:srgbClr val="000000"/>
                </a:solidFill>
                <a:effectLst/>
                <a:uFillTx/>
                <a:latin typeface="Arial"/>
              </a:rPr>
              <a:t>Seventh Outline Level</a:t>
            </a:r>
            <a:endParaRPr lang="en-GB" sz="4200" b="0" u="none" strike="noStrike">
              <a:solidFill>
                <a:srgbClr val="FFFFFF"/>
              </a:solidFill>
              <a:effectLst/>
              <a:uFillTx/>
              <a:latin typeface="Arial"/>
            </a:endParaRPr>
          </a:p>
        </p:txBody>
      </p:sp>
      <p:sp>
        <p:nvSpPr>
          <p:cNvPr id="4" name="Google Shape;222;p25"/>
          <p:cNvSpPr/>
          <p:nvPr/>
        </p:nvSpPr>
        <p:spPr>
          <a:xfrm>
            <a:off x="660600" y="4866840"/>
            <a:ext cx="1705680" cy="8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tabLst>
                <a:tab pos="0" algn="l"/>
              </a:tabLst>
            </a:pPr>
            <a:r>
              <a:rPr lang="en" sz="600" b="0" u="none" strike="noStrike">
                <a:solidFill>
                  <a:schemeClr val="lt1"/>
                </a:solidFill>
                <a:effectLst/>
                <a:uFillTx/>
                <a:latin typeface="Arial"/>
                <a:ea typeface="Arial"/>
              </a:rPr>
              <a:t>© 2026 Snowflake Inc. All Rights Reserved</a:t>
            </a:r>
            <a:endParaRPr lang="en-GB" sz="600" b="0" u="none" strike="noStrike">
              <a:solidFill>
                <a:srgbClr val="FFFFFF"/>
              </a:solidFill>
              <a:effectLst/>
              <a:uFillTx/>
              <a:latin typeface="Arial"/>
            </a:endParaRPr>
          </a:p>
        </p:txBody>
      </p:sp>
      <p:sp>
        <p:nvSpPr>
          <p:cNvPr id="5" name="Google Shape;223;p25"/>
          <p:cNvSpPr/>
          <p:nvPr/>
        </p:nvSpPr>
        <p:spPr>
          <a:xfrm>
            <a:off x="457200" y="4846320"/>
            <a:ext cx="132480" cy="125640"/>
          </a:xfrm>
          <a:custGeom>
            <a:avLst/>
            <a:gdLst>
              <a:gd name="textAreaLeft" fmla="*/ 0 w 132480"/>
              <a:gd name="textAreaRight" fmla="*/ 135360 w 132480"/>
              <a:gd name="textAreaTop" fmla="*/ 0 h 125640"/>
              <a:gd name="textAreaBottom" fmla="*/ 128520 h 125640"/>
            </a:gdLst>
            <a:ahLst/>
            <a:cxnLst/>
            <a:rect l="textAreaLeft" t="textAreaTop" r="textAreaRight" b="textAreaBottom"/>
            <a:pathLst>
              <a:path w="5409981" h="514350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6" name="PlaceHolder 2"/>
          <p:cNvSpPr>
            <a:spLocks noGrp="1"/>
          </p:cNvSpPr>
          <p:nvPr>
            <p:ph type="sldNum" idx="1"/>
          </p:nvPr>
        </p:nvSpPr>
        <p:spPr>
          <a:xfrm>
            <a:off x="8229600" y="4864680"/>
            <a:ext cx="470880" cy="91800"/>
          </a:xfrm>
          <a:prstGeom prst="rect">
            <a:avLst/>
          </a:prstGeom>
          <a:noFill/>
          <a:ln w="0">
            <a:noFill/>
          </a:ln>
        </p:spPr>
        <p:txBody>
          <a:bodyPr lIns="0" tIns="0" rIns="0" bIns="0" anchor="b">
            <a:spAutoFit/>
          </a:bodyPr>
          <a:lstStyle>
            <a:lvl1pPr indent="0" algn="r">
              <a:lnSpc>
                <a:spcPct val="100000"/>
              </a:lnSpc>
              <a:buNone/>
              <a:tabLst>
                <a:tab pos="0" algn="l"/>
              </a:tabLst>
              <a:defRPr lang="en" sz="600" b="0" u="none" strike="noStrike">
                <a:solidFill>
                  <a:srgbClr val="FFFFFF"/>
                </a:solidFill>
                <a:effectLst/>
                <a:uFillTx/>
                <a:latin typeface="Arial"/>
                <a:ea typeface="Arial"/>
              </a:defRPr>
            </a:lvl1pPr>
          </a:lstStyle>
          <a:p>
            <a:pPr indent="0" algn="r">
              <a:lnSpc>
                <a:spcPct val="100000"/>
              </a:lnSpc>
              <a:buNone/>
              <a:tabLst>
                <a:tab pos="0" algn="l"/>
              </a:tabLst>
            </a:pPr>
            <a:fld id="{BE763172-5771-42D4-9AD3-4C4BF136D133}" type="slidenum">
              <a:rPr lang="en" sz="600" b="0" u="none" strike="noStrike">
                <a:solidFill>
                  <a:srgbClr val="FFFFFF"/>
                </a:solidFill>
                <a:effectLst/>
                <a:uFillTx/>
                <a:latin typeface="Arial"/>
                <a:ea typeface="Arial"/>
              </a:rPr>
              <a:t>‹#›</a:t>
            </a:fld>
            <a:endParaRPr lang="en-GB" sz="600" b="0" u="none" strike="noStrike">
              <a:solidFill>
                <a:srgbClr val="FFFFFF"/>
              </a:solidFill>
              <a:effectLst/>
              <a:uFillTx/>
              <a:latin typeface="Times New Roman"/>
            </a:endParaRPr>
          </a:p>
        </p:txBody>
      </p:sp>
      <p:grpSp>
        <p:nvGrpSpPr>
          <p:cNvPr id="7" name="Google Shape;225;p25"/>
          <p:cNvGrpSpPr/>
          <p:nvPr/>
        </p:nvGrpSpPr>
        <p:grpSpPr>
          <a:xfrm>
            <a:off x="457200" y="474120"/>
            <a:ext cx="1174680" cy="855000"/>
            <a:chOff x="457200" y="474120"/>
            <a:chExt cx="1174680" cy="855000"/>
          </a:xfrm>
        </p:grpSpPr>
        <p:sp>
          <p:nvSpPr>
            <p:cNvPr id="8" name="Google Shape;226;p25"/>
            <p:cNvSpPr/>
            <p:nvPr/>
          </p:nvSpPr>
          <p:spPr>
            <a:xfrm>
              <a:off x="457200" y="474120"/>
              <a:ext cx="541440" cy="855000"/>
            </a:xfrm>
            <a:custGeom>
              <a:avLst/>
              <a:gdLst>
                <a:gd name="textAreaLeft" fmla="*/ 0 w 541440"/>
                <a:gd name="textAreaRight" fmla="*/ 544320 w 541440"/>
                <a:gd name="textAreaTop" fmla="*/ 0 h 855000"/>
                <a:gd name="textAreaBottom" fmla="*/ 857880 h 855000"/>
              </a:gdLst>
              <a:ahLst/>
              <a:cxnLst/>
              <a:rect l="textAreaLeft" t="textAreaTop" r="textAreaRight" b="textAreaBottom"/>
              <a:pathLst>
                <a:path w="3654375" h="5757569">
                  <a:moveTo>
                    <a:pt x="3448790" y="0"/>
                  </a:moveTo>
                  <a:lnTo>
                    <a:pt x="3458290" y="1432474"/>
                  </a:lnTo>
                  <a:cubicBezTo>
                    <a:pt x="2772941" y="1684660"/>
                    <a:pt x="2415542" y="1991333"/>
                    <a:pt x="2248907" y="2449965"/>
                  </a:cubicBezTo>
                  <a:cubicBezTo>
                    <a:pt x="3226484" y="2526039"/>
                    <a:pt x="3654376" y="3276319"/>
                    <a:pt x="3654376" y="4068726"/>
                  </a:cubicBezTo>
                  <a:cubicBezTo>
                    <a:pt x="3654376" y="5007004"/>
                    <a:pt x="2925326" y="5757569"/>
                    <a:pt x="1987935" y="5757569"/>
                  </a:cubicBezTo>
                  <a:cubicBezTo>
                    <a:pt x="1050544" y="5757569"/>
                    <a:pt x="14541" y="5150119"/>
                    <a:pt x="196" y="3782402"/>
                  </a:cubicBezTo>
                  <a:cubicBezTo>
                    <a:pt x="-30015" y="843186"/>
                    <a:pt x="3448790" y="0"/>
                    <a:pt x="3448790" y="0"/>
                  </a:cubicBezTo>
                  <a:close/>
                </a:path>
              </a:pathLst>
            </a:custGeom>
            <a:solidFill>
              <a:schemeClr val="accent1"/>
            </a:solidFill>
            <a:ln w="0">
              <a:noFill/>
            </a:ln>
          </p:spPr>
          <p:style>
            <a:lnRef idx="0">
              <a:scrgbClr r="0" g="0" b="0"/>
            </a:lnRef>
            <a:fillRef idx="0">
              <a:scrgbClr r="0" g="0" b="0"/>
            </a:fillRef>
            <a:effectRef idx="0">
              <a:scrgbClr r="0" g="0" b="0"/>
            </a:effectRef>
            <a:fontRef idx="minor"/>
          </p:style>
          <p:txBody>
            <a:bodyPr lIns="68400" tIns="34200" rIns="68400" bIns="342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9" name="Google Shape;227;p25"/>
            <p:cNvSpPr/>
            <p:nvPr/>
          </p:nvSpPr>
          <p:spPr>
            <a:xfrm>
              <a:off x="1090440" y="474120"/>
              <a:ext cx="541440" cy="855000"/>
            </a:xfrm>
            <a:custGeom>
              <a:avLst/>
              <a:gdLst>
                <a:gd name="textAreaLeft" fmla="*/ 0 w 541440"/>
                <a:gd name="textAreaRight" fmla="*/ 544320 w 541440"/>
                <a:gd name="textAreaTop" fmla="*/ 0 h 855000"/>
                <a:gd name="textAreaBottom" fmla="*/ 857880 h 855000"/>
              </a:gdLst>
              <a:ahLst/>
              <a:cxnLst/>
              <a:rect l="textAreaLeft" t="textAreaTop" r="textAreaRight" b="textAreaBottom"/>
              <a:pathLst>
                <a:path w="3654375" h="5757569">
                  <a:moveTo>
                    <a:pt x="3448790" y="0"/>
                  </a:moveTo>
                  <a:lnTo>
                    <a:pt x="3458290" y="1432474"/>
                  </a:lnTo>
                  <a:cubicBezTo>
                    <a:pt x="2772941" y="1684660"/>
                    <a:pt x="2415542" y="1991333"/>
                    <a:pt x="2248907" y="2449965"/>
                  </a:cubicBezTo>
                  <a:cubicBezTo>
                    <a:pt x="3226484" y="2526039"/>
                    <a:pt x="3654376" y="3276319"/>
                    <a:pt x="3654376" y="4068726"/>
                  </a:cubicBezTo>
                  <a:cubicBezTo>
                    <a:pt x="3654376" y="5007004"/>
                    <a:pt x="2925326" y="5757569"/>
                    <a:pt x="1987935" y="5757569"/>
                  </a:cubicBezTo>
                  <a:cubicBezTo>
                    <a:pt x="1050544" y="5757569"/>
                    <a:pt x="14541" y="5150119"/>
                    <a:pt x="196" y="3782402"/>
                  </a:cubicBezTo>
                  <a:cubicBezTo>
                    <a:pt x="-30015" y="843186"/>
                    <a:pt x="3448790" y="0"/>
                    <a:pt x="3448790" y="0"/>
                  </a:cubicBezTo>
                  <a:close/>
                </a:path>
              </a:pathLst>
            </a:custGeom>
            <a:solidFill>
              <a:schemeClr val="accent1"/>
            </a:solidFill>
            <a:ln w="0">
              <a:noFill/>
            </a:ln>
          </p:spPr>
          <p:style>
            <a:lnRef idx="0">
              <a:scrgbClr r="0" g="0" b="0"/>
            </a:lnRef>
            <a:fillRef idx="0">
              <a:scrgbClr r="0" g="0" b="0"/>
            </a:fillRef>
            <a:effectRef idx="0">
              <a:scrgbClr r="0" g="0" b="0"/>
            </a:effectRef>
            <a:fontRef idx="minor"/>
          </p:style>
          <p:txBody>
            <a:bodyPr lIns="68400" tIns="34200" rIns="68400" bIns="342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grpSp>
      <p:sp>
        <p:nvSpPr>
          <p:cNvPr id="10" name="PlaceHolder 3"/>
          <p:cNvSpPr>
            <a:spLocks noGrp="1"/>
          </p:cNvSpPr>
          <p:nvPr>
            <p:ph type="title"/>
          </p:nvPr>
        </p:nvSpPr>
        <p:spPr>
          <a:xfrm>
            <a:off x="457200" y="205200"/>
            <a:ext cx="8226720" cy="856080"/>
          </a:xfrm>
          <a:prstGeom prst="rect">
            <a:avLst/>
          </a:prstGeom>
          <a:noFill/>
          <a:ln w="0">
            <a:noFill/>
          </a:ln>
        </p:spPr>
        <p:txBody>
          <a:bodyPr lIns="0" tIns="0" rIns="0" bIns="0" anchor="ctr">
            <a:noAutofit/>
          </a:bodyPr>
          <a:lstStyle/>
          <a:p>
            <a:pPr indent="0">
              <a:lnSpc>
                <a:spcPct val="100000"/>
              </a:lnSpc>
              <a:buNone/>
              <a:tabLst>
                <a:tab pos="0" algn="l"/>
              </a:tabLst>
            </a:pPr>
            <a:r>
              <a:rPr lang="en-GB" sz="1400" b="0" u="none" strike="noStrike">
                <a:solidFill>
                  <a:srgbClr val="000000"/>
                </a:solidFill>
                <a:effectLst/>
                <a:uFillTx/>
                <a:latin typeface="Arial"/>
              </a:rPr>
              <a:t>Click to edit the title text format</a:t>
            </a:r>
            <a:endParaRPr lang="en-GB" sz="1400" b="0" u="none" strike="noStrike">
              <a:solidFill>
                <a:srgbClr val="FFFFFF"/>
              </a:solidFill>
              <a:effectLst/>
              <a:uFillTx/>
              <a:latin typeface="Arial"/>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Quote - Violet_1_1_1_3">
    <p:bg>
      <p:bgPr>
        <a:solidFill>
          <a:schemeClr val="lt1"/>
        </a:solidFill>
        <a:effectLst/>
      </p:bgPr>
    </p:bg>
    <p:spTree>
      <p:nvGrpSpPr>
        <p:cNvPr id="1" name=""/>
        <p:cNvGrpSpPr/>
        <p:nvPr/>
      </p:nvGrpSpPr>
      <p:grpSpPr>
        <a:xfrm>
          <a:off x="0" y="0"/>
          <a:ext cx="0" cy="0"/>
          <a:chOff x="0" y="0"/>
          <a:chExt cx="0" cy="0"/>
        </a:xfrm>
      </p:grpSpPr>
      <p:sp>
        <p:nvSpPr>
          <p:cNvPr id="11" name="Google Shape;9;p1"/>
          <p:cNvSpPr/>
          <p:nvPr/>
        </p:nvSpPr>
        <p:spPr>
          <a:xfrm>
            <a:off x="3837240" y="-655560"/>
            <a:ext cx="5303880" cy="16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a:lnSpc>
                <a:spcPct val="100000"/>
              </a:lnSpc>
              <a:tabLst>
                <a:tab pos="0" algn="l"/>
              </a:tabLst>
            </a:pPr>
            <a:r>
              <a:rPr lang="en" sz="800" b="0" u="none" strike="noStrike">
                <a:solidFill>
                  <a:srgbClr val="C8C8C8"/>
                </a:solidFill>
                <a:effectLst/>
                <a:uFillTx/>
                <a:latin typeface="Arial"/>
                <a:ea typeface="Arial"/>
              </a:rPr>
              <a:t>SNOWFLAKE GSLIDES THEME 2026.01</a:t>
            </a:r>
            <a:endParaRPr lang="en-GB" sz="800" b="0" u="none" strike="noStrike">
              <a:solidFill>
                <a:srgbClr val="000000"/>
              </a:solidFill>
              <a:effectLst/>
              <a:uFillTx/>
              <a:latin typeface="Arial"/>
            </a:endParaRPr>
          </a:p>
        </p:txBody>
      </p:sp>
      <p:sp>
        <p:nvSpPr>
          <p:cNvPr id="12" name="PlaceHolder 1"/>
          <p:cNvSpPr>
            <a:spLocks noGrp="1"/>
          </p:cNvSpPr>
          <p:nvPr>
            <p:ph type="body"/>
          </p:nvPr>
        </p:nvSpPr>
        <p:spPr>
          <a:xfrm>
            <a:off x="365760" y="1332000"/>
            <a:ext cx="7481520" cy="2594160"/>
          </a:xfrm>
          <a:prstGeom prst="rect">
            <a:avLst/>
          </a:prstGeom>
          <a:noFill/>
          <a:ln w="0">
            <a:noFill/>
          </a:ln>
        </p:spPr>
        <p:txBody>
          <a:bodyPr lIns="91440" tIns="45720" rIns="91440" bIns="45720" anchor="ctr">
            <a:normAutofit fontScale="55000" lnSpcReduction="19999"/>
          </a:bodyPr>
          <a:lstStyle/>
          <a:p>
            <a:pPr marL="432000" indent="-324000">
              <a:lnSpc>
                <a:spcPct val="100000"/>
              </a:lnSpc>
              <a:spcBef>
                <a:spcPts val="1417"/>
              </a:spcBef>
              <a:buClr>
                <a:srgbClr val="000000"/>
              </a:buClr>
              <a:buSzPct val="45000"/>
              <a:buFont typeface="Wingdings" charset="2"/>
              <a:buChar char=""/>
            </a:pPr>
            <a:r>
              <a:rPr lang="en-GB" sz="42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42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42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42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42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42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4200" b="0" u="none" strike="noStrike">
                <a:solidFill>
                  <a:srgbClr val="000000"/>
                </a:solidFill>
                <a:effectLst/>
                <a:uFillTx/>
                <a:latin typeface="Arial"/>
              </a:rPr>
              <a:t>Seventh Outline Level</a:t>
            </a:r>
          </a:p>
        </p:txBody>
      </p:sp>
      <p:grpSp>
        <p:nvGrpSpPr>
          <p:cNvPr id="13" name="Google Shape;231;p26"/>
          <p:cNvGrpSpPr/>
          <p:nvPr/>
        </p:nvGrpSpPr>
        <p:grpSpPr>
          <a:xfrm>
            <a:off x="457200" y="474120"/>
            <a:ext cx="1174680" cy="855000"/>
            <a:chOff x="457200" y="474120"/>
            <a:chExt cx="1174680" cy="855000"/>
          </a:xfrm>
        </p:grpSpPr>
        <p:sp>
          <p:nvSpPr>
            <p:cNvPr id="14" name="Google Shape;232;p26"/>
            <p:cNvSpPr/>
            <p:nvPr/>
          </p:nvSpPr>
          <p:spPr>
            <a:xfrm>
              <a:off x="457200" y="474120"/>
              <a:ext cx="541440" cy="855000"/>
            </a:xfrm>
            <a:custGeom>
              <a:avLst/>
              <a:gdLst>
                <a:gd name="textAreaLeft" fmla="*/ 0 w 541440"/>
                <a:gd name="textAreaRight" fmla="*/ 544320 w 541440"/>
                <a:gd name="textAreaTop" fmla="*/ 0 h 855000"/>
                <a:gd name="textAreaBottom" fmla="*/ 857880 h 855000"/>
              </a:gdLst>
              <a:ahLst/>
              <a:cxnLst/>
              <a:rect l="textAreaLeft" t="textAreaTop" r="textAreaRight" b="textAreaBottom"/>
              <a:pathLst>
                <a:path w="3654375" h="5757569">
                  <a:moveTo>
                    <a:pt x="3448790" y="0"/>
                  </a:moveTo>
                  <a:lnTo>
                    <a:pt x="3458290" y="1432474"/>
                  </a:lnTo>
                  <a:cubicBezTo>
                    <a:pt x="2772941" y="1684660"/>
                    <a:pt x="2415542" y="1991333"/>
                    <a:pt x="2248907" y="2449965"/>
                  </a:cubicBezTo>
                  <a:cubicBezTo>
                    <a:pt x="3226484" y="2526039"/>
                    <a:pt x="3654376" y="3276319"/>
                    <a:pt x="3654376" y="4068726"/>
                  </a:cubicBezTo>
                  <a:cubicBezTo>
                    <a:pt x="3654376" y="5007004"/>
                    <a:pt x="2925326" y="5757569"/>
                    <a:pt x="1987935" y="5757569"/>
                  </a:cubicBezTo>
                  <a:cubicBezTo>
                    <a:pt x="1050544" y="5757569"/>
                    <a:pt x="14541" y="5150119"/>
                    <a:pt x="196" y="3782402"/>
                  </a:cubicBezTo>
                  <a:cubicBezTo>
                    <a:pt x="-30015" y="843186"/>
                    <a:pt x="3448790" y="0"/>
                    <a:pt x="3448790" y="0"/>
                  </a:cubicBezTo>
                  <a:close/>
                </a:path>
              </a:pathLst>
            </a:custGeom>
            <a:solidFill>
              <a:schemeClr val="accent1"/>
            </a:solidFill>
            <a:ln w="0">
              <a:noFill/>
            </a:ln>
          </p:spPr>
          <p:style>
            <a:lnRef idx="0">
              <a:scrgbClr r="0" g="0" b="0"/>
            </a:lnRef>
            <a:fillRef idx="0">
              <a:scrgbClr r="0" g="0" b="0"/>
            </a:fillRef>
            <a:effectRef idx="0">
              <a:scrgbClr r="0" g="0" b="0"/>
            </a:effectRef>
            <a:fontRef idx="minor"/>
          </p:style>
          <p:txBody>
            <a:bodyPr lIns="68400" tIns="34200" rIns="68400" bIns="342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15" name="Google Shape;233;p26"/>
            <p:cNvSpPr/>
            <p:nvPr/>
          </p:nvSpPr>
          <p:spPr>
            <a:xfrm>
              <a:off x="1090440" y="474120"/>
              <a:ext cx="541440" cy="855000"/>
            </a:xfrm>
            <a:custGeom>
              <a:avLst/>
              <a:gdLst>
                <a:gd name="textAreaLeft" fmla="*/ 0 w 541440"/>
                <a:gd name="textAreaRight" fmla="*/ 544320 w 541440"/>
                <a:gd name="textAreaTop" fmla="*/ 0 h 855000"/>
                <a:gd name="textAreaBottom" fmla="*/ 857880 h 855000"/>
              </a:gdLst>
              <a:ahLst/>
              <a:cxnLst/>
              <a:rect l="textAreaLeft" t="textAreaTop" r="textAreaRight" b="textAreaBottom"/>
              <a:pathLst>
                <a:path w="3654375" h="5757569">
                  <a:moveTo>
                    <a:pt x="3448790" y="0"/>
                  </a:moveTo>
                  <a:lnTo>
                    <a:pt x="3458290" y="1432474"/>
                  </a:lnTo>
                  <a:cubicBezTo>
                    <a:pt x="2772941" y="1684660"/>
                    <a:pt x="2415542" y="1991333"/>
                    <a:pt x="2248907" y="2449965"/>
                  </a:cubicBezTo>
                  <a:cubicBezTo>
                    <a:pt x="3226484" y="2526039"/>
                    <a:pt x="3654376" y="3276319"/>
                    <a:pt x="3654376" y="4068726"/>
                  </a:cubicBezTo>
                  <a:cubicBezTo>
                    <a:pt x="3654376" y="5007004"/>
                    <a:pt x="2925326" y="5757569"/>
                    <a:pt x="1987935" y="5757569"/>
                  </a:cubicBezTo>
                  <a:cubicBezTo>
                    <a:pt x="1050544" y="5757569"/>
                    <a:pt x="14541" y="5150119"/>
                    <a:pt x="196" y="3782402"/>
                  </a:cubicBezTo>
                  <a:cubicBezTo>
                    <a:pt x="-30015" y="843186"/>
                    <a:pt x="3448790" y="0"/>
                    <a:pt x="3448790" y="0"/>
                  </a:cubicBezTo>
                  <a:close/>
                </a:path>
              </a:pathLst>
            </a:custGeom>
            <a:solidFill>
              <a:schemeClr val="accent1"/>
            </a:solidFill>
            <a:ln w="0">
              <a:noFill/>
            </a:ln>
          </p:spPr>
          <p:style>
            <a:lnRef idx="0">
              <a:scrgbClr r="0" g="0" b="0"/>
            </a:lnRef>
            <a:fillRef idx="0">
              <a:scrgbClr r="0" g="0" b="0"/>
            </a:fillRef>
            <a:effectRef idx="0">
              <a:scrgbClr r="0" g="0" b="0"/>
            </a:effectRef>
            <a:fontRef idx="minor"/>
          </p:style>
          <p:txBody>
            <a:bodyPr lIns="68400" tIns="34200" rIns="68400" bIns="342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grpSp>
      <p:sp>
        <p:nvSpPr>
          <p:cNvPr id="16" name="PlaceHolder 2"/>
          <p:cNvSpPr>
            <a:spLocks noGrp="1"/>
          </p:cNvSpPr>
          <p:nvPr>
            <p:ph type="sldNum" idx="2"/>
          </p:nvPr>
        </p:nvSpPr>
        <p:spPr>
          <a:xfrm>
            <a:off x="8229600" y="4864680"/>
            <a:ext cx="470880" cy="91800"/>
          </a:xfrm>
          <a:prstGeom prst="rect">
            <a:avLst/>
          </a:prstGeom>
          <a:noFill/>
          <a:ln w="0">
            <a:noFill/>
          </a:ln>
        </p:spPr>
        <p:txBody>
          <a:bodyPr lIns="0" tIns="0" rIns="0" bIns="0" anchor="b">
            <a:spAutoFit/>
          </a:bodyPr>
          <a:lstStyle>
            <a:lvl1pPr indent="0" algn="r">
              <a:lnSpc>
                <a:spcPct val="100000"/>
              </a:lnSpc>
              <a:buNone/>
              <a:tabLst>
                <a:tab pos="0" algn="l"/>
              </a:tabLst>
              <a:defRPr lang="en" sz="600" b="0" u="none" strike="noStrike">
                <a:solidFill>
                  <a:srgbClr val="929292"/>
                </a:solidFill>
                <a:effectLst/>
                <a:uFillTx/>
                <a:latin typeface="Arial"/>
                <a:ea typeface="Arial"/>
              </a:defRPr>
            </a:lvl1pPr>
          </a:lstStyle>
          <a:p>
            <a:pPr indent="0" algn="r">
              <a:lnSpc>
                <a:spcPct val="100000"/>
              </a:lnSpc>
              <a:buNone/>
              <a:tabLst>
                <a:tab pos="0" algn="l"/>
              </a:tabLst>
            </a:pPr>
            <a:fld id="{23F25555-0D3B-4118-B6D1-18B49F2181B0}" type="slidenum">
              <a:rPr lang="en" sz="600" b="0" u="none" strike="noStrike">
                <a:solidFill>
                  <a:srgbClr val="929292"/>
                </a:solidFill>
                <a:effectLst/>
                <a:uFillTx/>
                <a:latin typeface="Arial"/>
                <a:ea typeface="Arial"/>
              </a:rPr>
              <a:t>‹#›</a:t>
            </a:fld>
            <a:endParaRPr lang="en-GB" sz="600" b="0" u="none" strike="noStrike">
              <a:solidFill>
                <a:srgbClr val="000000"/>
              </a:solidFill>
              <a:effectLst/>
              <a:uFillTx/>
              <a:latin typeface="Times New Roman"/>
            </a:endParaRPr>
          </a:p>
        </p:txBody>
      </p:sp>
      <p:sp>
        <p:nvSpPr>
          <p:cNvPr id="17" name="Google Shape;236;p26"/>
          <p:cNvSpPr/>
          <p:nvPr/>
        </p:nvSpPr>
        <p:spPr>
          <a:xfrm>
            <a:off x="457200" y="4846320"/>
            <a:ext cx="132480" cy="125640"/>
          </a:xfrm>
          <a:custGeom>
            <a:avLst/>
            <a:gdLst>
              <a:gd name="textAreaLeft" fmla="*/ 0 w 132480"/>
              <a:gd name="textAreaRight" fmla="*/ 135360 w 132480"/>
              <a:gd name="textAreaTop" fmla="*/ 0 h 125640"/>
              <a:gd name="textAreaBottom" fmla="*/ 128520 h 125640"/>
            </a:gdLst>
            <a:ahLst/>
            <a:cxnLst/>
            <a:rect l="textAreaLeft" t="textAreaTop" r="textAreaRight" b="textAreaBottom"/>
            <a:pathLst>
              <a:path w="5409981" h="514350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18" name="Google Shape;237;p26"/>
          <p:cNvSpPr/>
          <p:nvPr/>
        </p:nvSpPr>
        <p:spPr>
          <a:xfrm>
            <a:off x="660600" y="4866840"/>
            <a:ext cx="1678320" cy="8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tabLst>
                <a:tab pos="0" algn="l"/>
              </a:tabLst>
            </a:pPr>
            <a:r>
              <a:rPr lang="en" sz="600" b="0" u="none" strike="noStrike">
                <a:solidFill>
                  <a:srgbClr val="929292"/>
                </a:solidFill>
                <a:effectLst/>
                <a:uFillTx/>
                <a:latin typeface="Arial"/>
                <a:ea typeface="Arial"/>
              </a:rPr>
              <a:t>© 2026 Snowflake Inc. All Rights Reserved</a:t>
            </a:r>
            <a:endParaRPr lang="en-GB" sz="600" b="0" u="none" strike="noStrike">
              <a:solidFill>
                <a:srgbClr val="000000"/>
              </a:solidFill>
              <a:effectLst/>
              <a:uFillTx/>
              <a:latin typeface="Arial"/>
            </a:endParaRPr>
          </a:p>
        </p:txBody>
      </p:sp>
      <p:sp>
        <p:nvSpPr>
          <p:cNvPr id="19" name="PlaceHolder 3"/>
          <p:cNvSpPr>
            <a:spLocks noGrp="1"/>
          </p:cNvSpPr>
          <p:nvPr>
            <p:ph type="title"/>
          </p:nvPr>
        </p:nvSpPr>
        <p:spPr>
          <a:xfrm>
            <a:off x="457200" y="205200"/>
            <a:ext cx="8226720" cy="856080"/>
          </a:xfrm>
          <a:prstGeom prst="rect">
            <a:avLst/>
          </a:prstGeom>
          <a:noFill/>
          <a:ln w="0">
            <a:noFill/>
          </a:ln>
        </p:spPr>
        <p:txBody>
          <a:bodyPr lIns="0" tIns="0" rIns="0" bIns="0" anchor="ctr">
            <a:noAutofit/>
          </a:bodyPr>
          <a:lstStyle/>
          <a:p>
            <a:pPr indent="0">
              <a:lnSpc>
                <a:spcPct val="100000"/>
              </a:lnSpc>
              <a:buNone/>
              <a:tabLst>
                <a:tab pos="0" algn="l"/>
              </a:tabLst>
            </a:pPr>
            <a:r>
              <a:rPr lang="en-GB" sz="1400" b="0" u="none" strike="noStrike">
                <a:solidFill>
                  <a:srgbClr val="000000"/>
                </a:solidFill>
                <a:effectLst/>
                <a:uFillTx/>
                <a:latin typeface="Arial"/>
              </a:rPr>
              <a:t>Click to edit the title text format</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Quote - Violet_1_1_1_2">
    <p:bg>
      <p:bgPr>
        <a:solidFill>
          <a:schemeClr val="dk2"/>
        </a:solidFill>
        <a:effectLst/>
      </p:bgPr>
    </p:bg>
    <p:spTree>
      <p:nvGrpSpPr>
        <p:cNvPr id="1" name=""/>
        <p:cNvGrpSpPr/>
        <p:nvPr/>
      </p:nvGrpSpPr>
      <p:grpSpPr>
        <a:xfrm>
          <a:off x="0" y="0"/>
          <a:ext cx="0" cy="0"/>
          <a:chOff x="0" y="0"/>
          <a:chExt cx="0" cy="0"/>
        </a:xfrm>
      </p:grpSpPr>
      <p:sp>
        <p:nvSpPr>
          <p:cNvPr id="20" name="Google Shape;9;p1"/>
          <p:cNvSpPr/>
          <p:nvPr/>
        </p:nvSpPr>
        <p:spPr>
          <a:xfrm>
            <a:off x="3837240" y="-655560"/>
            <a:ext cx="5303880" cy="16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a:lnSpc>
                <a:spcPct val="100000"/>
              </a:lnSpc>
              <a:tabLst>
                <a:tab pos="0" algn="l"/>
              </a:tabLst>
            </a:pPr>
            <a:r>
              <a:rPr lang="en" sz="800" b="0" u="none" strike="noStrike">
                <a:solidFill>
                  <a:srgbClr val="C8C8C8"/>
                </a:solidFill>
                <a:effectLst/>
                <a:uFillTx/>
                <a:latin typeface="Arial"/>
                <a:ea typeface="Arial"/>
              </a:rPr>
              <a:t>SNOWFLAKE GSLIDES THEME 2026.01</a:t>
            </a:r>
            <a:endParaRPr lang="en-GB" sz="800" b="0" u="none" strike="noStrike">
              <a:solidFill>
                <a:srgbClr val="FFFFFF"/>
              </a:solidFill>
              <a:effectLst/>
              <a:uFillTx/>
              <a:latin typeface="Arial"/>
            </a:endParaRPr>
          </a:p>
        </p:txBody>
      </p:sp>
      <p:sp>
        <p:nvSpPr>
          <p:cNvPr id="21" name="PlaceHolder 1"/>
          <p:cNvSpPr>
            <a:spLocks noGrp="1"/>
          </p:cNvSpPr>
          <p:nvPr>
            <p:ph type="body"/>
          </p:nvPr>
        </p:nvSpPr>
        <p:spPr>
          <a:xfrm>
            <a:off x="365760" y="1332000"/>
            <a:ext cx="6073560" cy="2594160"/>
          </a:xfrm>
          <a:prstGeom prst="rect">
            <a:avLst/>
          </a:prstGeom>
          <a:noFill/>
          <a:ln w="0">
            <a:noFill/>
          </a:ln>
        </p:spPr>
        <p:txBody>
          <a:bodyPr lIns="91440" tIns="45720" rIns="91440" bIns="45720" anchor="ctr">
            <a:normAutofit fontScale="55000" lnSpcReduction="19999"/>
          </a:bodyPr>
          <a:lstStyle/>
          <a:p>
            <a:pPr marL="432000" indent="-324000">
              <a:lnSpc>
                <a:spcPct val="100000"/>
              </a:lnSpc>
              <a:spcBef>
                <a:spcPts val="1417"/>
              </a:spcBef>
              <a:buClr>
                <a:srgbClr val="FFFFFF"/>
              </a:buClr>
              <a:buSzPct val="45000"/>
              <a:buFont typeface="Wingdings" charset="2"/>
              <a:buChar char=""/>
            </a:pPr>
            <a:r>
              <a:rPr lang="en-GB" sz="4200" b="0" u="none" strike="noStrike">
                <a:solidFill>
                  <a:srgbClr val="000000"/>
                </a:solidFill>
                <a:effectLst/>
                <a:uFillTx/>
                <a:latin typeface="Arial"/>
              </a:rPr>
              <a:t>Click to edit the outline text format</a:t>
            </a:r>
            <a:endParaRPr lang="en-GB" sz="4200" b="0" u="none" strike="noStrike">
              <a:solidFill>
                <a:srgbClr val="FFFFFF"/>
              </a:solidFill>
              <a:effectLst/>
              <a:uFillTx/>
              <a:latin typeface="Arial"/>
            </a:endParaRPr>
          </a:p>
          <a:p>
            <a:pPr marL="864000" lvl="1" indent="-324000">
              <a:lnSpc>
                <a:spcPct val="100000"/>
              </a:lnSpc>
              <a:spcBef>
                <a:spcPts val="1134"/>
              </a:spcBef>
              <a:buClr>
                <a:srgbClr val="FFFFFF"/>
              </a:buClr>
              <a:buSzPct val="75000"/>
              <a:buFont typeface="Symbol" charset="2"/>
              <a:buChar char=""/>
            </a:pPr>
            <a:r>
              <a:rPr lang="en-GB" sz="4200" b="0" u="none" strike="noStrike">
                <a:solidFill>
                  <a:srgbClr val="000000"/>
                </a:solidFill>
                <a:effectLst/>
                <a:uFillTx/>
                <a:latin typeface="Arial"/>
              </a:rPr>
              <a:t>Second Outline Level</a:t>
            </a:r>
            <a:endParaRPr lang="en-GB" sz="4200" b="0" u="none" strike="noStrike">
              <a:solidFill>
                <a:srgbClr val="FFFFFF"/>
              </a:solidFill>
              <a:effectLst/>
              <a:uFillTx/>
              <a:latin typeface="Arial"/>
            </a:endParaRPr>
          </a:p>
          <a:p>
            <a:pPr marL="1296000" lvl="2" indent="-288000">
              <a:lnSpc>
                <a:spcPct val="100000"/>
              </a:lnSpc>
              <a:spcBef>
                <a:spcPts val="850"/>
              </a:spcBef>
              <a:buClr>
                <a:srgbClr val="FFFFFF"/>
              </a:buClr>
              <a:buSzPct val="45000"/>
              <a:buFont typeface="Wingdings" charset="2"/>
              <a:buChar char=""/>
            </a:pPr>
            <a:r>
              <a:rPr lang="en-GB" sz="4200" b="0" u="none" strike="noStrike">
                <a:solidFill>
                  <a:srgbClr val="000000"/>
                </a:solidFill>
                <a:effectLst/>
                <a:uFillTx/>
                <a:latin typeface="Arial"/>
              </a:rPr>
              <a:t>Third Outline Level</a:t>
            </a:r>
            <a:endParaRPr lang="en-GB" sz="4200" b="0" u="none" strike="noStrike">
              <a:solidFill>
                <a:srgbClr val="FFFFFF"/>
              </a:solidFill>
              <a:effectLst/>
              <a:uFillTx/>
              <a:latin typeface="Arial"/>
            </a:endParaRPr>
          </a:p>
          <a:p>
            <a:pPr marL="1728000" lvl="3" indent="-216000">
              <a:lnSpc>
                <a:spcPct val="100000"/>
              </a:lnSpc>
              <a:spcBef>
                <a:spcPts val="567"/>
              </a:spcBef>
              <a:buClr>
                <a:srgbClr val="FFFFFF"/>
              </a:buClr>
              <a:buSzPct val="75000"/>
              <a:buFont typeface="Symbol" charset="2"/>
              <a:buChar char=""/>
            </a:pPr>
            <a:r>
              <a:rPr lang="en-GB" sz="4200" b="0" u="none" strike="noStrike">
                <a:solidFill>
                  <a:srgbClr val="000000"/>
                </a:solidFill>
                <a:effectLst/>
                <a:uFillTx/>
                <a:latin typeface="Arial"/>
              </a:rPr>
              <a:t>Fourth Outline Level</a:t>
            </a:r>
            <a:endParaRPr lang="en-GB" sz="4200" b="0" u="none" strike="noStrike">
              <a:solidFill>
                <a:srgbClr val="FFFFFF"/>
              </a:solidFill>
              <a:effectLst/>
              <a:uFillTx/>
              <a:latin typeface="Arial"/>
            </a:endParaRPr>
          </a:p>
          <a:p>
            <a:pPr marL="2160000" lvl="4" indent="-216000">
              <a:lnSpc>
                <a:spcPct val="100000"/>
              </a:lnSpc>
              <a:spcBef>
                <a:spcPts val="283"/>
              </a:spcBef>
              <a:buClr>
                <a:srgbClr val="FFFFFF"/>
              </a:buClr>
              <a:buSzPct val="45000"/>
              <a:buFont typeface="Wingdings" charset="2"/>
              <a:buChar char=""/>
            </a:pPr>
            <a:r>
              <a:rPr lang="en-GB" sz="4200" b="0" u="none" strike="noStrike">
                <a:solidFill>
                  <a:srgbClr val="000000"/>
                </a:solidFill>
                <a:effectLst/>
                <a:uFillTx/>
                <a:latin typeface="Arial"/>
              </a:rPr>
              <a:t>Fifth Outline Level</a:t>
            </a:r>
            <a:endParaRPr lang="en-GB" sz="4200" b="0" u="none" strike="noStrike">
              <a:solidFill>
                <a:srgbClr val="FFFFFF"/>
              </a:solidFill>
              <a:effectLst/>
              <a:uFillTx/>
              <a:latin typeface="Arial"/>
            </a:endParaRPr>
          </a:p>
          <a:p>
            <a:pPr marL="2592000" lvl="5" indent="-216000">
              <a:lnSpc>
                <a:spcPct val="100000"/>
              </a:lnSpc>
              <a:spcBef>
                <a:spcPts val="283"/>
              </a:spcBef>
              <a:buClr>
                <a:srgbClr val="FFFFFF"/>
              </a:buClr>
              <a:buSzPct val="45000"/>
              <a:buFont typeface="Wingdings" charset="2"/>
              <a:buChar char=""/>
            </a:pPr>
            <a:r>
              <a:rPr lang="en-GB" sz="4200" b="0" u="none" strike="noStrike">
                <a:solidFill>
                  <a:srgbClr val="000000"/>
                </a:solidFill>
                <a:effectLst/>
                <a:uFillTx/>
                <a:latin typeface="Arial"/>
              </a:rPr>
              <a:t>Sixth Outline Level</a:t>
            </a:r>
            <a:endParaRPr lang="en-GB" sz="4200" b="0" u="none" strike="noStrike">
              <a:solidFill>
                <a:srgbClr val="FFFFFF"/>
              </a:solidFill>
              <a:effectLst/>
              <a:uFillTx/>
              <a:latin typeface="Arial"/>
            </a:endParaRPr>
          </a:p>
          <a:p>
            <a:pPr marL="3024000" lvl="6" indent="-216000">
              <a:lnSpc>
                <a:spcPct val="100000"/>
              </a:lnSpc>
              <a:spcBef>
                <a:spcPts val="283"/>
              </a:spcBef>
              <a:buClr>
                <a:srgbClr val="FFFFFF"/>
              </a:buClr>
              <a:buSzPct val="45000"/>
              <a:buFont typeface="Wingdings" charset="2"/>
              <a:buChar char=""/>
            </a:pPr>
            <a:r>
              <a:rPr lang="en-GB" sz="4200" b="0" u="none" strike="noStrike">
                <a:solidFill>
                  <a:srgbClr val="000000"/>
                </a:solidFill>
                <a:effectLst/>
                <a:uFillTx/>
                <a:latin typeface="Arial"/>
              </a:rPr>
              <a:t>Seventh Outline Level</a:t>
            </a:r>
            <a:endParaRPr lang="en-GB" sz="4200" b="0" u="none" strike="noStrike">
              <a:solidFill>
                <a:srgbClr val="FFFFFF"/>
              </a:solidFill>
              <a:effectLst/>
              <a:uFillTx/>
              <a:latin typeface="Arial"/>
            </a:endParaRPr>
          </a:p>
        </p:txBody>
      </p:sp>
      <p:sp>
        <p:nvSpPr>
          <p:cNvPr id="22" name="Google Shape;240;p27"/>
          <p:cNvSpPr/>
          <p:nvPr/>
        </p:nvSpPr>
        <p:spPr>
          <a:xfrm>
            <a:off x="660600" y="4866840"/>
            <a:ext cx="1705680" cy="8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tabLst>
                <a:tab pos="0" algn="l"/>
              </a:tabLst>
            </a:pPr>
            <a:r>
              <a:rPr lang="en" sz="600" b="0" u="none" strike="noStrike">
                <a:solidFill>
                  <a:schemeClr val="lt1"/>
                </a:solidFill>
                <a:effectLst/>
                <a:uFillTx/>
                <a:latin typeface="Arial"/>
                <a:ea typeface="Arial"/>
              </a:rPr>
              <a:t>© 2026 Snowflake Inc. All Rights Reserved</a:t>
            </a:r>
            <a:endParaRPr lang="en-GB" sz="600" b="0" u="none" strike="noStrike">
              <a:solidFill>
                <a:srgbClr val="FFFFFF"/>
              </a:solidFill>
              <a:effectLst/>
              <a:uFillTx/>
              <a:latin typeface="Arial"/>
            </a:endParaRPr>
          </a:p>
        </p:txBody>
      </p:sp>
      <p:sp>
        <p:nvSpPr>
          <p:cNvPr id="23" name="Google Shape;241;p27"/>
          <p:cNvSpPr/>
          <p:nvPr/>
        </p:nvSpPr>
        <p:spPr>
          <a:xfrm>
            <a:off x="457200" y="4846320"/>
            <a:ext cx="132480" cy="125640"/>
          </a:xfrm>
          <a:custGeom>
            <a:avLst/>
            <a:gdLst>
              <a:gd name="textAreaLeft" fmla="*/ 0 w 132480"/>
              <a:gd name="textAreaRight" fmla="*/ 135360 w 132480"/>
              <a:gd name="textAreaTop" fmla="*/ 0 h 125640"/>
              <a:gd name="textAreaBottom" fmla="*/ 128520 h 125640"/>
            </a:gdLst>
            <a:ahLst/>
            <a:cxnLst/>
            <a:rect l="textAreaLeft" t="textAreaTop" r="textAreaRight" b="textAreaBottom"/>
            <a:pathLst>
              <a:path w="5409981" h="514350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24" name="PlaceHolder 2"/>
          <p:cNvSpPr>
            <a:spLocks noGrp="1"/>
          </p:cNvSpPr>
          <p:nvPr>
            <p:ph type="sldNum" idx="3"/>
          </p:nvPr>
        </p:nvSpPr>
        <p:spPr>
          <a:xfrm>
            <a:off x="8229600" y="4864680"/>
            <a:ext cx="470880" cy="91800"/>
          </a:xfrm>
          <a:prstGeom prst="rect">
            <a:avLst/>
          </a:prstGeom>
          <a:noFill/>
          <a:ln w="0">
            <a:noFill/>
          </a:ln>
        </p:spPr>
        <p:txBody>
          <a:bodyPr lIns="0" tIns="0" rIns="0" bIns="0" anchor="b">
            <a:spAutoFit/>
          </a:bodyPr>
          <a:lstStyle>
            <a:lvl1pPr indent="0" algn="r">
              <a:lnSpc>
                <a:spcPct val="100000"/>
              </a:lnSpc>
              <a:buNone/>
              <a:tabLst>
                <a:tab pos="0" algn="l"/>
              </a:tabLst>
              <a:defRPr lang="en" sz="600" b="0" u="none" strike="noStrike">
                <a:solidFill>
                  <a:srgbClr val="FFFFFF"/>
                </a:solidFill>
                <a:effectLst/>
                <a:uFillTx/>
                <a:latin typeface="Arial"/>
                <a:ea typeface="Arial"/>
              </a:defRPr>
            </a:lvl1pPr>
          </a:lstStyle>
          <a:p>
            <a:pPr indent="0" algn="r">
              <a:lnSpc>
                <a:spcPct val="100000"/>
              </a:lnSpc>
              <a:buNone/>
              <a:tabLst>
                <a:tab pos="0" algn="l"/>
              </a:tabLst>
            </a:pPr>
            <a:fld id="{5F075116-C274-497A-AF51-628C61180B0D}" type="slidenum">
              <a:rPr lang="en" sz="600" b="0" u="none" strike="noStrike">
                <a:solidFill>
                  <a:srgbClr val="FFFFFF"/>
                </a:solidFill>
                <a:effectLst/>
                <a:uFillTx/>
                <a:latin typeface="Arial"/>
                <a:ea typeface="Arial"/>
              </a:rPr>
              <a:t>‹#›</a:t>
            </a:fld>
            <a:endParaRPr lang="en-GB" sz="600" b="0" u="none" strike="noStrike">
              <a:solidFill>
                <a:srgbClr val="FFFFFF"/>
              </a:solidFill>
              <a:effectLst/>
              <a:uFillTx/>
              <a:latin typeface="Times New Roman"/>
            </a:endParaRPr>
          </a:p>
        </p:txBody>
      </p:sp>
      <p:grpSp>
        <p:nvGrpSpPr>
          <p:cNvPr id="25" name="Google Shape;243;p27"/>
          <p:cNvGrpSpPr/>
          <p:nvPr/>
        </p:nvGrpSpPr>
        <p:grpSpPr>
          <a:xfrm>
            <a:off x="457200" y="474120"/>
            <a:ext cx="1174680" cy="855000"/>
            <a:chOff x="457200" y="474120"/>
            <a:chExt cx="1174680" cy="855000"/>
          </a:xfrm>
        </p:grpSpPr>
        <p:sp>
          <p:nvSpPr>
            <p:cNvPr id="26" name="Google Shape;244;p27"/>
            <p:cNvSpPr/>
            <p:nvPr/>
          </p:nvSpPr>
          <p:spPr>
            <a:xfrm>
              <a:off x="457200" y="474120"/>
              <a:ext cx="541440" cy="855000"/>
            </a:xfrm>
            <a:custGeom>
              <a:avLst/>
              <a:gdLst>
                <a:gd name="textAreaLeft" fmla="*/ 0 w 541440"/>
                <a:gd name="textAreaRight" fmla="*/ 544320 w 541440"/>
                <a:gd name="textAreaTop" fmla="*/ 0 h 855000"/>
                <a:gd name="textAreaBottom" fmla="*/ 857880 h 855000"/>
              </a:gdLst>
              <a:ahLst/>
              <a:cxnLst/>
              <a:rect l="textAreaLeft" t="textAreaTop" r="textAreaRight" b="textAreaBottom"/>
              <a:pathLst>
                <a:path w="3654375" h="5757569">
                  <a:moveTo>
                    <a:pt x="3448790" y="0"/>
                  </a:moveTo>
                  <a:lnTo>
                    <a:pt x="3458290" y="1432474"/>
                  </a:lnTo>
                  <a:cubicBezTo>
                    <a:pt x="2772941" y="1684660"/>
                    <a:pt x="2415542" y="1991333"/>
                    <a:pt x="2248907" y="2449965"/>
                  </a:cubicBezTo>
                  <a:cubicBezTo>
                    <a:pt x="3226484" y="2526039"/>
                    <a:pt x="3654376" y="3276319"/>
                    <a:pt x="3654376" y="4068726"/>
                  </a:cubicBezTo>
                  <a:cubicBezTo>
                    <a:pt x="3654376" y="5007004"/>
                    <a:pt x="2925326" y="5757569"/>
                    <a:pt x="1987935" y="5757569"/>
                  </a:cubicBezTo>
                  <a:cubicBezTo>
                    <a:pt x="1050544" y="5757569"/>
                    <a:pt x="14541" y="5150119"/>
                    <a:pt x="196" y="3782402"/>
                  </a:cubicBezTo>
                  <a:cubicBezTo>
                    <a:pt x="-30015" y="843186"/>
                    <a:pt x="3448790" y="0"/>
                    <a:pt x="3448790" y="0"/>
                  </a:cubicBezTo>
                  <a:close/>
                </a:path>
              </a:pathLst>
            </a:custGeom>
            <a:solidFill>
              <a:schemeClr val="accent1"/>
            </a:solidFill>
            <a:ln w="0">
              <a:noFill/>
            </a:ln>
          </p:spPr>
          <p:style>
            <a:lnRef idx="0">
              <a:scrgbClr r="0" g="0" b="0"/>
            </a:lnRef>
            <a:fillRef idx="0">
              <a:scrgbClr r="0" g="0" b="0"/>
            </a:fillRef>
            <a:effectRef idx="0">
              <a:scrgbClr r="0" g="0" b="0"/>
            </a:effectRef>
            <a:fontRef idx="minor"/>
          </p:style>
          <p:txBody>
            <a:bodyPr lIns="68400" tIns="34200" rIns="68400" bIns="342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27" name="Google Shape;245;p27"/>
            <p:cNvSpPr/>
            <p:nvPr/>
          </p:nvSpPr>
          <p:spPr>
            <a:xfrm>
              <a:off x="1090440" y="474120"/>
              <a:ext cx="541440" cy="855000"/>
            </a:xfrm>
            <a:custGeom>
              <a:avLst/>
              <a:gdLst>
                <a:gd name="textAreaLeft" fmla="*/ 0 w 541440"/>
                <a:gd name="textAreaRight" fmla="*/ 544320 w 541440"/>
                <a:gd name="textAreaTop" fmla="*/ 0 h 855000"/>
                <a:gd name="textAreaBottom" fmla="*/ 857880 h 855000"/>
              </a:gdLst>
              <a:ahLst/>
              <a:cxnLst/>
              <a:rect l="textAreaLeft" t="textAreaTop" r="textAreaRight" b="textAreaBottom"/>
              <a:pathLst>
                <a:path w="3654375" h="5757569">
                  <a:moveTo>
                    <a:pt x="3448790" y="0"/>
                  </a:moveTo>
                  <a:lnTo>
                    <a:pt x="3458290" y="1432474"/>
                  </a:lnTo>
                  <a:cubicBezTo>
                    <a:pt x="2772941" y="1684660"/>
                    <a:pt x="2415542" y="1991333"/>
                    <a:pt x="2248907" y="2449965"/>
                  </a:cubicBezTo>
                  <a:cubicBezTo>
                    <a:pt x="3226484" y="2526039"/>
                    <a:pt x="3654376" y="3276319"/>
                    <a:pt x="3654376" y="4068726"/>
                  </a:cubicBezTo>
                  <a:cubicBezTo>
                    <a:pt x="3654376" y="5007004"/>
                    <a:pt x="2925326" y="5757569"/>
                    <a:pt x="1987935" y="5757569"/>
                  </a:cubicBezTo>
                  <a:cubicBezTo>
                    <a:pt x="1050544" y="5757569"/>
                    <a:pt x="14541" y="5150119"/>
                    <a:pt x="196" y="3782402"/>
                  </a:cubicBezTo>
                  <a:cubicBezTo>
                    <a:pt x="-30015" y="843186"/>
                    <a:pt x="3448790" y="0"/>
                    <a:pt x="3448790" y="0"/>
                  </a:cubicBezTo>
                  <a:close/>
                </a:path>
              </a:pathLst>
            </a:custGeom>
            <a:solidFill>
              <a:schemeClr val="accent1"/>
            </a:solidFill>
            <a:ln w="0">
              <a:noFill/>
            </a:ln>
          </p:spPr>
          <p:style>
            <a:lnRef idx="0">
              <a:scrgbClr r="0" g="0" b="0"/>
            </a:lnRef>
            <a:fillRef idx="0">
              <a:scrgbClr r="0" g="0" b="0"/>
            </a:fillRef>
            <a:effectRef idx="0">
              <a:scrgbClr r="0" g="0" b="0"/>
            </a:effectRef>
            <a:fontRef idx="minor"/>
          </p:style>
          <p:txBody>
            <a:bodyPr lIns="68400" tIns="34200" rIns="68400" bIns="342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grpSp>
      <p:sp>
        <p:nvSpPr>
          <p:cNvPr id="28" name="PlaceHolder 3"/>
          <p:cNvSpPr>
            <a:spLocks noGrp="1"/>
          </p:cNvSpPr>
          <p:nvPr>
            <p:ph type="title"/>
          </p:nvPr>
        </p:nvSpPr>
        <p:spPr>
          <a:xfrm>
            <a:off x="457200" y="205200"/>
            <a:ext cx="8226720" cy="856080"/>
          </a:xfrm>
          <a:prstGeom prst="rect">
            <a:avLst/>
          </a:prstGeom>
          <a:noFill/>
          <a:ln w="0">
            <a:noFill/>
          </a:ln>
        </p:spPr>
        <p:txBody>
          <a:bodyPr lIns="0" tIns="0" rIns="0" bIns="0" anchor="ctr">
            <a:noAutofit/>
          </a:bodyPr>
          <a:lstStyle/>
          <a:p>
            <a:pPr indent="0">
              <a:lnSpc>
                <a:spcPct val="100000"/>
              </a:lnSpc>
              <a:buNone/>
              <a:tabLst>
                <a:tab pos="0" algn="l"/>
              </a:tabLst>
            </a:pPr>
            <a:r>
              <a:rPr lang="en-GB" sz="1400" b="0" u="none" strike="noStrike">
                <a:solidFill>
                  <a:srgbClr val="000000"/>
                </a:solidFill>
                <a:effectLst/>
                <a:uFillTx/>
                <a:latin typeface="Arial"/>
              </a:rPr>
              <a:t>Click to edit the title text format</a:t>
            </a:r>
            <a:endParaRPr lang="en-GB" sz="1400" b="0" u="none" strike="noStrike">
              <a:solidFill>
                <a:srgbClr val="FFFFFF"/>
              </a:solidFill>
              <a:effectLst/>
              <a:uFillTx/>
              <a:latin typeface="Arial"/>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eam">
  <p:cSld name="Team">
    <p:spTree>
      <p:nvGrpSpPr>
        <p:cNvPr id="1" name="Shape 247"/>
        <p:cNvGrpSpPr/>
        <p:nvPr/>
      </p:nvGrpSpPr>
      <p:grpSpPr>
        <a:xfrm>
          <a:off x="0" y="0"/>
          <a:ext cx="0" cy="0"/>
          <a:chOff x="0" y="0"/>
          <a:chExt cx="0" cy="0"/>
        </a:xfrm>
      </p:grpSpPr>
      <p:sp>
        <p:nvSpPr>
          <p:cNvPr id="248" name="Google Shape;248;p28"/>
          <p:cNvSpPr/>
          <p:nvPr/>
        </p:nvSpPr>
        <p:spPr>
          <a:xfrm>
            <a:off x="0" y="1120200"/>
            <a:ext cx="9144000" cy="4023300"/>
          </a:xfrm>
          <a:prstGeom prst="rect">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 name="Google Shape;249;p28"/>
          <p:cNvSpPr txBox="1">
            <a:spLocks noGrp="1"/>
          </p:cNvSpPr>
          <p:nvPr>
            <p:ph type="title"/>
          </p:nvPr>
        </p:nvSpPr>
        <p:spPr>
          <a:xfrm>
            <a:off x="366550" y="274323"/>
            <a:ext cx="8348400" cy="366000"/>
          </a:xfrm>
          <a:prstGeom prst="rect">
            <a:avLst/>
          </a:prstGeom>
        </p:spPr>
        <p:txBody>
          <a:bodyPr spcFirstLastPara="1" wrap="square" lIns="91425" tIns="91425" rIns="91425" bIns="91425" anchor="t" anchorCtr="0">
            <a:spAutoFit/>
          </a:bodyPr>
          <a:lstStyle>
            <a:lvl1pPr lvl="0" rtl="0">
              <a:spcBef>
                <a:spcPts val="0"/>
              </a:spcBef>
              <a:spcAft>
                <a:spcPts val="0"/>
              </a:spcAft>
              <a:buSzPts val="2600"/>
              <a:buNone/>
              <a:defRPr/>
            </a:lvl1pPr>
            <a:lvl2pPr lvl="1" rtl="0">
              <a:spcBef>
                <a:spcPts val="1000"/>
              </a:spcBef>
              <a:spcAft>
                <a:spcPts val="0"/>
              </a:spcAft>
              <a:buSzPts val="1400"/>
              <a:buFont typeface="Arial"/>
              <a:buNone/>
              <a:defRPr>
                <a:latin typeface="Arial"/>
                <a:ea typeface="Arial"/>
                <a:cs typeface="Arial"/>
                <a:sym typeface="Arial"/>
              </a:defRPr>
            </a:lvl2pPr>
            <a:lvl3pPr lvl="2" rtl="0">
              <a:spcBef>
                <a:spcPts val="1000"/>
              </a:spcBef>
              <a:spcAft>
                <a:spcPts val="0"/>
              </a:spcAft>
              <a:buSzPts val="1400"/>
              <a:buFont typeface="Arial"/>
              <a:buNone/>
              <a:defRPr>
                <a:latin typeface="Arial"/>
                <a:ea typeface="Arial"/>
                <a:cs typeface="Arial"/>
                <a:sym typeface="Arial"/>
              </a:defRPr>
            </a:lvl3pPr>
            <a:lvl4pPr lvl="3" rtl="0">
              <a:spcBef>
                <a:spcPts val="1000"/>
              </a:spcBef>
              <a:spcAft>
                <a:spcPts val="0"/>
              </a:spcAft>
              <a:buSzPts val="1400"/>
              <a:buFont typeface="Arial"/>
              <a:buNone/>
              <a:defRPr>
                <a:latin typeface="Arial"/>
                <a:ea typeface="Arial"/>
                <a:cs typeface="Arial"/>
                <a:sym typeface="Arial"/>
              </a:defRPr>
            </a:lvl4pPr>
            <a:lvl5pPr lvl="4" rtl="0">
              <a:spcBef>
                <a:spcPts val="1000"/>
              </a:spcBef>
              <a:spcAft>
                <a:spcPts val="0"/>
              </a:spcAft>
              <a:buSzPts val="1400"/>
              <a:buFont typeface="Arial"/>
              <a:buNone/>
              <a:defRPr>
                <a:latin typeface="Arial"/>
                <a:ea typeface="Arial"/>
                <a:cs typeface="Arial"/>
                <a:sym typeface="Arial"/>
              </a:defRPr>
            </a:lvl5pPr>
            <a:lvl6pPr lvl="5" rtl="0">
              <a:spcBef>
                <a:spcPts val="1000"/>
              </a:spcBef>
              <a:spcAft>
                <a:spcPts val="0"/>
              </a:spcAft>
              <a:buSzPts val="1400"/>
              <a:buFont typeface="Arial"/>
              <a:buNone/>
              <a:defRPr>
                <a:latin typeface="Arial"/>
                <a:ea typeface="Arial"/>
                <a:cs typeface="Arial"/>
                <a:sym typeface="Arial"/>
              </a:defRPr>
            </a:lvl6pPr>
            <a:lvl7pPr lvl="6" rtl="0">
              <a:spcBef>
                <a:spcPts val="1000"/>
              </a:spcBef>
              <a:spcAft>
                <a:spcPts val="0"/>
              </a:spcAft>
              <a:buSzPts val="1400"/>
              <a:buFont typeface="Arial"/>
              <a:buNone/>
              <a:defRPr>
                <a:latin typeface="Arial"/>
                <a:ea typeface="Arial"/>
                <a:cs typeface="Arial"/>
                <a:sym typeface="Arial"/>
              </a:defRPr>
            </a:lvl7pPr>
            <a:lvl8pPr lvl="7" rtl="0">
              <a:spcBef>
                <a:spcPts val="1000"/>
              </a:spcBef>
              <a:spcAft>
                <a:spcPts val="0"/>
              </a:spcAft>
              <a:buSzPts val="1400"/>
              <a:buFont typeface="Arial"/>
              <a:buNone/>
              <a:defRPr>
                <a:latin typeface="Arial"/>
                <a:ea typeface="Arial"/>
                <a:cs typeface="Arial"/>
                <a:sym typeface="Arial"/>
              </a:defRPr>
            </a:lvl8pPr>
            <a:lvl9pPr lvl="8" rtl="0">
              <a:spcBef>
                <a:spcPts val="1000"/>
              </a:spcBef>
              <a:spcAft>
                <a:spcPts val="1000"/>
              </a:spcAft>
              <a:buSzPts val="1400"/>
              <a:buFont typeface="Arial"/>
              <a:buNone/>
              <a:defRPr>
                <a:latin typeface="Arial"/>
                <a:ea typeface="Arial"/>
                <a:cs typeface="Arial"/>
                <a:sym typeface="Arial"/>
              </a:defRPr>
            </a:lvl9pPr>
          </a:lstStyle>
          <a:p>
            <a:endParaRPr/>
          </a:p>
        </p:txBody>
      </p:sp>
      <p:sp>
        <p:nvSpPr>
          <p:cNvPr id="250" name="Google Shape;250;p28"/>
          <p:cNvSpPr/>
          <p:nvPr/>
        </p:nvSpPr>
        <p:spPr>
          <a:xfrm>
            <a:off x="660652" y="4866916"/>
            <a:ext cx="17085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a:solidFill>
                  <a:schemeClr val="lt1"/>
                </a:solidFill>
                <a:latin typeface="Arial"/>
                <a:ea typeface="Arial"/>
                <a:cs typeface="Arial"/>
                <a:sym typeface="Arial"/>
              </a:rPr>
              <a:t>© </a:t>
            </a:r>
            <a:r>
              <a:rPr lang="en" sz="600">
                <a:solidFill>
                  <a:schemeClr val="lt1"/>
                </a:solidFill>
              </a:rPr>
              <a:t>2026</a:t>
            </a:r>
            <a:r>
              <a:rPr lang="en" sz="600" b="0" i="0">
                <a:solidFill>
                  <a:schemeClr val="lt1"/>
                </a:solidFill>
                <a:latin typeface="Arial"/>
                <a:ea typeface="Arial"/>
                <a:cs typeface="Arial"/>
                <a:sym typeface="Arial"/>
              </a:rPr>
              <a:t> Snowflake Inc. All Rights Reserved</a:t>
            </a:r>
            <a:endParaRPr sz="600">
              <a:solidFill>
                <a:schemeClr val="lt1"/>
              </a:solidFill>
              <a:latin typeface="Arial"/>
              <a:ea typeface="Arial"/>
              <a:cs typeface="Arial"/>
              <a:sym typeface="Arial"/>
            </a:endParaRPr>
          </a:p>
        </p:txBody>
      </p:sp>
      <p:sp>
        <p:nvSpPr>
          <p:cNvPr id="251" name="Google Shape;251;p28"/>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rgbClr val="FFFFFF"/>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252" name="Google Shape;252;p28"/>
          <p:cNvSpPr txBox="1">
            <a:spLocks noGrp="1"/>
          </p:cNvSpPr>
          <p:nvPr>
            <p:ph type="sldNum" idx="12"/>
          </p:nvPr>
        </p:nvSpPr>
        <p:spPr>
          <a:xfrm>
            <a:off x="8229600" y="4866905"/>
            <a:ext cx="473700" cy="92400"/>
          </a:xfrm>
          <a:prstGeom prst="rect">
            <a:avLst/>
          </a:prstGeom>
          <a:noFill/>
          <a:ln>
            <a:noFill/>
          </a:ln>
        </p:spPr>
        <p:txBody>
          <a:bodyPr spcFirstLastPara="1" wrap="square" lIns="0" tIns="0" rIns="0" bIns="0" anchor="b" anchorCtr="0">
            <a:spAutoFit/>
          </a:bodyPr>
          <a:lstStyle>
            <a:lvl1pPr marL="0" marR="0" lvl="0" indent="0" algn="r" rtl="0">
              <a:spcBef>
                <a:spcPts val="0"/>
              </a:spcBef>
              <a:buNone/>
              <a:defRPr sz="600" i="0">
                <a:solidFill>
                  <a:srgbClr val="FFFFFF"/>
                </a:solidFill>
              </a:defRPr>
            </a:lvl1pPr>
            <a:lvl2pPr marL="0" marR="0" lvl="1" indent="0" algn="r" rtl="0">
              <a:spcBef>
                <a:spcPts val="0"/>
              </a:spcBef>
              <a:buNone/>
              <a:defRPr sz="600" i="0">
                <a:solidFill>
                  <a:srgbClr val="FFFFFF"/>
                </a:solidFill>
              </a:defRPr>
            </a:lvl2pPr>
            <a:lvl3pPr marL="0" marR="0" lvl="2" indent="0" algn="r" rtl="0">
              <a:spcBef>
                <a:spcPts val="0"/>
              </a:spcBef>
              <a:buNone/>
              <a:defRPr sz="600" i="0">
                <a:solidFill>
                  <a:srgbClr val="FFFFFF"/>
                </a:solidFill>
              </a:defRPr>
            </a:lvl3pPr>
            <a:lvl4pPr marL="0" marR="0" lvl="3" indent="0" algn="r" rtl="0">
              <a:spcBef>
                <a:spcPts val="0"/>
              </a:spcBef>
              <a:buNone/>
              <a:defRPr sz="600" i="0">
                <a:solidFill>
                  <a:srgbClr val="FFFFFF"/>
                </a:solidFill>
              </a:defRPr>
            </a:lvl4pPr>
            <a:lvl5pPr marL="0" marR="0" lvl="4" indent="0" algn="r" rtl="0">
              <a:spcBef>
                <a:spcPts val="0"/>
              </a:spcBef>
              <a:buNone/>
              <a:defRPr sz="600" i="0">
                <a:solidFill>
                  <a:srgbClr val="FFFFFF"/>
                </a:solidFill>
              </a:defRPr>
            </a:lvl5pPr>
            <a:lvl6pPr marL="0" marR="0" lvl="5" indent="0" algn="r" rtl="0">
              <a:spcBef>
                <a:spcPts val="0"/>
              </a:spcBef>
              <a:buNone/>
              <a:defRPr sz="600" i="0">
                <a:solidFill>
                  <a:srgbClr val="FFFFFF"/>
                </a:solidFill>
              </a:defRPr>
            </a:lvl6pPr>
            <a:lvl7pPr marL="0" marR="0" lvl="6" indent="0" algn="r" rtl="0">
              <a:spcBef>
                <a:spcPts val="0"/>
              </a:spcBef>
              <a:buNone/>
              <a:defRPr sz="600" i="0">
                <a:solidFill>
                  <a:srgbClr val="FFFFFF"/>
                </a:solidFill>
              </a:defRPr>
            </a:lvl7pPr>
            <a:lvl8pPr marL="0" marR="0" lvl="7" indent="0" algn="r" rtl="0">
              <a:spcBef>
                <a:spcPts val="0"/>
              </a:spcBef>
              <a:buNone/>
              <a:defRPr sz="600" i="0">
                <a:solidFill>
                  <a:srgbClr val="FFFFFF"/>
                </a:solidFill>
              </a:defRPr>
            </a:lvl8pPr>
            <a:lvl9pPr marL="0" marR="0" lvl="8" indent="0" algn="r" rtl="0">
              <a:spcBef>
                <a:spcPts val="0"/>
              </a:spcBef>
              <a:buNone/>
              <a:defRPr sz="600" i="0">
                <a:solidFill>
                  <a:srgbClr val="FFFFFF"/>
                </a:solidFill>
              </a:defRPr>
            </a:lvl9pPr>
          </a:lstStyle>
          <a:p>
            <a:pPr marL="0" lvl="0" indent="0" algn="r" rtl="0">
              <a:spcBef>
                <a:spcPts val="0"/>
              </a:spcBef>
              <a:spcAft>
                <a:spcPts val="0"/>
              </a:spcAft>
              <a:buNone/>
            </a:pPr>
            <a:fld id="{00000000-1234-1234-1234-123412341234}" type="slidenum">
              <a:rPr lang="en"/>
              <a:t>‹#›</a:t>
            </a:fld>
            <a:endParaRPr/>
          </a:p>
        </p:txBody>
      </p:sp>
      <p:sp>
        <p:nvSpPr>
          <p:cNvPr id="253" name="Google Shape;253;p28"/>
          <p:cNvSpPr/>
          <p:nvPr/>
        </p:nvSpPr>
        <p:spPr>
          <a:xfrm>
            <a:off x="0" y="343500"/>
            <a:ext cx="137100" cy="3657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4173025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Data Cloud_1_1">
    <p:bg>
      <p:bgPr>
        <a:solidFill>
          <a:schemeClr val="accent1"/>
        </a:solidFill>
        <a:effectLst/>
      </p:bgPr>
    </p:bg>
    <p:spTree>
      <p:nvGrpSpPr>
        <p:cNvPr id="1" name=""/>
        <p:cNvGrpSpPr/>
        <p:nvPr/>
      </p:nvGrpSpPr>
      <p:grpSpPr>
        <a:xfrm>
          <a:off x="0" y="0"/>
          <a:ext cx="0" cy="0"/>
          <a:chOff x="0" y="0"/>
          <a:chExt cx="0" cy="0"/>
        </a:xfrm>
      </p:grpSpPr>
      <p:sp>
        <p:nvSpPr>
          <p:cNvPr id="29" name="Google Shape;9;p1"/>
          <p:cNvSpPr/>
          <p:nvPr/>
        </p:nvSpPr>
        <p:spPr>
          <a:xfrm>
            <a:off x="3837240" y="-655560"/>
            <a:ext cx="5303880" cy="16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a:lnSpc>
                <a:spcPct val="100000"/>
              </a:lnSpc>
              <a:tabLst>
                <a:tab pos="0" algn="l"/>
              </a:tabLst>
            </a:pPr>
            <a:r>
              <a:rPr lang="en" sz="800" b="0" u="none" strike="noStrike">
                <a:solidFill>
                  <a:srgbClr val="C8C8C8"/>
                </a:solidFill>
                <a:effectLst/>
                <a:uFillTx/>
                <a:latin typeface="Arial"/>
                <a:ea typeface="Arial"/>
              </a:rPr>
              <a:t>SNOWFLAKE GSLIDES THEME 2026.01</a:t>
            </a:r>
            <a:endParaRPr lang="en-GB" sz="800" b="0" u="none" strike="noStrike">
              <a:solidFill>
                <a:srgbClr val="000000"/>
              </a:solidFill>
              <a:effectLst/>
              <a:uFillTx/>
              <a:latin typeface="Arial"/>
            </a:endParaRPr>
          </a:p>
        </p:txBody>
      </p:sp>
      <p:grpSp>
        <p:nvGrpSpPr>
          <p:cNvPr id="30" name="Google Shape;137;p15"/>
          <p:cNvGrpSpPr/>
          <p:nvPr/>
        </p:nvGrpSpPr>
        <p:grpSpPr>
          <a:xfrm>
            <a:off x="0" y="3770280"/>
            <a:ext cx="9141120" cy="1368720"/>
            <a:chOff x="0" y="3770280"/>
            <a:chExt cx="9141120" cy="1368720"/>
          </a:xfrm>
        </p:grpSpPr>
        <p:pic>
          <p:nvPicPr>
            <p:cNvPr id="31" name="Google Shape;138;p15"/>
            <p:cNvPicPr/>
            <p:nvPr/>
          </p:nvPicPr>
          <p:blipFill>
            <a:blip r:embed="rId2"/>
            <a:stretch/>
          </p:blipFill>
          <p:spPr>
            <a:xfrm>
              <a:off x="0" y="3770280"/>
              <a:ext cx="3043440" cy="1368720"/>
            </a:xfrm>
            <a:prstGeom prst="rect">
              <a:avLst/>
            </a:prstGeom>
            <a:noFill/>
            <a:ln w="0">
              <a:noFill/>
            </a:ln>
          </p:spPr>
        </p:pic>
        <p:pic>
          <p:nvPicPr>
            <p:cNvPr id="32" name="Google Shape;139;p15"/>
            <p:cNvPicPr/>
            <p:nvPr/>
          </p:nvPicPr>
          <p:blipFill>
            <a:blip r:embed="rId3"/>
            <a:srcRect t="138" b="138"/>
            <a:stretch/>
          </p:blipFill>
          <p:spPr>
            <a:xfrm>
              <a:off x="3051000" y="3770280"/>
              <a:ext cx="3043440" cy="1368720"/>
            </a:xfrm>
            <a:prstGeom prst="rect">
              <a:avLst/>
            </a:prstGeom>
            <a:noFill/>
            <a:ln w="0">
              <a:noFill/>
            </a:ln>
          </p:spPr>
        </p:pic>
        <p:pic>
          <p:nvPicPr>
            <p:cNvPr id="33" name="Google Shape;140;p15"/>
            <p:cNvPicPr/>
            <p:nvPr/>
          </p:nvPicPr>
          <p:blipFill>
            <a:blip r:embed="rId4"/>
            <a:srcRect t="138" b="138"/>
            <a:stretch/>
          </p:blipFill>
          <p:spPr>
            <a:xfrm>
              <a:off x="6097680" y="3770280"/>
              <a:ext cx="3043440" cy="1368720"/>
            </a:xfrm>
            <a:prstGeom prst="rect">
              <a:avLst/>
            </a:prstGeom>
            <a:noFill/>
            <a:ln w="0">
              <a:noFill/>
            </a:ln>
          </p:spPr>
        </p:pic>
      </p:grpSp>
      <p:grpSp>
        <p:nvGrpSpPr>
          <p:cNvPr id="34" name="Google Shape;141;p15"/>
          <p:cNvGrpSpPr/>
          <p:nvPr/>
        </p:nvGrpSpPr>
        <p:grpSpPr>
          <a:xfrm>
            <a:off x="0" y="3770280"/>
            <a:ext cx="9141120" cy="1368720"/>
            <a:chOff x="0" y="3770280"/>
            <a:chExt cx="9141120" cy="1368720"/>
          </a:xfrm>
        </p:grpSpPr>
        <p:pic>
          <p:nvPicPr>
            <p:cNvPr id="35" name="Google Shape;142;p15"/>
            <p:cNvPicPr/>
            <p:nvPr/>
          </p:nvPicPr>
          <p:blipFill>
            <a:blip r:embed="rId2"/>
            <a:stretch/>
          </p:blipFill>
          <p:spPr>
            <a:xfrm>
              <a:off x="0" y="3770280"/>
              <a:ext cx="3043440" cy="1368720"/>
            </a:xfrm>
            <a:prstGeom prst="rect">
              <a:avLst/>
            </a:prstGeom>
            <a:noFill/>
            <a:ln w="0">
              <a:noFill/>
            </a:ln>
          </p:spPr>
        </p:pic>
        <p:pic>
          <p:nvPicPr>
            <p:cNvPr id="36" name="Google Shape;143;p15"/>
            <p:cNvPicPr/>
            <p:nvPr/>
          </p:nvPicPr>
          <p:blipFill>
            <a:blip r:embed="rId3"/>
            <a:srcRect t="138" b="138"/>
            <a:stretch/>
          </p:blipFill>
          <p:spPr>
            <a:xfrm>
              <a:off x="3051000" y="3770280"/>
              <a:ext cx="3043440" cy="1368720"/>
            </a:xfrm>
            <a:prstGeom prst="rect">
              <a:avLst/>
            </a:prstGeom>
            <a:noFill/>
            <a:ln w="0">
              <a:noFill/>
            </a:ln>
          </p:spPr>
        </p:pic>
        <p:pic>
          <p:nvPicPr>
            <p:cNvPr id="37" name="Google Shape;144;p15"/>
            <p:cNvPicPr/>
            <p:nvPr/>
          </p:nvPicPr>
          <p:blipFill>
            <a:blip r:embed="rId4"/>
            <a:srcRect t="138" b="138"/>
            <a:stretch/>
          </p:blipFill>
          <p:spPr>
            <a:xfrm>
              <a:off x="6097680" y="3770280"/>
              <a:ext cx="3043440" cy="1368720"/>
            </a:xfrm>
            <a:prstGeom prst="rect">
              <a:avLst/>
            </a:prstGeom>
            <a:noFill/>
            <a:ln w="0">
              <a:noFill/>
            </a:ln>
          </p:spPr>
        </p:pic>
      </p:grpSp>
      <p:sp>
        <p:nvSpPr>
          <p:cNvPr id="38" name="Google Shape;145;p15"/>
          <p:cNvSpPr/>
          <p:nvPr/>
        </p:nvSpPr>
        <p:spPr>
          <a:xfrm>
            <a:off x="456840" y="4898880"/>
            <a:ext cx="1632960" cy="8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tabLst>
                <a:tab pos="0" algn="l"/>
              </a:tabLst>
            </a:pPr>
            <a:r>
              <a:rPr lang="en" sz="600" b="0" u="none" strike="noStrike">
                <a:solidFill>
                  <a:schemeClr val="dk1"/>
                </a:solidFill>
                <a:effectLst/>
                <a:uFillTx/>
                <a:latin typeface="Arial"/>
                <a:ea typeface="Arial"/>
              </a:rPr>
              <a:t>© 2026 Snowflake Inc. All Rights Reserved</a:t>
            </a:r>
            <a:endParaRPr lang="en-GB" sz="600" b="0" u="none" strike="noStrike">
              <a:solidFill>
                <a:srgbClr val="000000"/>
              </a:solidFill>
              <a:effectLst/>
              <a:uFillTx/>
              <a:latin typeface="Arial"/>
            </a:endParaRPr>
          </a:p>
        </p:txBody>
      </p:sp>
      <p:sp>
        <p:nvSpPr>
          <p:cNvPr id="39" name="PlaceHolder 1"/>
          <p:cNvSpPr>
            <a:spLocks noGrp="1"/>
          </p:cNvSpPr>
          <p:nvPr>
            <p:ph type="title"/>
          </p:nvPr>
        </p:nvSpPr>
        <p:spPr>
          <a:xfrm>
            <a:off x="366480" y="3160440"/>
            <a:ext cx="5392080" cy="439560"/>
          </a:xfrm>
          <a:prstGeom prst="rect">
            <a:avLst/>
          </a:prstGeom>
          <a:noFill/>
          <a:ln w="0">
            <a:noFill/>
          </a:ln>
        </p:spPr>
        <p:txBody>
          <a:bodyPr lIns="91440" tIns="91440" rIns="91440" bIns="91440" anchor="t">
            <a:noAutofit/>
          </a:bodyPr>
          <a:lstStyle/>
          <a:p>
            <a:pPr indent="0">
              <a:lnSpc>
                <a:spcPct val="100000"/>
              </a:lnSpc>
              <a:buNone/>
              <a:tabLst>
                <a:tab pos="0" algn="l"/>
              </a:tabLst>
            </a:pPr>
            <a:r>
              <a:rPr lang="en-GB" sz="1800" b="0" u="none" strike="noStrike">
                <a:solidFill>
                  <a:srgbClr val="000000"/>
                </a:solidFill>
                <a:effectLst/>
                <a:uFillTx/>
                <a:latin typeface="Arial"/>
              </a:rPr>
              <a:t>Click to edit the title text format</a:t>
            </a:r>
          </a:p>
        </p:txBody>
      </p:sp>
      <p:sp>
        <p:nvSpPr>
          <p:cNvPr id="40" name="PlaceHolder 2"/>
          <p:cNvSpPr>
            <a:spLocks noGrp="1"/>
          </p:cNvSpPr>
          <p:nvPr>
            <p:ph type="title"/>
          </p:nvPr>
        </p:nvSpPr>
        <p:spPr>
          <a:xfrm>
            <a:off x="366480" y="4359600"/>
            <a:ext cx="4202640" cy="271440"/>
          </a:xfrm>
          <a:prstGeom prst="rect">
            <a:avLst/>
          </a:prstGeom>
          <a:noFill/>
          <a:ln w="0">
            <a:noFill/>
          </a:ln>
        </p:spPr>
        <p:txBody>
          <a:bodyPr lIns="91440" tIns="91440" rIns="91440" bIns="91440" anchor="b">
            <a:noAutofit/>
          </a:bodyPr>
          <a:lstStyle/>
          <a:p>
            <a:pPr indent="0">
              <a:lnSpc>
                <a:spcPct val="100000"/>
              </a:lnSpc>
              <a:buNone/>
              <a:tabLst>
                <a:tab pos="0" algn="l"/>
              </a:tabLst>
            </a:pPr>
            <a:r>
              <a:rPr lang="en-GB" sz="1400" b="0" u="none" strike="noStrike">
                <a:solidFill>
                  <a:srgbClr val="000000"/>
                </a:solidFill>
                <a:effectLst/>
                <a:uFillTx/>
                <a:latin typeface="Arial"/>
              </a:rPr>
              <a:t>Click to edit the title text format</a:t>
            </a:r>
          </a:p>
        </p:txBody>
      </p:sp>
      <p:sp>
        <p:nvSpPr>
          <p:cNvPr id="41" name="Google Shape;148;p15"/>
          <p:cNvSpPr/>
          <p:nvPr/>
        </p:nvSpPr>
        <p:spPr>
          <a:xfrm>
            <a:off x="457200" y="548640"/>
            <a:ext cx="1825920" cy="415080"/>
          </a:xfrm>
          <a:custGeom>
            <a:avLst/>
            <a:gdLst>
              <a:gd name="textAreaLeft" fmla="*/ 0 w 1825920"/>
              <a:gd name="textAreaRight" fmla="*/ 1828800 w 1825920"/>
              <a:gd name="textAreaTop" fmla="*/ 0 h 415080"/>
              <a:gd name="textAreaBottom" fmla="*/ 417960 h 415080"/>
            </a:gdLst>
            <a:ahLst/>
            <a:cxnLst/>
            <a:rect l="textAreaLeft" t="textAreaTop" r="textAreaRight" b="textAreaBottom"/>
            <a:pathLst>
              <a:path w="10771" h="2451">
                <a:moveTo>
                  <a:pt x="10625" y="726"/>
                </a:moveTo>
                <a:lnTo>
                  <a:pt x="10597" y="726"/>
                </a:lnTo>
                <a:lnTo>
                  <a:pt x="10597" y="761"/>
                </a:lnTo>
                <a:lnTo>
                  <a:pt x="10625" y="761"/>
                </a:lnTo>
                <a:cubicBezTo>
                  <a:pt x="10638" y="761"/>
                  <a:pt x="10646" y="756"/>
                  <a:pt x="10646" y="744"/>
                </a:cubicBezTo>
                <a:cubicBezTo>
                  <a:pt x="10646" y="731"/>
                  <a:pt x="10639" y="726"/>
                  <a:pt x="10625" y="726"/>
                </a:cubicBezTo>
                <a:close/>
                <a:moveTo>
                  <a:pt x="10562" y="693"/>
                </a:moveTo>
                <a:lnTo>
                  <a:pt x="10625" y="693"/>
                </a:lnTo>
                <a:cubicBezTo>
                  <a:pt x="10660" y="693"/>
                  <a:pt x="10683" y="712"/>
                  <a:pt x="10683" y="742"/>
                </a:cubicBezTo>
                <a:cubicBezTo>
                  <a:pt x="10683" y="760"/>
                  <a:pt x="10675" y="774"/>
                  <a:pt x="10660" y="783"/>
                </a:cubicBezTo>
                <a:lnTo>
                  <a:pt x="10685" y="820"/>
                </a:lnTo>
                <a:lnTo>
                  <a:pt x="10685" y="827"/>
                </a:lnTo>
                <a:lnTo>
                  <a:pt x="10648" y="827"/>
                </a:lnTo>
                <a:lnTo>
                  <a:pt x="10623" y="791"/>
                </a:lnTo>
                <a:lnTo>
                  <a:pt x="10595" y="791"/>
                </a:lnTo>
                <a:lnTo>
                  <a:pt x="10595" y="827"/>
                </a:lnTo>
                <a:lnTo>
                  <a:pt x="10560" y="827"/>
                </a:lnTo>
                <a:lnTo>
                  <a:pt x="10560" y="693"/>
                </a:lnTo>
                <a:lnTo>
                  <a:pt x="10562" y="693"/>
                </a:lnTo>
                <a:close/>
                <a:moveTo>
                  <a:pt x="10742" y="761"/>
                </a:moveTo>
                <a:cubicBezTo>
                  <a:pt x="10742" y="691"/>
                  <a:pt x="10694" y="636"/>
                  <a:pt x="10622" y="636"/>
                </a:cubicBezTo>
                <a:cubicBezTo>
                  <a:pt x="10551" y="636"/>
                  <a:pt x="10504" y="687"/>
                  <a:pt x="10504" y="761"/>
                </a:cubicBezTo>
                <a:cubicBezTo>
                  <a:pt x="10504" y="832"/>
                  <a:pt x="10551" y="887"/>
                  <a:pt x="10622" y="887"/>
                </a:cubicBezTo>
                <a:cubicBezTo>
                  <a:pt x="10694" y="888"/>
                  <a:pt x="10742" y="834"/>
                  <a:pt x="10742" y="761"/>
                </a:cubicBezTo>
                <a:close/>
                <a:moveTo>
                  <a:pt x="10770" y="761"/>
                </a:moveTo>
                <a:cubicBezTo>
                  <a:pt x="10770" y="846"/>
                  <a:pt x="10713" y="915"/>
                  <a:pt x="10620" y="915"/>
                </a:cubicBezTo>
                <a:cubicBezTo>
                  <a:pt x="10527" y="915"/>
                  <a:pt x="10472" y="844"/>
                  <a:pt x="10472" y="761"/>
                </a:cubicBezTo>
                <a:cubicBezTo>
                  <a:pt x="10472" y="677"/>
                  <a:pt x="10527" y="608"/>
                  <a:pt x="10620" y="608"/>
                </a:cubicBezTo>
                <a:cubicBezTo>
                  <a:pt x="10715" y="608"/>
                  <a:pt x="10770" y="679"/>
                  <a:pt x="10770" y="761"/>
                </a:cubicBezTo>
                <a:close/>
                <a:moveTo>
                  <a:pt x="2384" y="1061"/>
                </a:moveTo>
                <a:lnTo>
                  <a:pt x="2095" y="1228"/>
                </a:lnTo>
                <a:lnTo>
                  <a:pt x="2384" y="1395"/>
                </a:lnTo>
                <a:cubicBezTo>
                  <a:pt x="2457" y="1437"/>
                  <a:pt x="2483" y="1530"/>
                  <a:pt x="2441" y="1603"/>
                </a:cubicBezTo>
                <a:cubicBezTo>
                  <a:pt x="2398" y="1675"/>
                  <a:pt x="2305" y="1700"/>
                  <a:pt x="2233" y="1659"/>
                </a:cubicBezTo>
                <a:lnTo>
                  <a:pt x="1717" y="1361"/>
                </a:lnTo>
                <a:cubicBezTo>
                  <a:pt x="1681" y="1342"/>
                  <a:pt x="1658" y="1310"/>
                  <a:pt x="1648" y="1275"/>
                </a:cubicBezTo>
                <a:cubicBezTo>
                  <a:pt x="1642" y="1259"/>
                  <a:pt x="1641" y="1242"/>
                  <a:pt x="1641" y="1227"/>
                </a:cubicBezTo>
                <a:cubicBezTo>
                  <a:pt x="1641" y="1214"/>
                  <a:pt x="1642" y="1202"/>
                  <a:pt x="1646" y="1191"/>
                </a:cubicBezTo>
                <a:cubicBezTo>
                  <a:pt x="1657" y="1154"/>
                  <a:pt x="1681" y="1121"/>
                  <a:pt x="1717" y="1100"/>
                </a:cubicBezTo>
                <a:lnTo>
                  <a:pt x="2233" y="802"/>
                </a:lnTo>
                <a:cubicBezTo>
                  <a:pt x="2305" y="760"/>
                  <a:pt x="2398" y="784"/>
                  <a:pt x="2441" y="858"/>
                </a:cubicBezTo>
                <a:cubicBezTo>
                  <a:pt x="2483" y="925"/>
                  <a:pt x="2457" y="1019"/>
                  <a:pt x="2384" y="1061"/>
                </a:cubicBezTo>
                <a:close/>
                <a:moveTo>
                  <a:pt x="2111" y="1869"/>
                </a:moveTo>
                <a:lnTo>
                  <a:pt x="1595" y="1571"/>
                </a:lnTo>
                <a:cubicBezTo>
                  <a:pt x="1567" y="1555"/>
                  <a:pt x="1537" y="1548"/>
                  <a:pt x="1507" y="1552"/>
                </a:cubicBezTo>
                <a:cubicBezTo>
                  <a:pt x="1428" y="1557"/>
                  <a:pt x="1366" y="1624"/>
                  <a:pt x="1366" y="1703"/>
                </a:cubicBezTo>
                <a:lnTo>
                  <a:pt x="1366" y="2299"/>
                </a:lnTo>
                <a:cubicBezTo>
                  <a:pt x="1366" y="2383"/>
                  <a:pt x="1435" y="2450"/>
                  <a:pt x="1517" y="2450"/>
                </a:cubicBezTo>
                <a:cubicBezTo>
                  <a:pt x="1602" y="2450"/>
                  <a:pt x="1669" y="2382"/>
                  <a:pt x="1669" y="2299"/>
                </a:cubicBezTo>
                <a:lnTo>
                  <a:pt x="1669" y="1964"/>
                </a:lnTo>
                <a:lnTo>
                  <a:pt x="1958" y="2131"/>
                </a:lnTo>
                <a:cubicBezTo>
                  <a:pt x="2030" y="2174"/>
                  <a:pt x="2124" y="2149"/>
                  <a:pt x="2166" y="2077"/>
                </a:cubicBezTo>
                <a:cubicBezTo>
                  <a:pt x="2208" y="2005"/>
                  <a:pt x="2183" y="1911"/>
                  <a:pt x="2111" y="1869"/>
                </a:cubicBezTo>
                <a:close/>
                <a:moveTo>
                  <a:pt x="1514" y="1284"/>
                </a:moveTo>
                <a:lnTo>
                  <a:pt x="1299" y="1499"/>
                </a:lnTo>
                <a:cubicBezTo>
                  <a:pt x="1294" y="1506"/>
                  <a:pt x="1281" y="1511"/>
                  <a:pt x="1272" y="1511"/>
                </a:cubicBezTo>
                <a:lnTo>
                  <a:pt x="1257" y="1511"/>
                </a:lnTo>
                <a:lnTo>
                  <a:pt x="1225" y="1511"/>
                </a:lnTo>
                <a:lnTo>
                  <a:pt x="1209" y="1511"/>
                </a:lnTo>
                <a:cubicBezTo>
                  <a:pt x="1200" y="1511"/>
                  <a:pt x="1188" y="1506"/>
                  <a:pt x="1183" y="1499"/>
                </a:cubicBezTo>
                <a:lnTo>
                  <a:pt x="968" y="1284"/>
                </a:lnTo>
                <a:cubicBezTo>
                  <a:pt x="962" y="1279"/>
                  <a:pt x="957" y="1266"/>
                  <a:pt x="957" y="1257"/>
                </a:cubicBezTo>
                <a:lnTo>
                  <a:pt x="957" y="1243"/>
                </a:lnTo>
                <a:lnTo>
                  <a:pt x="957" y="1211"/>
                </a:lnTo>
                <a:lnTo>
                  <a:pt x="957" y="1195"/>
                </a:lnTo>
                <a:cubicBezTo>
                  <a:pt x="957" y="1186"/>
                  <a:pt x="962" y="1174"/>
                  <a:pt x="968" y="1168"/>
                </a:cubicBezTo>
                <a:lnTo>
                  <a:pt x="1183" y="954"/>
                </a:lnTo>
                <a:cubicBezTo>
                  <a:pt x="1190" y="946"/>
                  <a:pt x="1200" y="943"/>
                  <a:pt x="1209" y="943"/>
                </a:cubicBezTo>
                <a:lnTo>
                  <a:pt x="1225" y="943"/>
                </a:lnTo>
                <a:lnTo>
                  <a:pt x="1257" y="943"/>
                </a:lnTo>
                <a:lnTo>
                  <a:pt x="1272" y="943"/>
                </a:lnTo>
                <a:cubicBezTo>
                  <a:pt x="1281" y="943"/>
                  <a:pt x="1294" y="948"/>
                  <a:pt x="1299" y="954"/>
                </a:cubicBezTo>
                <a:lnTo>
                  <a:pt x="1514" y="1168"/>
                </a:lnTo>
                <a:cubicBezTo>
                  <a:pt x="1519" y="1174"/>
                  <a:pt x="1524" y="1186"/>
                  <a:pt x="1524" y="1195"/>
                </a:cubicBezTo>
                <a:lnTo>
                  <a:pt x="1524" y="1211"/>
                </a:lnTo>
                <a:lnTo>
                  <a:pt x="1524" y="1243"/>
                </a:lnTo>
                <a:lnTo>
                  <a:pt x="1524" y="1257"/>
                </a:lnTo>
                <a:cubicBezTo>
                  <a:pt x="1526" y="1266"/>
                  <a:pt x="1521" y="1279"/>
                  <a:pt x="1514" y="1284"/>
                </a:cubicBezTo>
                <a:close/>
                <a:moveTo>
                  <a:pt x="1343" y="1227"/>
                </a:moveTo>
                <a:cubicBezTo>
                  <a:pt x="1343" y="1218"/>
                  <a:pt x="1338" y="1205"/>
                  <a:pt x="1332" y="1200"/>
                </a:cubicBezTo>
                <a:lnTo>
                  <a:pt x="1271" y="1139"/>
                </a:lnTo>
                <a:cubicBezTo>
                  <a:pt x="1265" y="1133"/>
                  <a:pt x="1253" y="1128"/>
                  <a:pt x="1244" y="1128"/>
                </a:cubicBezTo>
                <a:lnTo>
                  <a:pt x="1242" y="1128"/>
                </a:lnTo>
                <a:cubicBezTo>
                  <a:pt x="1234" y="1128"/>
                  <a:pt x="1221" y="1133"/>
                  <a:pt x="1216" y="1139"/>
                </a:cubicBezTo>
                <a:lnTo>
                  <a:pt x="1154" y="1200"/>
                </a:lnTo>
                <a:cubicBezTo>
                  <a:pt x="1147" y="1207"/>
                  <a:pt x="1144" y="1220"/>
                  <a:pt x="1144" y="1227"/>
                </a:cubicBezTo>
                <a:lnTo>
                  <a:pt x="1144" y="1228"/>
                </a:lnTo>
                <a:cubicBezTo>
                  <a:pt x="1144" y="1237"/>
                  <a:pt x="1149" y="1249"/>
                  <a:pt x="1154" y="1254"/>
                </a:cubicBezTo>
                <a:lnTo>
                  <a:pt x="1216" y="1316"/>
                </a:lnTo>
                <a:cubicBezTo>
                  <a:pt x="1221" y="1321"/>
                  <a:pt x="1234" y="1326"/>
                  <a:pt x="1242" y="1326"/>
                </a:cubicBezTo>
                <a:lnTo>
                  <a:pt x="1244" y="1326"/>
                </a:lnTo>
                <a:cubicBezTo>
                  <a:pt x="1253" y="1326"/>
                  <a:pt x="1265" y="1321"/>
                  <a:pt x="1271" y="1316"/>
                </a:cubicBezTo>
                <a:lnTo>
                  <a:pt x="1332" y="1254"/>
                </a:lnTo>
                <a:cubicBezTo>
                  <a:pt x="1338" y="1247"/>
                  <a:pt x="1343" y="1237"/>
                  <a:pt x="1343" y="1228"/>
                </a:cubicBezTo>
                <a:lnTo>
                  <a:pt x="1343" y="1227"/>
                </a:lnTo>
                <a:close/>
                <a:moveTo>
                  <a:pt x="370" y="583"/>
                </a:moveTo>
                <a:lnTo>
                  <a:pt x="887" y="881"/>
                </a:lnTo>
                <a:cubicBezTo>
                  <a:pt x="915" y="897"/>
                  <a:pt x="945" y="904"/>
                  <a:pt x="975" y="901"/>
                </a:cubicBezTo>
                <a:cubicBezTo>
                  <a:pt x="1054" y="895"/>
                  <a:pt x="1116" y="828"/>
                  <a:pt x="1116" y="749"/>
                </a:cubicBezTo>
                <a:lnTo>
                  <a:pt x="1116" y="152"/>
                </a:lnTo>
                <a:cubicBezTo>
                  <a:pt x="1116" y="67"/>
                  <a:pt x="1047" y="0"/>
                  <a:pt x="964" y="0"/>
                </a:cubicBezTo>
                <a:cubicBezTo>
                  <a:pt x="879" y="0"/>
                  <a:pt x="812" y="69"/>
                  <a:pt x="812" y="152"/>
                </a:cubicBezTo>
                <a:lnTo>
                  <a:pt x="812" y="487"/>
                </a:lnTo>
                <a:lnTo>
                  <a:pt x="523" y="319"/>
                </a:lnTo>
                <a:cubicBezTo>
                  <a:pt x="451" y="277"/>
                  <a:pt x="358" y="302"/>
                  <a:pt x="316" y="376"/>
                </a:cubicBezTo>
                <a:cubicBezTo>
                  <a:pt x="273" y="450"/>
                  <a:pt x="298" y="543"/>
                  <a:pt x="370" y="583"/>
                </a:cubicBezTo>
                <a:close/>
                <a:moveTo>
                  <a:pt x="1505" y="902"/>
                </a:moveTo>
                <a:cubicBezTo>
                  <a:pt x="1535" y="904"/>
                  <a:pt x="1565" y="899"/>
                  <a:pt x="1593" y="883"/>
                </a:cubicBezTo>
                <a:lnTo>
                  <a:pt x="2109" y="585"/>
                </a:lnTo>
                <a:cubicBezTo>
                  <a:pt x="2182" y="543"/>
                  <a:pt x="2206" y="450"/>
                  <a:pt x="2166" y="377"/>
                </a:cubicBezTo>
                <a:cubicBezTo>
                  <a:pt x="2124" y="305"/>
                  <a:pt x="2030" y="280"/>
                  <a:pt x="1958" y="321"/>
                </a:cubicBezTo>
                <a:lnTo>
                  <a:pt x="1669" y="488"/>
                </a:lnTo>
                <a:lnTo>
                  <a:pt x="1669" y="153"/>
                </a:lnTo>
                <a:cubicBezTo>
                  <a:pt x="1669" y="69"/>
                  <a:pt x="1600" y="2"/>
                  <a:pt x="1517" y="2"/>
                </a:cubicBezTo>
                <a:cubicBezTo>
                  <a:pt x="1433" y="2"/>
                  <a:pt x="1366" y="71"/>
                  <a:pt x="1366" y="153"/>
                </a:cubicBezTo>
                <a:lnTo>
                  <a:pt x="1366" y="751"/>
                </a:lnTo>
                <a:cubicBezTo>
                  <a:pt x="1366" y="830"/>
                  <a:pt x="1428" y="897"/>
                  <a:pt x="1505" y="902"/>
                </a:cubicBezTo>
                <a:close/>
                <a:moveTo>
                  <a:pt x="976" y="1550"/>
                </a:moveTo>
                <a:cubicBezTo>
                  <a:pt x="946" y="1548"/>
                  <a:pt x="916" y="1553"/>
                  <a:pt x="888" y="1569"/>
                </a:cubicBezTo>
                <a:lnTo>
                  <a:pt x="372" y="1867"/>
                </a:lnTo>
                <a:cubicBezTo>
                  <a:pt x="300" y="1909"/>
                  <a:pt x="275" y="2003"/>
                  <a:pt x="316" y="2075"/>
                </a:cubicBezTo>
                <a:cubicBezTo>
                  <a:pt x="358" y="2147"/>
                  <a:pt x="451" y="2172"/>
                  <a:pt x="523" y="2130"/>
                </a:cubicBezTo>
                <a:lnTo>
                  <a:pt x="812" y="1962"/>
                </a:lnTo>
                <a:lnTo>
                  <a:pt x="812" y="2297"/>
                </a:lnTo>
                <a:cubicBezTo>
                  <a:pt x="812" y="2382"/>
                  <a:pt x="881" y="2449"/>
                  <a:pt x="964" y="2449"/>
                </a:cubicBezTo>
                <a:cubicBezTo>
                  <a:pt x="1049" y="2449"/>
                  <a:pt x="1116" y="2380"/>
                  <a:pt x="1116" y="2297"/>
                </a:cubicBezTo>
                <a:lnTo>
                  <a:pt x="1116" y="1700"/>
                </a:lnTo>
                <a:cubicBezTo>
                  <a:pt x="1117" y="1622"/>
                  <a:pt x="1056" y="1557"/>
                  <a:pt x="976" y="1550"/>
                </a:cubicBezTo>
                <a:close/>
                <a:moveTo>
                  <a:pt x="835" y="1271"/>
                </a:moveTo>
                <a:cubicBezTo>
                  <a:pt x="841" y="1256"/>
                  <a:pt x="842" y="1239"/>
                  <a:pt x="842" y="1223"/>
                </a:cubicBezTo>
                <a:cubicBezTo>
                  <a:pt x="842" y="1211"/>
                  <a:pt x="841" y="1198"/>
                  <a:pt x="837" y="1188"/>
                </a:cubicBezTo>
                <a:cubicBezTo>
                  <a:pt x="827" y="1151"/>
                  <a:pt x="802" y="1117"/>
                  <a:pt x="767" y="1096"/>
                </a:cubicBezTo>
                <a:lnTo>
                  <a:pt x="250" y="797"/>
                </a:lnTo>
                <a:cubicBezTo>
                  <a:pt x="178" y="754"/>
                  <a:pt x="85" y="779"/>
                  <a:pt x="42" y="853"/>
                </a:cubicBezTo>
                <a:cubicBezTo>
                  <a:pt x="0" y="925"/>
                  <a:pt x="25" y="1019"/>
                  <a:pt x="99" y="1061"/>
                </a:cubicBezTo>
                <a:lnTo>
                  <a:pt x="388" y="1228"/>
                </a:lnTo>
                <a:lnTo>
                  <a:pt x="99" y="1395"/>
                </a:lnTo>
                <a:cubicBezTo>
                  <a:pt x="27" y="1437"/>
                  <a:pt x="2" y="1530"/>
                  <a:pt x="42" y="1603"/>
                </a:cubicBezTo>
                <a:cubicBezTo>
                  <a:pt x="85" y="1675"/>
                  <a:pt x="178" y="1700"/>
                  <a:pt x="250" y="1659"/>
                </a:cubicBezTo>
                <a:lnTo>
                  <a:pt x="767" y="1361"/>
                </a:lnTo>
                <a:cubicBezTo>
                  <a:pt x="802" y="1338"/>
                  <a:pt x="825" y="1307"/>
                  <a:pt x="835" y="1271"/>
                </a:cubicBezTo>
                <a:close/>
                <a:moveTo>
                  <a:pt x="7251" y="379"/>
                </a:moveTo>
                <a:lnTo>
                  <a:pt x="7237" y="379"/>
                </a:lnTo>
                <a:cubicBezTo>
                  <a:pt x="7235" y="379"/>
                  <a:pt x="7233" y="379"/>
                  <a:pt x="7231" y="379"/>
                </a:cubicBezTo>
                <a:cubicBezTo>
                  <a:pt x="7229" y="379"/>
                  <a:pt x="7228" y="379"/>
                  <a:pt x="7226" y="379"/>
                </a:cubicBezTo>
                <a:cubicBezTo>
                  <a:pt x="7189" y="379"/>
                  <a:pt x="7154" y="383"/>
                  <a:pt x="7120" y="395"/>
                </a:cubicBezTo>
                <a:cubicBezTo>
                  <a:pt x="7087" y="405"/>
                  <a:pt x="7057" y="423"/>
                  <a:pt x="7034" y="451"/>
                </a:cubicBezTo>
                <a:lnTo>
                  <a:pt x="7034" y="451"/>
                </a:lnTo>
                <a:lnTo>
                  <a:pt x="7034" y="451"/>
                </a:lnTo>
                <a:lnTo>
                  <a:pt x="7034" y="451"/>
                </a:lnTo>
                <a:cubicBezTo>
                  <a:pt x="7009" y="478"/>
                  <a:pt x="6993" y="511"/>
                  <a:pt x="6985" y="546"/>
                </a:cubicBezTo>
                <a:cubicBezTo>
                  <a:pt x="6974" y="583"/>
                  <a:pt x="6970" y="624"/>
                  <a:pt x="6970" y="672"/>
                </a:cubicBezTo>
                <a:lnTo>
                  <a:pt x="6970" y="763"/>
                </a:lnTo>
                <a:lnTo>
                  <a:pt x="6870" y="763"/>
                </a:lnTo>
                <a:cubicBezTo>
                  <a:pt x="6835" y="763"/>
                  <a:pt x="6807" y="791"/>
                  <a:pt x="6807" y="825"/>
                </a:cubicBezTo>
                <a:cubicBezTo>
                  <a:pt x="6807" y="842"/>
                  <a:pt x="6814" y="860"/>
                  <a:pt x="6824" y="872"/>
                </a:cubicBezTo>
                <a:cubicBezTo>
                  <a:pt x="6836" y="885"/>
                  <a:pt x="6852" y="892"/>
                  <a:pt x="6870" y="894"/>
                </a:cubicBezTo>
                <a:lnTo>
                  <a:pt x="6970" y="894"/>
                </a:lnTo>
                <a:lnTo>
                  <a:pt x="6970" y="1634"/>
                </a:lnTo>
                <a:lnTo>
                  <a:pt x="6970" y="1636"/>
                </a:lnTo>
                <a:cubicBezTo>
                  <a:pt x="6970" y="1654"/>
                  <a:pt x="6977" y="1670"/>
                  <a:pt x="6990" y="1682"/>
                </a:cubicBezTo>
                <a:cubicBezTo>
                  <a:pt x="7002" y="1693"/>
                  <a:pt x="7018" y="1700"/>
                  <a:pt x="7036" y="1700"/>
                </a:cubicBezTo>
                <a:cubicBezTo>
                  <a:pt x="7069" y="1700"/>
                  <a:pt x="7097" y="1671"/>
                  <a:pt x="7097" y="1636"/>
                </a:cubicBezTo>
                <a:lnTo>
                  <a:pt x="7097" y="894"/>
                </a:lnTo>
                <a:lnTo>
                  <a:pt x="7205" y="894"/>
                </a:lnTo>
                <a:cubicBezTo>
                  <a:pt x="7222" y="892"/>
                  <a:pt x="7238" y="885"/>
                  <a:pt x="7251" y="874"/>
                </a:cubicBezTo>
                <a:cubicBezTo>
                  <a:pt x="7263" y="862"/>
                  <a:pt x="7270" y="846"/>
                  <a:pt x="7270" y="828"/>
                </a:cubicBezTo>
                <a:lnTo>
                  <a:pt x="7270" y="827"/>
                </a:lnTo>
                <a:cubicBezTo>
                  <a:pt x="7270" y="793"/>
                  <a:pt x="7242" y="765"/>
                  <a:pt x="7207" y="765"/>
                </a:cubicBezTo>
                <a:lnTo>
                  <a:pt x="7097" y="765"/>
                </a:lnTo>
                <a:lnTo>
                  <a:pt x="7097" y="673"/>
                </a:lnTo>
                <a:cubicBezTo>
                  <a:pt x="7097" y="633"/>
                  <a:pt x="7103" y="603"/>
                  <a:pt x="7108" y="582"/>
                </a:cubicBezTo>
                <a:cubicBezTo>
                  <a:pt x="7113" y="561"/>
                  <a:pt x="7122" y="546"/>
                  <a:pt x="7129" y="538"/>
                </a:cubicBezTo>
                <a:cubicBezTo>
                  <a:pt x="7136" y="531"/>
                  <a:pt x="7145" y="524"/>
                  <a:pt x="7161" y="518"/>
                </a:cubicBezTo>
                <a:cubicBezTo>
                  <a:pt x="7177" y="513"/>
                  <a:pt x="7196" y="509"/>
                  <a:pt x="7224" y="509"/>
                </a:cubicBezTo>
                <a:lnTo>
                  <a:pt x="7228" y="509"/>
                </a:lnTo>
                <a:cubicBezTo>
                  <a:pt x="7229" y="509"/>
                  <a:pt x="7231" y="509"/>
                  <a:pt x="7233" y="509"/>
                </a:cubicBezTo>
                <a:cubicBezTo>
                  <a:pt x="7235" y="509"/>
                  <a:pt x="7237" y="509"/>
                  <a:pt x="7238" y="509"/>
                </a:cubicBezTo>
                <a:lnTo>
                  <a:pt x="7247" y="509"/>
                </a:lnTo>
                <a:lnTo>
                  <a:pt x="7252" y="509"/>
                </a:lnTo>
                <a:cubicBezTo>
                  <a:pt x="7288" y="509"/>
                  <a:pt x="7318" y="481"/>
                  <a:pt x="7318" y="444"/>
                </a:cubicBezTo>
                <a:cubicBezTo>
                  <a:pt x="7314" y="409"/>
                  <a:pt x="7286" y="379"/>
                  <a:pt x="7251" y="379"/>
                </a:cubicBezTo>
                <a:close/>
                <a:moveTo>
                  <a:pt x="9482" y="862"/>
                </a:moveTo>
                <a:cubicBezTo>
                  <a:pt x="9494" y="850"/>
                  <a:pt x="9501" y="832"/>
                  <a:pt x="9501" y="816"/>
                </a:cubicBezTo>
                <a:cubicBezTo>
                  <a:pt x="9501" y="800"/>
                  <a:pt x="9494" y="784"/>
                  <a:pt x="9482" y="772"/>
                </a:cubicBezTo>
                <a:lnTo>
                  <a:pt x="9482" y="772"/>
                </a:lnTo>
                <a:lnTo>
                  <a:pt x="9482" y="772"/>
                </a:lnTo>
                <a:lnTo>
                  <a:pt x="9482" y="772"/>
                </a:lnTo>
                <a:lnTo>
                  <a:pt x="9482" y="772"/>
                </a:lnTo>
                <a:cubicBezTo>
                  <a:pt x="9469" y="760"/>
                  <a:pt x="9454" y="753"/>
                  <a:pt x="9438" y="753"/>
                </a:cubicBezTo>
                <a:cubicBezTo>
                  <a:pt x="9423" y="753"/>
                  <a:pt x="9406" y="760"/>
                  <a:pt x="9393" y="772"/>
                </a:cubicBezTo>
                <a:lnTo>
                  <a:pt x="8895" y="1256"/>
                </a:lnTo>
                <a:lnTo>
                  <a:pt x="8895" y="441"/>
                </a:lnTo>
                <a:cubicBezTo>
                  <a:pt x="8895" y="405"/>
                  <a:pt x="8865" y="377"/>
                  <a:pt x="8830" y="377"/>
                </a:cubicBezTo>
                <a:cubicBezTo>
                  <a:pt x="8812" y="377"/>
                  <a:pt x="8796" y="384"/>
                  <a:pt x="8785" y="397"/>
                </a:cubicBezTo>
                <a:cubicBezTo>
                  <a:pt x="8775" y="407"/>
                  <a:pt x="8766" y="425"/>
                  <a:pt x="8766" y="441"/>
                </a:cubicBezTo>
                <a:lnTo>
                  <a:pt x="8766" y="1634"/>
                </a:lnTo>
                <a:cubicBezTo>
                  <a:pt x="8766" y="1652"/>
                  <a:pt x="8773" y="1668"/>
                  <a:pt x="8785" y="1679"/>
                </a:cubicBezTo>
                <a:cubicBezTo>
                  <a:pt x="8796" y="1689"/>
                  <a:pt x="8814" y="1698"/>
                  <a:pt x="8830" y="1698"/>
                </a:cubicBezTo>
                <a:cubicBezTo>
                  <a:pt x="8867" y="1698"/>
                  <a:pt x="8895" y="1670"/>
                  <a:pt x="8895" y="1634"/>
                </a:cubicBezTo>
                <a:lnTo>
                  <a:pt x="8895" y="1437"/>
                </a:lnTo>
                <a:lnTo>
                  <a:pt x="9057" y="1275"/>
                </a:lnTo>
                <a:lnTo>
                  <a:pt x="9388" y="1673"/>
                </a:lnTo>
                <a:cubicBezTo>
                  <a:pt x="9395" y="1682"/>
                  <a:pt x="9402" y="1690"/>
                  <a:pt x="9411" y="1693"/>
                </a:cubicBezTo>
                <a:cubicBezTo>
                  <a:pt x="9420" y="1697"/>
                  <a:pt x="9430" y="1698"/>
                  <a:pt x="9438" y="1698"/>
                </a:cubicBezTo>
                <a:cubicBezTo>
                  <a:pt x="9448" y="1698"/>
                  <a:pt x="9466" y="1696"/>
                  <a:pt x="9480" y="1684"/>
                </a:cubicBezTo>
                <a:lnTo>
                  <a:pt x="9480" y="1684"/>
                </a:lnTo>
                <a:lnTo>
                  <a:pt x="9480" y="1684"/>
                </a:lnTo>
                <a:cubicBezTo>
                  <a:pt x="9494" y="1671"/>
                  <a:pt x="9501" y="1654"/>
                  <a:pt x="9501" y="1636"/>
                </a:cubicBezTo>
                <a:cubicBezTo>
                  <a:pt x="9501" y="1622"/>
                  <a:pt x="9496" y="1606"/>
                  <a:pt x="9485" y="1594"/>
                </a:cubicBezTo>
                <a:lnTo>
                  <a:pt x="9485" y="1594"/>
                </a:lnTo>
                <a:lnTo>
                  <a:pt x="9149" y="1186"/>
                </a:lnTo>
                <a:lnTo>
                  <a:pt x="9482" y="862"/>
                </a:lnTo>
                <a:close/>
                <a:moveTo>
                  <a:pt x="8581" y="779"/>
                </a:moveTo>
                <a:cubicBezTo>
                  <a:pt x="8593" y="790"/>
                  <a:pt x="8600" y="807"/>
                  <a:pt x="8600" y="825"/>
                </a:cubicBezTo>
                <a:lnTo>
                  <a:pt x="8600" y="1633"/>
                </a:lnTo>
                <a:cubicBezTo>
                  <a:pt x="8600" y="1650"/>
                  <a:pt x="8593" y="1666"/>
                  <a:pt x="8581" y="1677"/>
                </a:cubicBezTo>
                <a:cubicBezTo>
                  <a:pt x="8569" y="1687"/>
                  <a:pt x="8553" y="1696"/>
                  <a:pt x="8537" y="1696"/>
                </a:cubicBezTo>
                <a:cubicBezTo>
                  <a:pt x="8519" y="1696"/>
                  <a:pt x="8504" y="1689"/>
                  <a:pt x="8493" y="1677"/>
                </a:cubicBezTo>
                <a:cubicBezTo>
                  <a:pt x="8481" y="1666"/>
                  <a:pt x="8474" y="1650"/>
                  <a:pt x="8474" y="1633"/>
                </a:cubicBezTo>
                <a:lnTo>
                  <a:pt x="8474" y="1553"/>
                </a:lnTo>
                <a:cubicBezTo>
                  <a:pt x="8394" y="1640"/>
                  <a:pt x="8281" y="1696"/>
                  <a:pt x="8156" y="1696"/>
                </a:cubicBezTo>
                <a:cubicBezTo>
                  <a:pt x="8033" y="1696"/>
                  <a:pt x="7920" y="1643"/>
                  <a:pt x="7841" y="1557"/>
                </a:cubicBezTo>
                <a:cubicBezTo>
                  <a:pt x="7760" y="1472"/>
                  <a:pt x="7712" y="1354"/>
                  <a:pt x="7712" y="1228"/>
                </a:cubicBezTo>
                <a:cubicBezTo>
                  <a:pt x="7712" y="1100"/>
                  <a:pt x="7762" y="983"/>
                  <a:pt x="7841" y="899"/>
                </a:cubicBezTo>
                <a:cubicBezTo>
                  <a:pt x="7920" y="814"/>
                  <a:pt x="8033" y="760"/>
                  <a:pt x="8156" y="760"/>
                </a:cubicBezTo>
                <a:cubicBezTo>
                  <a:pt x="8281" y="760"/>
                  <a:pt x="8394" y="814"/>
                  <a:pt x="8474" y="901"/>
                </a:cubicBezTo>
                <a:lnTo>
                  <a:pt x="8474" y="823"/>
                </a:lnTo>
                <a:cubicBezTo>
                  <a:pt x="8474" y="805"/>
                  <a:pt x="8481" y="790"/>
                  <a:pt x="8493" y="777"/>
                </a:cubicBezTo>
                <a:cubicBezTo>
                  <a:pt x="8505" y="767"/>
                  <a:pt x="8521" y="760"/>
                  <a:pt x="8537" y="760"/>
                </a:cubicBezTo>
                <a:cubicBezTo>
                  <a:pt x="8555" y="761"/>
                  <a:pt x="8570" y="768"/>
                  <a:pt x="8581" y="779"/>
                </a:cubicBezTo>
                <a:close/>
                <a:moveTo>
                  <a:pt x="8474" y="1230"/>
                </a:moveTo>
                <a:cubicBezTo>
                  <a:pt x="8474" y="1135"/>
                  <a:pt x="8437" y="1049"/>
                  <a:pt x="8380" y="987"/>
                </a:cubicBezTo>
                <a:cubicBezTo>
                  <a:pt x="8322" y="925"/>
                  <a:pt x="8243" y="888"/>
                  <a:pt x="8156" y="888"/>
                </a:cubicBezTo>
                <a:cubicBezTo>
                  <a:pt x="8070" y="888"/>
                  <a:pt x="7992" y="925"/>
                  <a:pt x="7933" y="987"/>
                </a:cubicBezTo>
                <a:cubicBezTo>
                  <a:pt x="7875" y="1049"/>
                  <a:pt x="7837" y="1135"/>
                  <a:pt x="7837" y="1230"/>
                </a:cubicBezTo>
                <a:cubicBezTo>
                  <a:pt x="7837" y="1324"/>
                  <a:pt x="7874" y="1411"/>
                  <a:pt x="7933" y="1472"/>
                </a:cubicBezTo>
                <a:cubicBezTo>
                  <a:pt x="7991" y="1534"/>
                  <a:pt x="8070" y="1571"/>
                  <a:pt x="8156" y="1571"/>
                </a:cubicBezTo>
                <a:cubicBezTo>
                  <a:pt x="8243" y="1571"/>
                  <a:pt x="8322" y="1534"/>
                  <a:pt x="8380" y="1472"/>
                </a:cubicBezTo>
                <a:cubicBezTo>
                  <a:pt x="8437" y="1409"/>
                  <a:pt x="8474" y="1324"/>
                  <a:pt x="8474" y="1230"/>
                </a:cubicBezTo>
                <a:close/>
                <a:moveTo>
                  <a:pt x="3348" y="1207"/>
                </a:moveTo>
                <a:cubicBezTo>
                  <a:pt x="3297" y="1183"/>
                  <a:pt x="3239" y="1165"/>
                  <a:pt x="3181" y="1146"/>
                </a:cubicBezTo>
                <a:cubicBezTo>
                  <a:pt x="3128" y="1128"/>
                  <a:pt x="3073" y="1112"/>
                  <a:pt x="3035" y="1091"/>
                </a:cubicBezTo>
                <a:cubicBezTo>
                  <a:pt x="3015" y="1080"/>
                  <a:pt x="2999" y="1070"/>
                  <a:pt x="2991" y="1057"/>
                </a:cubicBezTo>
                <a:cubicBezTo>
                  <a:pt x="2980" y="1045"/>
                  <a:pt x="2976" y="1033"/>
                  <a:pt x="2975" y="1015"/>
                </a:cubicBezTo>
                <a:cubicBezTo>
                  <a:pt x="2975" y="992"/>
                  <a:pt x="2982" y="973"/>
                  <a:pt x="2992" y="955"/>
                </a:cubicBezTo>
                <a:cubicBezTo>
                  <a:pt x="3010" y="931"/>
                  <a:pt x="3038" y="911"/>
                  <a:pt x="3072" y="899"/>
                </a:cubicBezTo>
                <a:cubicBezTo>
                  <a:pt x="3103" y="887"/>
                  <a:pt x="3137" y="879"/>
                  <a:pt x="3162" y="879"/>
                </a:cubicBezTo>
                <a:cubicBezTo>
                  <a:pt x="3234" y="879"/>
                  <a:pt x="3280" y="904"/>
                  <a:pt x="3315" y="929"/>
                </a:cubicBezTo>
                <a:cubicBezTo>
                  <a:pt x="3332" y="941"/>
                  <a:pt x="3347" y="954"/>
                  <a:pt x="3361" y="964"/>
                </a:cubicBezTo>
                <a:cubicBezTo>
                  <a:pt x="3368" y="969"/>
                  <a:pt x="3375" y="975"/>
                  <a:pt x="3382" y="978"/>
                </a:cubicBezTo>
                <a:cubicBezTo>
                  <a:pt x="3389" y="982"/>
                  <a:pt x="3398" y="985"/>
                  <a:pt x="3406" y="985"/>
                </a:cubicBezTo>
                <a:cubicBezTo>
                  <a:pt x="3412" y="985"/>
                  <a:pt x="3419" y="983"/>
                  <a:pt x="3424" y="982"/>
                </a:cubicBezTo>
                <a:cubicBezTo>
                  <a:pt x="3429" y="980"/>
                  <a:pt x="3435" y="976"/>
                  <a:pt x="3440" y="971"/>
                </a:cubicBezTo>
                <a:cubicBezTo>
                  <a:pt x="3445" y="968"/>
                  <a:pt x="3449" y="962"/>
                  <a:pt x="3452" y="955"/>
                </a:cubicBezTo>
                <a:cubicBezTo>
                  <a:pt x="3454" y="950"/>
                  <a:pt x="3456" y="943"/>
                  <a:pt x="3456" y="938"/>
                </a:cubicBezTo>
                <a:cubicBezTo>
                  <a:pt x="3456" y="927"/>
                  <a:pt x="3452" y="916"/>
                  <a:pt x="3447" y="906"/>
                </a:cubicBezTo>
                <a:cubicBezTo>
                  <a:pt x="3438" y="888"/>
                  <a:pt x="3422" y="872"/>
                  <a:pt x="3403" y="855"/>
                </a:cubicBezTo>
                <a:cubicBezTo>
                  <a:pt x="3375" y="830"/>
                  <a:pt x="3337" y="805"/>
                  <a:pt x="3297" y="788"/>
                </a:cubicBezTo>
                <a:cubicBezTo>
                  <a:pt x="3256" y="770"/>
                  <a:pt x="3214" y="758"/>
                  <a:pt x="3174" y="758"/>
                </a:cubicBezTo>
                <a:cubicBezTo>
                  <a:pt x="3079" y="758"/>
                  <a:pt x="3001" y="779"/>
                  <a:pt x="2943" y="820"/>
                </a:cubicBezTo>
                <a:cubicBezTo>
                  <a:pt x="2913" y="841"/>
                  <a:pt x="2887" y="864"/>
                  <a:pt x="2869" y="894"/>
                </a:cubicBezTo>
                <a:cubicBezTo>
                  <a:pt x="2850" y="925"/>
                  <a:pt x="2839" y="964"/>
                  <a:pt x="2839" y="1013"/>
                </a:cubicBezTo>
                <a:cubicBezTo>
                  <a:pt x="2839" y="1015"/>
                  <a:pt x="2839" y="1019"/>
                  <a:pt x="2839" y="1020"/>
                </a:cubicBezTo>
                <a:cubicBezTo>
                  <a:pt x="2839" y="1070"/>
                  <a:pt x="2855" y="1109"/>
                  <a:pt x="2880" y="1140"/>
                </a:cubicBezTo>
                <a:cubicBezTo>
                  <a:pt x="2917" y="1188"/>
                  <a:pt x="2973" y="1215"/>
                  <a:pt x="3028" y="1235"/>
                </a:cubicBezTo>
                <a:cubicBezTo>
                  <a:pt x="3082" y="1254"/>
                  <a:pt x="3137" y="1266"/>
                  <a:pt x="3170" y="1279"/>
                </a:cubicBezTo>
                <a:cubicBezTo>
                  <a:pt x="3218" y="1294"/>
                  <a:pt x="3271" y="1312"/>
                  <a:pt x="3308" y="1335"/>
                </a:cubicBezTo>
                <a:cubicBezTo>
                  <a:pt x="3327" y="1347"/>
                  <a:pt x="3341" y="1360"/>
                  <a:pt x="3352" y="1374"/>
                </a:cubicBezTo>
                <a:cubicBezTo>
                  <a:pt x="3362" y="1388"/>
                  <a:pt x="3368" y="1404"/>
                  <a:pt x="3368" y="1421"/>
                </a:cubicBezTo>
                <a:lnTo>
                  <a:pt x="3368" y="1423"/>
                </a:lnTo>
                <a:cubicBezTo>
                  <a:pt x="3368" y="1449"/>
                  <a:pt x="3359" y="1471"/>
                  <a:pt x="3347" y="1490"/>
                </a:cubicBezTo>
                <a:cubicBezTo>
                  <a:pt x="3327" y="1516"/>
                  <a:pt x="3294" y="1538"/>
                  <a:pt x="3258" y="1550"/>
                </a:cubicBezTo>
                <a:cubicBezTo>
                  <a:pt x="3223" y="1562"/>
                  <a:pt x="3188" y="1568"/>
                  <a:pt x="3163" y="1568"/>
                </a:cubicBezTo>
                <a:cubicBezTo>
                  <a:pt x="3080" y="1568"/>
                  <a:pt x="3026" y="1548"/>
                  <a:pt x="2985" y="1527"/>
                </a:cubicBezTo>
                <a:cubicBezTo>
                  <a:pt x="2966" y="1516"/>
                  <a:pt x="2948" y="1508"/>
                  <a:pt x="2934" y="1499"/>
                </a:cubicBezTo>
                <a:cubicBezTo>
                  <a:pt x="2927" y="1495"/>
                  <a:pt x="2920" y="1492"/>
                  <a:pt x="2913" y="1488"/>
                </a:cubicBezTo>
                <a:cubicBezTo>
                  <a:pt x="2906" y="1485"/>
                  <a:pt x="2899" y="1483"/>
                  <a:pt x="2890" y="1483"/>
                </a:cubicBezTo>
                <a:cubicBezTo>
                  <a:pt x="2885" y="1483"/>
                  <a:pt x="2880" y="1483"/>
                  <a:pt x="2874" y="1486"/>
                </a:cubicBezTo>
                <a:cubicBezTo>
                  <a:pt x="2869" y="1488"/>
                  <a:pt x="2864" y="1492"/>
                  <a:pt x="2860" y="1495"/>
                </a:cubicBezTo>
                <a:cubicBezTo>
                  <a:pt x="2855" y="1501"/>
                  <a:pt x="2850" y="1506"/>
                  <a:pt x="2846" y="1513"/>
                </a:cubicBezTo>
                <a:cubicBezTo>
                  <a:pt x="2843" y="1520"/>
                  <a:pt x="2841" y="1527"/>
                  <a:pt x="2841" y="1534"/>
                </a:cubicBezTo>
                <a:cubicBezTo>
                  <a:pt x="2841" y="1546"/>
                  <a:pt x="2846" y="1559"/>
                  <a:pt x="2851" y="1568"/>
                </a:cubicBezTo>
                <a:cubicBezTo>
                  <a:pt x="2862" y="1582"/>
                  <a:pt x="2878" y="1596"/>
                  <a:pt x="2895" y="1610"/>
                </a:cubicBezTo>
                <a:cubicBezTo>
                  <a:pt x="2915" y="1622"/>
                  <a:pt x="2938" y="1636"/>
                  <a:pt x="2966" y="1649"/>
                </a:cubicBezTo>
                <a:cubicBezTo>
                  <a:pt x="3026" y="1677"/>
                  <a:pt x="3103" y="1691"/>
                  <a:pt x="3162" y="1693"/>
                </a:cubicBezTo>
                <a:lnTo>
                  <a:pt x="3162" y="1693"/>
                </a:lnTo>
                <a:cubicBezTo>
                  <a:pt x="3253" y="1693"/>
                  <a:pt x="3331" y="1671"/>
                  <a:pt x="3398" y="1622"/>
                </a:cubicBezTo>
                <a:lnTo>
                  <a:pt x="3398" y="1622"/>
                </a:lnTo>
                <a:lnTo>
                  <a:pt x="3398" y="1622"/>
                </a:lnTo>
                <a:cubicBezTo>
                  <a:pt x="3463" y="1573"/>
                  <a:pt x="3503" y="1501"/>
                  <a:pt x="3503" y="1419"/>
                </a:cubicBezTo>
                <a:cubicBezTo>
                  <a:pt x="3503" y="1375"/>
                  <a:pt x="3493" y="1337"/>
                  <a:pt x="3475" y="1305"/>
                </a:cubicBezTo>
                <a:cubicBezTo>
                  <a:pt x="3445" y="1261"/>
                  <a:pt x="3399" y="1232"/>
                  <a:pt x="3348" y="1207"/>
                </a:cubicBezTo>
                <a:close/>
                <a:moveTo>
                  <a:pt x="7513" y="377"/>
                </a:moveTo>
                <a:cubicBezTo>
                  <a:pt x="7496" y="377"/>
                  <a:pt x="7480" y="384"/>
                  <a:pt x="7469" y="397"/>
                </a:cubicBezTo>
                <a:cubicBezTo>
                  <a:pt x="7457" y="407"/>
                  <a:pt x="7450" y="425"/>
                  <a:pt x="7450" y="441"/>
                </a:cubicBezTo>
                <a:lnTo>
                  <a:pt x="7450" y="1634"/>
                </a:lnTo>
                <a:cubicBezTo>
                  <a:pt x="7450" y="1652"/>
                  <a:pt x="7457" y="1668"/>
                  <a:pt x="7469" y="1679"/>
                </a:cubicBezTo>
                <a:cubicBezTo>
                  <a:pt x="7481" y="1689"/>
                  <a:pt x="7497" y="1698"/>
                  <a:pt x="7513" y="1698"/>
                </a:cubicBezTo>
                <a:cubicBezTo>
                  <a:pt x="7550" y="1698"/>
                  <a:pt x="7578" y="1670"/>
                  <a:pt x="7578" y="1634"/>
                </a:cubicBezTo>
                <a:lnTo>
                  <a:pt x="7578" y="441"/>
                </a:lnTo>
                <a:cubicBezTo>
                  <a:pt x="7578" y="405"/>
                  <a:pt x="7548" y="377"/>
                  <a:pt x="7513" y="377"/>
                </a:cubicBezTo>
                <a:close/>
                <a:moveTo>
                  <a:pt x="10445" y="1200"/>
                </a:moveTo>
                <a:lnTo>
                  <a:pt x="10445" y="1207"/>
                </a:lnTo>
                <a:cubicBezTo>
                  <a:pt x="10445" y="1225"/>
                  <a:pt x="10438" y="1241"/>
                  <a:pt x="10426" y="1250"/>
                </a:cubicBezTo>
                <a:cubicBezTo>
                  <a:pt x="10414" y="1261"/>
                  <a:pt x="10398" y="1266"/>
                  <a:pt x="10382" y="1266"/>
                </a:cubicBezTo>
                <a:lnTo>
                  <a:pt x="9667" y="1266"/>
                </a:lnTo>
                <a:cubicBezTo>
                  <a:pt x="9684" y="1441"/>
                  <a:pt x="9823" y="1569"/>
                  <a:pt x="9991" y="1571"/>
                </a:cubicBezTo>
                <a:lnTo>
                  <a:pt x="10033" y="1571"/>
                </a:lnTo>
                <a:cubicBezTo>
                  <a:pt x="10088" y="1571"/>
                  <a:pt x="10142" y="1552"/>
                  <a:pt x="10188" y="1520"/>
                </a:cubicBezTo>
                <a:cubicBezTo>
                  <a:pt x="10236" y="1488"/>
                  <a:pt x="10276" y="1446"/>
                  <a:pt x="10305" y="1397"/>
                </a:cubicBezTo>
                <a:cubicBezTo>
                  <a:pt x="10310" y="1386"/>
                  <a:pt x="10319" y="1380"/>
                  <a:pt x="10327" y="1374"/>
                </a:cubicBezTo>
                <a:cubicBezTo>
                  <a:pt x="10336" y="1369"/>
                  <a:pt x="10347" y="1367"/>
                  <a:pt x="10357" y="1367"/>
                </a:cubicBezTo>
                <a:cubicBezTo>
                  <a:pt x="10368" y="1367"/>
                  <a:pt x="10380" y="1370"/>
                  <a:pt x="10389" y="1375"/>
                </a:cubicBezTo>
                <a:lnTo>
                  <a:pt x="10389" y="1375"/>
                </a:lnTo>
                <a:lnTo>
                  <a:pt x="10389" y="1375"/>
                </a:lnTo>
                <a:cubicBezTo>
                  <a:pt x="10407" y="1388"/>
                  <a:pt x="10419" y="1409"/>
                  <a:pt x="10419" y="1430"/>
                </a:cubicBezTo>
                <a:cubicBezTo>
                  <a:pt x="10419" y="1441"/>
                  <a:pt x="10416" y="1453"/>
                  <a:pt x="10410" y="1464"/>
                </a:cubicBezTo>
                <a:lnTo>
                  <a:pt x="10410" y="1464"/>
                </a:lnTo>
                <a:lnTo>
                  <a:pt x="10410" y="1464"/>
                </a:lnTo>
                <a:cubicBezTo>
                  <a:pt x="10370" y="1527"/>
                  <a:pt x="10315" y="1585"/>
                  <a:pt x="10252" y="1627"/>
                </a:cubicBezTo>
                <a:cubicBezTo>
                  <a:pt x="10186" y="1670"/>
                  <a:pt x="10112" y="1696"/>
                  <a:pt x="10031" y="1696"/>
                </a:cubicBezTo>
                <a:lnTo>
                  <a:pt x="9989" y="1696"/>
                </a:lnTo>
                <a:cubicBezTo>
                  <a:pt x="9864" y="1696"/>
                  <a:pt x="9749" y="1642"/>
                  <a:pt x="9668" y="1557"/>
                </a:cubicBezTo>
                <a:cubicBezTo>
                  <a:pt x="9587" y="1472"/>
                  <a:pt x="9536" y="1356"/>
                  <a:pt x="9536" y="1230"/>
                </a:cubicBezTo>
                <a:cubicBezTo>
                  <a:pt x="9536" y="1100"/>
                  <a:pt x="9587" y="983"/>
                  <a:pt x="9668" y="897"/>
                </a:cubicBezTo>
                <a:cubicBezTo>
                  <a:pt x="9751" y="813"/>
                  <a:pt x="9864" y="760"/>
                  <a:pt x="9991" y="760"/>
                </a:cubicBezTo>
                <a:cubicBezTo>
                  <a:pt x="10112" y="760"/>
                  <a:pt x="10220" y="807"/>
                  <a:pt x="10301" y="887"/>
                </a:cubicBezTo>
                <a:cubicBezTo>
                  <a:pt x="10382" y="966"/>
                  <a:pt x="10435" y="1075"/>
                  <a:pt x="10445" y="1200"/>
                </a:cubicBezTo>
                <a:close/>
                <a:moveTo>
                  <a:pt x="10305" y="1139"/>
                </a:moveTo>
                <a:cubicBezTo>
                  <a:pt x="10268" y="992"/>
                  <a:pt x="10139" y="887"/>
                  <a:pt x="9993" y="887"/>
                </a:cubicBezTo>
                <a:cubicBezTo>
                  <a:pt x="9841" y="887"/>
                  <a:pt x="9714" y="989"/>
                  <a:pt x="9675" y="1139"/>
                </a:cubicBezTo>
                <a:lnTo>
                  <a:pt x="10305" y="1139"/>
                </a:lnTo>
                <a:close/>
                <a:moveTo>
                  <a:pt x="4027" y="763"/>
                </a:moveTo>
                <a:cubicBezTo>
                  <a:pt x="3926" y="763"/>
                  <a:pt x="3836" y="802"/>
                  <a:pt x="3768" y="864"/>
                </a:cubicBezTo>
                <a:lnTo>
                  <a:pt x="3768" y="827"/>
                </a:lnTo>
                <a:cubicBezTo>
                  <a:pt x="3768" y="809"/>
                  <a:pt x="3761" y="793"/>
                  <a:pt x="3750" y="783"/>
                </a:cubicBezTo>
                <a:cubicBezTo>
                  <a:pt x="3740" y="770"/>
                  <a:pt x="3724" y="763"/>
                  <a:pt x="3706" y="763"/>
                </a:cubicBezTo>
                <a:cubicBezTo>
                  <a:pt x="3688" y="763"/>
                  <a:pt x="3670" y="770"/>
                  <a:pt x="3660" y="783"/>
                </a:cubicBezTo>
                <a:cubicBezTo>
                  <a:pt x="3649" y="795"/>
                  <a:pt x="3643" y="811"/>
                  <a:pt x="3643" y="827"/>
                </a:cubicBezTo>
                <a:lnTo>
                  <a:pt x="3643" y="1652"/>
                </a:lnTo>
                <a:lnTo>
                  <a:pt x="3644" y="1654"/>
                </a:lnTo>
                <a:lnTo>
                  <a:pt x="3644" y="1654"/>
                </a:lnTo>
                <a:cubicBezTo>
                  <a:pt x="3644" y="1657"/>
                  <a:pt x="3646" y="1659"/>
                  <a:pt x="3648" y="1663"/>
                </a:cubicBezTo>
                <a:cubicBezTo>
                  <a:pt x="3657" y="1679"/>
                  <a:pt x="3671" y="1689"/>
                  <a:pt x="3688" y="1694"/>
                </a:cubicBezTo>
                <a:lnTo>
                  <a:pt x="3690" y="1694"/>
                </a:lnTo>
                <a:lnTo>
                  <a:pt x="3704" y="1694"/>
                </a:lnTo>
                <a:cubicBezTo>
                  <a:pt x="3713" y="1694"/>
                  <a:pt x="3722" y="1693"/>
                  <a:pt x="3731" y="1689"/>
                </a:cubicBezTo>
                <a:cubicBezTo>
                  <a:pt x="3738" y="1686"/>
                  <a:pt x="3745" y="1680"/>
                  <a:pt x="3750" y="1673"/>
                </a:cubicBezTo>
                <a:lnTo>
                  <a:pt x="3750" y="1673"/>
                </a:lnTo>
                <a:cubicBezTo>
                  <a:pt x="3750" y="1673"/>
                  <a:pt x="3750" y="1671"/>
                  <a:pt x="3752" y="1671"/>
                </a:cubicBezTo>
                <a:lnTo>
                  <a:pt x="3752" y="1671"/>
                </a:lnTo>
                <a:cubicBezTo>
                  <a:pt x="3755" y="1668"/>
                  <a:pt x="3759" y="1663"/>
                  <a:pt x="3761" y="1659"/>
                </a:cubicBezTo>
                <a:cubicBezTo>
                  <a:pt x="3762" y="1654"/>
                  <a:pt x="3764" y="1650"/>
                  <a:pt x="3764" y="1645"/>
                </a:cubicBezTo>
                <a:lnTo>
                  <a:pt x="3764" y="1643"/>
                </a:lnTo>
                <a:lnTo>
                  <a:pt x="3764" y="1147"/>
                </a:lnTo>
                <a:cubicBezTo>
                  <a:pt x="3766" y="1077"/>
                  <a:pt x="3796" y="1012"/>
                  <a:pt x="3842" y="966"/>
                </a:cubicBezTo>
                <a:cubicBezTo>
                  <a:pt x="3888" y="920"/>
                  <a:pt x="3953" y="890"/>
                  <a:pt x="4023" y="890"/>
                </a:cubicBezTo>
                <a:cubicBezTo>
                  <a:pt x="4095" y="890"/>
                  <a:pt x="4159" y="918"/>
                  <a:pt x="4205" y="966"/>
                </a:cubicBezTo>
                <a:cubicBezTo>
                  <a:pt x="4251" y="1012"/>
                  <a:pt x="4279" y="1077"/>
                  <a:pt x="4279" y="1147"/>
                </a:cubicBezTo>
                <a:lnTo>
                  <a:pt x="4279" y="1634"/>
                </a:lnTo>
                <a:cubicBezTo>
                  <a:pt x="4279" y="1652"/>
                  <a:pt x="4286" y="1668"/>
                  <a:pt x="4298" y="1680"/>
                </a:cubicBezTo>
                <a:cubicBezTo>
                  <a:pt x="4310" y="1691"/>
                  <a:pt x="4326" y="1698"/>
                  <a:pt x="4342" y="1698"/>
                </a:cubicBezTo>
                <a:cubicBezTo>
                  <a:pt x="4360" y="1698"/>
                  <a:pt x="4376" y="1691"/>
                  <a:pt x="4386" y="1680"/>
                </a:cubicBezTo>
                <a:cubicBezTo>
                  <a:pt x="4399" y="1670"/>
                  <a:pt x="4406" y="1652"/>
                  <a:pt x="4406" y="1634"/>
                </a:cubicBezTo>
                <a:lnTo>
                  <a:pt x="4406" y="1147"/>
                </a:lnTo>
                <a:cubicBezTo>
                  <a:pt x="4413" y="936"/>
                  <a:pt x="4240" y="763"/>
                  <a:pt x="4027" y="763"/>
                </a:cubicBezTo>
                <a:close/>
                <a:moveTo>
                  <a:pt x="5294" y="901"/>
                </a:moveTo>
                <a:cubicBezTo>
                  <a:pt x="5375" y="985"/>
                  <a:pt x="5421" y="1103"/>
                  <a:pt x="5423" y="1230"/>
                </a:cubicBezTo>
                <a:cubicBezTo>
                  <a:pt x="5423" y="1356"/>
                  <a:pt x="5375" y="1472"/>
                  <a:pt x="5294" y="1559"/>
                </a:cubicBezTo>
                <a:cubicBezTo>
                  <a:pt x="5214" y="1643"/>
                  <a:pt x="5101" y="1698"/>
                  <a:pt x="4978" y="1698"/>
                </a:cubicBezTo>
                <a:cubicBezTo>
                  <a:pt x="4854" y="1698"/>
                  <a:pt x="4744" y="1644"/>
                  <a:pt x="4663" y="1559"/>
                </a:cubicBezTo>
                <a:cubicBezTo>
                  <a:pt x="4582" y="1475"/>
                  <a:pt x="4533" y="1356"/>
                  <a:pt x="4533" y="1230"/>
                </a:cubicBezTo>
                <a:cubicBezTo>
                  <a:pt x="4533" y="1103"/>
                  <a:pt x="4582" y="987"/>
                  <a:pt x="4663" y="901"/>
                </a:cubicBezTo>
                <a:cubicBezTo>
                  <a:pt x="4742" y="816"/>
                  <a:pt x="4855" y="761"/>
                  <a:pt x="4978" y="761"/>
                </a:cubicBezTo>
                <a:cubicBezTo>
                  <a:pt x="5103" y="761"/>
                  <a:pt x="5214" y="816"/>
                  <a:pt x="5294" y="901"/>
                </a:cubicBezTo>
                <a:close/>
                <a:moveTo>
                  <a:pt x="5296" y="1230"/>
                </a:moveTo>
                <a:cubicBezTo>
                  <a:pt x="5296" y="1135"/>
                  <a:pt x="5258" y="1049"/>
                  <a:pt x="5200" y="987"/>
                </a:cubicBezTo>
                <a:cubicBezTo>
                  <a:pt x="5141" y="925"/>
                  <a:pt x="5063" y="887"/>
                  <a:pt x="4978" y="887"/>
                </a:cubicBezTo>
                <a:cubicBezTo>
                  <a:pt x="4892" y="887"/>
                  <a:pt x="4813" y="925"/>
                  <a:pt x="4755" y="987"/>
                </a:cubicBezTo>
                <a:cubicBezTo>
                  <a:pt x="4696" y="1049"/>
                  <a:pt x="4659" y="1135"/>
                  <a:pt x="4659" y="1230"/>
                </a:cubicBezTo>
                <a:cubicBezTo>
                  <a:pt x="4659" y="1324"/>
                  <a:pt x="4696" y="1410"/>
                  <a:pt x="4755" y="1471"/>
                </a:cubicBezTo>
                <a:cubicBezTo>
                  <a:pt x="4813" y="1533"/>
                  <a:pt x="4892" y="1569"/>
                  <a:pt x="4978" y="1569"/>
                </a:cubicBezTo>
                <a:cubicBezTo>
                  <a:pt x="5065" y="1569"/>
                  <a:pt x="5144" y="1532"/>
                  <a:pt x="5200" y="1471"/>
                </a:cubicBezTo>
                <a:cubicBezTo>
                  <a:pt x="5259" y="1409"/>
                  <a:pt x="5296" y="1324"/>
                  <a:pt x="5296" y="1230"/>
                </a:cubicBezTo>
                <a:close/>
                <a:moveTo>
                  <a:pt x="6671" y="768"/>
                </a:moveTo>
                <a:lnTo>
                  <a:pt x="6671" y="768"/>
                </a:lnTo>
                <a:cubicBezTo>
                  <a:pt x="6669" y="768"/>
                  <a:pt x="6669" y="768"/>
                  <a:pt x="6671" y="768"/>
                </a:cubicBezTo>
                <a:cubicBezTo>
                  <a:pt x="6662" y="765"/>
                  <a:pt x="6655" y="763"/>
                  <a:pt x="6648" y="763"/>
                </a:cubicBezTo>
                <a:cubicBezTo>
                  <a:pt x="6636" y="763"/>
                  <a:pt x="6624" y="767"/>
                  <a:pt x="6613" y="774"/>
                </a:cubicBezTo>
                <a:cubicBezTo>
                  <a:pt x="6603" y="781"/>
                  <a:pt x="6593" y="790"/>
                  <a:pt x="6588" y="802"/>
                </a:cubicBezTo>
                <a:lnTo>
                  <a:pt x="6588" y="802"/>
                </a:lnTo>
                <a:lnTo>
                  <a:pt x="6345" y="1467"/>
                </a:lnTo>
                <a:lnTo>
                  <a:pt x="6158" y="1022"/>
                </a:lnTo>
                <a:lnTo>
                  <a:pt x="6158" y="1022"/>
                </a:lnTo>
                <a:cubicBezTo>
                  <a:pt x="6153" y="1010"/>
                  <a:pt x="6144" y="999"/>
                  <a:pt x="6133" y="994"/>
                </a:cubicBezTo>
                <a:cubicBezTo>
                  <a:pt x="6123" y="987"/>
                  <a:pt x="6110" y="983"/>
                  <a:pt x="6096" y="983"/>
                </a:cubicBezTo>
                <a:cubicBezTo>
                  <a:pt x="6084" y="983"/>
                  <a:pt x="6072" y="987"/>
                  <a:pt x="6061" y="994"/>
                </a:cubicBezTo>
                <a:cubicBezTo>
                  <a:pt x="6051" y="1001"/>
                  <a:pt x="6042" y="1010"/>
                  <a:pt x="6036" y="1022"/>
                </a:cubicBezTo>
                <a:lnTo>
                  <a:pt x="6036" y="1022"/>
                </a:lnTo>
                <a:lnTo>
                  <a:pt x="5848" y="1467"/>
                </a:lnTo>
                <a:lnTo>
                  <a:pt x="5603" y="802"/>
                </a:lnTo>
                <a:lnTo>
                  <a:pt x="5603" y="802"/>
                </a:lnTo>
                <a:cubicBezTo>
                  <a:pt x="5599" y="790"/>
                  <a:pt x="5591" y="779"/>
                  <a:pt x="5580" y="772"/>
                </a:cubicBezTo>
                <a:cubicBezTo>
                  <a:pt x="5569" y="765"/>
                  <a:pt x="5557" y="761"/>
                  <a:pt x="5545" y="761"/>
                </a:cubicBezTo>
                <a:cubicBezTo>
                  <a:pt x="5536" y="761"/>
                  <a:pt x="5529" y="763"/>
                  <a:pt x="5520" y="767"/>
                </a:cubicBezTo>
                <a:lnTo>
                  <a:pt x="5520" y="767"/>
                </a:lnTo>
                <a:lnTo>
                  <a:pt x="5520" y="767"/>
                </a:lnTo>
                <a:cubicBezTo>
                  <a:pt x="5497" y="777"/>
                  <a:pt x="5483" y="800"/>
                  <a:pt x="5483" y="825"/>
                </a:cubicBezTo>
                <a:cubicBezTo>
                  <a:pt x="5483" y="832"/>
                  <a:pt x="5485" y="841"/>
                  <a:pt x="5488" y="848"/>
                </a:cubicBezTo>
                <a:lnTo>
                  <a:pt x="5488" y="848"/>
                </a:lnTo>
                <a:lnTo>
                  <a:pt x="5790" y="1654"/>
                </a:lnTo>
                <a:lnTo>
                  <a:pt x="5790" y="1654"/>
                </a:lnTo>
                <a:cubicBezTo>
                  <a:pt x="5791" y="1659"/>
                  <a:pt x="5795" y="1666"/>
                  <a:pt x="5800" y="1671"/>
                </a:cubicBezTo>
                <a:cubicBezTo>
                  <a:pt x="5804" y="1675"/>
                  <a:pt x="5809" y="1679"/>
                  <a:pt x="5814" y="1682"/>
                </a:cubicBezTo>
                <a:cubicBezTo>
                  <a:pt x="5816" y="1684"/>
                  <a:pt x="5816" y="1684"/>
                  <a:pt x="5820" y="1686"/>
                </a:cubicBezTo>
                <a:cubicBezTo>
                  <a:pt x="5821" y="1687"/>
                  <a:pt x="5825" y="1687"/>
                  <a:pt x="5829" y="1689"/>
                </a:cubicBezTo>
                <a:cubicBezTo>
                  <a:pt x="5834" y="1691"/>
                  <a:pt x="5841" y="1693"/>
                  <a:pt x="5850" y="1693"/>
                </a:cubicBezTo>
                <a:cubicBezTo>
                  <a:pt x="5862" y="1693"/>
                  <a:pt x="5873" y="1689"/>
                  <a:pt x="5883" y="1682"/>
                </a:cubicBezTo>
                <a:cubicBezTo>
                  <a:pt x="5892" y="1675"/>
                  <a:pt x="5901" y="1666"/>
                  <a:pt x="5906" y="1654"/>
                </a:cubicBezTo>
                <a:lnTo>
                  <a:pt x="5906" y="1654"/>
                </a:lnTo>
                <a:lnTo>
                  <a:pt x="6096" y="1200"/>
                </a:lnTo>
                <a:lnTo>
                  <a:pt x="6287" y="1652"/>
                </a:lnTo>
                <a:lnTo>
                  <a:pt x="6287" y="1652"/>
                </a:lnTo>
                <a:cubicBezTo>
                  <a:pt x="6290" y="1664"/>
                  <a:pt x="6299" y="1673"/>
                  <a:pt x="6308" y="1680"/>
                </a:cubicBezTo>
                <a:cubicBezTo>
                  <a:pt x="6317" y="1687"/>
                  <a:pt x="6327" y="1693"/>
                  <a:pt x="6340" y="1693"/>
                </a:cubicBezTo>
                <a:lnTo>
                  <a:pt x="6348" y="1693"/>
                </a:lnTo>
                <a:cubicBezTo>
                  <a:pt x="6355" y="1693"/>
                  <a:pt x="6364" y="1691"/>
                  <a:pt x="6370" y="1689"/>
                </a:cubicBezTo>
                <a:cubicBezTo>
                  <a:pt x="6377" y="1687"/>
                  <a:pt x="6382" y="1684"/>
                  <a:pt x="6385" y="1680"/>
                </a:cubicBezTo>
                <a:cubicBezTo>
                  <a:pt x="6396" y="1673"/>
                  <a:pt x="6403" y="1661"/>
                  <a:pt x="6408" y="1650"/>
                </a:cubicBezTo>
                <a:lnTo>
                  <a:pt x="6408" y="1650"/>
                </a:lnTo>
                <a:lnTo>
                  <a:pt x="6708" y="848"/>
                </a:lnTo>
                <a:cubicBezTo>
                  <a:pt x="6711" y="841"/>
                  <a:pt x="6713" y="832"/>
                  <a:pt x="6713" y="825"/>
                </a:cubicBezTo>
                <a:cubicBezTo>
                  <a:pt x="6708" y="802"/>
                  <a:pt x="6694" y="779"/>
                  <a:pt x="6671" y="768"/>
                </a:cubicBezTo>
                <a:close/>
              </a:path>
            </a:pathLst>
          </a:custGeom>
          <a:solidFill>
            <a:schemeClr val="lt1"/>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42" name="PlaceHolder 3"/>
          <p:cNvSpPr>
            <a:spLocks noGrp="1"/>
          </p:cNvSpPr>
          <p:nvPr>
            <p:ph type="title"/>
          </p:nvPr>
        </p:nvSpPr>
        <p:spPr>
          <a:xfrm>
            <a:off x="366480" y="1188720"/>
            <a:ext cx="7408080" cy="1917360"/>
          </a:xfrm>
          <a:prstGeom prst="rect">
            <a:avLst/>
          </a:prstGeom>
          <a:noFill/>
          <a:ln w="0">
            <a:noFill/>
          </a:ln>
        </p:spPr>
        <p:txBody>
          <a:bodyPr lIns="91440" tIns="91440" rIns="91440" bIns="91440" anchor="b">
            <a:noAutofit/>
          </a:bodyPr>
          <a:lstStyle/>
          <a:p>
            <a:pPr indent="0">
              <a:lnSpc>
                <a:spcPct val="100000"/>
              </a:lnSpc>
              <a:buNone/>
              <a:tabLst>
                <a:tab pos="0" algn="l"/>
              </a:tabLst>
            </a:pPr>
            <a:r>
              <a:rPr lang="en-GB" sz="4400" b="0" u="none" strike="noStrike">
                <a:solidFill>
                  <a:srgbClr val="000000"/>
                </a:solidFill>
                <a:effectLst/>
                <a:uFillTx/>
                <a:latin typeface="Arial"/>
              </a:rPr>
              <a:t>Click to edit the title text format</a:t>
            </a:r>
          </a:p>
        </p:txBody>
      </p:sp>
      <p:sp>
        <p:nvSpPr>
          <p:cNvPr id="43" name="PlaceHolder 4"/>
          <p:cNvSpPr>
            <a:spLocks noGrp="1"/>
          </p:cNvSpPr>
          <p:nvPr>
            <p:ph type="body"/>
          </p:nvPr>
        </p:nvSpPr>
        <p:spPr>
          <a:xfrm>
            <a:off x="457200" y="1203480"/>
            <a:ext cx="8226720" cy="2980440"/>
          </a:xfrm>
          <a:prstGeom prst="rect">
            <a:avLst/>
          </a:prstGeom>
          <a:noFill/>
          <a:ln w="0">
            <a:noFill/>
          </a:ln>
        </p:spPr>
        <p:txBody>
          <a:bodyPr lIns="0" tIns="0" rIns="0" bIns="0" anchor="t">
            <a:normAutofit/>
          </a:bodyPr>
          <a:lstStyle/>
          <a:p>
            <a:pPr marL="432000" indent="-324000">
              <a:lnSpc>
                <a:spcPct val="100000"/>
              </a:lnSpc>
              <a:spcBef>
                <a:spcPts val="1417"/>
              </a:spcBef>
              <a:buClr>
                <a:srgbClr val="000000"/>
              </a:buClr>
              <a:buSzPct val="45000"/>
              <a:buFont typeface="Wingdings" charset="2"/>
              <a:buChar char=""/>
            </a:pPr>
            <a:r>
              <a:rPr lang="en-GB" sz="14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4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4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4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Seventh Outline Level</a:t>
            </a: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Data Cloud_1_1_1">
    <p:bg>
      <p:bgPr>
        <a:solidFill>
          <a:schemeClr val="accent1"/>
        </a:solidFill>
        <a:effectLst/>
      </p:bgPr>
    </p:bg>
    <p:spTree>
      <p:nvGrpSpPr>
        <p:cNvPr id="1" name=""/>
        <p:cNvGrpSpPr/>
        <p:nvPr/>
      </p:nvGrpSpPr>
      <p:grpSpPr>
        <a:xfrm>
          <a:off x="0" y="0"/>
          <a:ext cx="0" cy="0"/>
          <a:chOff x="0" y="0"/>
          <a:chExt cx="0" cy="0"/>
        </a:xfrm>
      </p:grpSpPr>
      <p:sp>
        <p:nvSpPr>
          <p:cNvPr id="44" name="Google Shape;9;p1"/>
          <p:cNvSpPr/>
          <p:nvPr/>
        </p:nvSpPr>
        <p:spPr>
          <a:xfrm>
            <a:off x="3837240" y="-655560"/>
            <a:ext cx="5303880" cy="16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a:lnSpc>
                <a:spcPct val="100000"/>
              </a:lnSpc>
              <a:tabLst>
                <a:tab pos="0" algn="l"/>
              </a:tabLst>
            </a:pPr>
            <a:r>
              <a:rPr lang="en" sz="800" b="0" u="none" strike="noStrike">
                <a:solidFill>
                  <a:srgbClr val="C8C8C8"/>
                </a:solidFill>
                <a:effectLst/>
                <a:uFillTx/>
                <a:latin typeface="Arial"/>
                <a:ea typeface="Arial"/>
              </a:rPr>
              <a:t>SNOWFLAKE GSLIDES THEME 2026.01</a:t>
            </a:r>
            <a:endParaRPr lang="en-GB" sz="800" b="0" u="none" strike="noStrike">
              <a:solidFill>
                <a:srgbClr val="000000"/>
              </a:solidFill>
              <a:effectLst/>
              <a:uFillTx/>
              <a:latin typeface="Arial"/>
            </a:endParaRPr>
          </a:p>
        </p:txBody>
      </p:sp>
      <p:grpSp>
        <p:nvGrpSpPr>
          <p:cNvPr id="45" name="Google Shape;175;p19"/>
          <p:cNvGrpSpPr/>
          <p:nvPr/>
        </p:nvGrpSpPr>
        <p:grpSpPr>
          <a:xfrm>
            <a:off x="5110920" y="2880"/>
            <a:ext cx="1160280" cy="5154120"/>
            <a:chOff x="5110920" y="2880"/>
            <a:chExt cx="1160280" cy="5154120"/>
          </a:xfrm>
        </p:grpSpPr>
        <p:pic>
          <p:nvPicPr>
            <p:cNvPr id="46" name="Google Shape;176;p19"/>
            <p:cNvPicPr/>
            <p:nvPr/>
          </p:nvPicPr>
          <p:blipFill>
            <a:blip r:embed="rId2"/>
            <a:stretch/>
          </p:blipFill>
          <p:spPr>
            <a:xfrm rot="16200000">
              <a:off x="4404240" y="3290040"/>
              <a:ext cx="2573640" cy="1160280"/>
            </a:xfrm>
            <a:prstGeom prst="rect">
              <a:avLst/>
            </a:prstGeom>
            <a:noFill/>
            <a:ln w="0">
              <a:noFill/>
            </a:ln>
          </p:spPr>
        </p:pic>
        <p:pic>
          <p:nvPicPr>
            <p:cNvPr id="47" name="Google Shape;177;p19"/>
            <p:cNvPicPr/>
            <p:nvPr/>
          </p:nvPicPr>
          <p:blipFill>
            <a:blip r:embed="rId3"/>
            <a:srcRect t="138" b="138"/>
            <a:stretch/>
          </p:blipFill>
          <p:spPr>
            <a:xfrm rot="16200000">
              <a:off x="4404240" y="709560"/>
              <a:ext cx="2573640" cy="1160280"/>
            </a:xfrm>
            <a:prstGeom prst="rect">
              <a:avLst/>
            </a:prstGeom>
            <a:noFill/>
            <a:ln w="0">
              <a:noFill/>
            </a:ln>
          </p:spPr>
        </p:pic>
      </p:grpSp>
      <p:grpSp>
        <p:nvGrpSpPr>
          <p:cNvPr id="48" name="Google Shape;178;p19"/>
          <p:cNvGrpSpPr/>
          <p:nvPr/>
        </p:nvGrpSpPr>
        <p:grpSpPr>
          <a:xfrm>
            <a:off x="5110920" y="2880"/>
            <a:ext cx="1160280" cy="5154120"/>
            <a:chOff x="5110920" y="2880"/>
            <a:chExt cx="1160280" cy="5154120"/>
          </a:xfrm>
        </p:grpSpPr>
        <p:pic>
          <p:nvPicPr>
            <p:cNvPr id="49" name="Google Shape;179;p19"/>
            <p:cNvPicPr/>
            <p:nvPr/>
          </p:nvPicPr>
          <p:blipFill>
            <a:blip r:embed="rId2"/>
            <a:stretch/>
          </p:blipFill>
          <p:spPr>
            <a:xfrm rot="16200000">
              <a:off x="4404240" y="3290040"/>
              <a:ext cx="2573640" cy="1160280"/>
            </a:xfrm>
            <a:prstGeom prst="rect">
              <a:avLst/>
            </a:prstGeom>
            <a:noFill/>
            <a:ln w="0">
              <a:noFill/>
            </a:ln>
          </p:spPr>
        </p:pic>
        <p:pic>
          <p:nvPicPr>
            <p:cNvPr id="50" name="Google Shape;180;p19"/>
            <p:cNvPicPr/>
            <p:nvPr/>
          </p:nvPicPr>
          <p:blipFill>
            <a:blip r:embed="rId3"/>
            <a:srcRect t="138" b="138"/>
            <a:stretch/>
          </p:blipFill>
          <p:spPr>
            <a:xfrm rot="16200000">
              <a:off x="4404240" y="709560"/>
              <a:ext cx="2573640" cy="1160280"/>
            </a:xfrm>
            <a:prstGeom prst="rect">
              <a:avLst/>
            </a:prstGeom>
            <a:noFill/>
            <a:ln w="0">
              <a:noFill/>
            </a:ln>
          </p:spPr>
        </p:pic>
      </p:grpSp>
      <p:sp>
        <p:nvSpPr>
          <p:cNvPr id="51" name="PlaceHolder 1"/>
          <p:cNvSpPr>
            <a:spLocks noGrp="1"/>
          </p:cNvSpPr>
          <p:nvPr>
            <p:ph type="sldNum" idx="4"/>
          </p:nvPr>
        </p:nvSpPr>
        <p:spPr>
          <a:xfrm>
            <a:off x="8229600" y="4862520"/>
            <a:ext cx="470880" cy="91800"/>
          </a:xfrm>
          <a:prstGeom prst="rect">
            <a:avLst/>
          </a:prstGeom>
          <a:noFill/>
          <a:ln w="0">
            <a:noFill/>
          </a:ln>
        </p:spPr>
        <p:txBody>
          <a:bodyPr lIns="0" tIns="0" rIns="0" bIns="0" anchor="b">
            <a:spAutoFit/>
          </a:bodyPr>
          <a:lstStyle>
            <a:lvl1pPr indent="0" algn="r">
              <a:lnSpc>
                <a:spcPct val="100000"/>
              </a:lnSpc>
              <a:buNone/>
              <a:tabLst>
                <a:tab pos="0" algn="l"/>
              </a:tabLst>
              <a:defRPr lang="en" sz="600" b="0" u="none" strike="noStrike">
                <a:solidFill>
                  <a:srgbClr val="929292"/>
                </a:solidFill>
                <a:effectLst/>
                <a:uFillTx/>
                <a:latin typeface="Arial"/>
                <a:ea typeface="Arial"/>
              </a:defRPr>
            </a:lvl1pPr>
          </a:lstStyle>
          <a:p>
            <a:pPr indent="0" algn="r">
              <a:lnSpc>
                <a:spcPct val="100000"/>
              </a:lnSpc>
              <a:buNone/>
              <a:tabLst>
                <a:tab pos="0" algn="l"/>
              </a:tabLst>
            </a:pPr>
            <a:fld id="{B339C67B-4B18-477A-810F-B9CEC31F655E}" type="slidenum">
              <a:rPr lang="en" sz="600" b="0" u="none" strike="noStrike">
                <a:solidFill>
                  <a:srgbClr val="929292"/>
                </a:solidFill>
                <a:effectLst/>
                <a:uFillTx/>
                <a:latin typeface="Arial"/>
                <a:ea typeface="Arial"/>
              </a:rPr>
              <a:t>‹#›</a:t>
            </a:fld>
            <a:endParaRPr lang="en-GB" sz="600" b="0" u="none" strike="noStrike">
              <a:solidFill>
                <a:srgbClr val="000000"/>
              </a:solidFill>
              <a:effectLst/>
              <a:uFillTx/>
              <a:latin typeface="Times New Roman"/>
            </a:endParaRPr>
          </a:p>
        </p:txBody>
      </p:sp>
      <p:sp>
        <p:nvSpPr>
          <p:cNvPr id="52" name="Google Shape;182;p19"/>
          <p:cNvSpPr/>
          <p:nvPr/>
        </p:nvSpPr>
        <p:spPr>
          <a:xfrm>
            <a:off x="456840" y="4898880"/>
            <a:ext cx="1632960" cy="8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tabLst>
                <a:tab pos="0" algn="l"/>
              </a:tabLst>
            </a:pPr>
            <a:r>
              <a:rPr lang="en" sz="600" b="0" u="none" strike="noStrike">
                <a:solidFill>
                  <a:schemeClr val="dk1"/>
                </a:solidFill>
                <a:effectLst/>
                <a:uFillTx/>
                <a:latin typeface="Arial"/>
                <a:ea typeface="Arial"/>
              </a:rPr>
              <a:t>© 2026 Snowflake Inc. All Rights Reserved</a:t>
            </a:r>
            <a:endParaRPr lang="en-GB" sz="600" b="0" u="none" strike="noStrike">
              <a:solidFill>
                <a:srgbClr val="000000"/>
              </a:solidFill>
              <a:effectLst/>
              <a:uFillTx/>
              <a:latin typeface="Arial"/>
            </a:endParaRPr>
          </a:p>
        </p:txBody>
      </p:sp>
      <p:sp>
        <p:nvSpPr>
          <p:cNvPr id="53" name="PlaceHolder 2"/>
          <p:cNvSpPr>
            <a:spLocks noGrp="1"/>
          </p:cNvSpPr>
          <p:nvPr>
            <p:ph type="title"/>
          </p:nvPr>
        </p:nvSpPr>
        <p:spPr>
          <a:xfrm>
            <a:off x="366480" y="1188720"/>
            <a:ext cx="5727960" cy="1917360"/>
          </a:xfrm>
          <a:prstGeom prst="rect">
            <a:avLst/>
          </a:prstGeom>
          <a:noFill/>
          <a:ln w="0">
            <a:noFill/>
          </a:ln>
        </p:spPr>
        <p:txBody>
          <a:bodyPr lIns="91440" tIns="91440" rIns="91440" bIns="91440" anchor="b">
            <a:noAutofit/>
          </a:bodyPr>
          <a:lstStyle/>
          <a:p>
            <a:pPr indent="0">
              <a:lnSpc>
                <a:spcPct val="100000"/>
              </a:lnSpc>
              <a:buNone/>
              <a:tabLst>
                <a:tab pos="0" algn="l"/>
              </a:tabLst>
            </a:pPr>
            <a:r>
              <a:rPr lang="en-GB" sz="4400" b="0" u="none" strike="noStrike">
                <a:solidFill>
                  <a:srgbClr val="000000"/>
                </a:solidFill>
                <a:effectLst/>
                <a:uFillTx/>
                <a:latin typeface="Arial"/>
              </a:rPr>
              <a:t>Click to edit the title text format</a:t>
            </a:r>
          </a:p>
        </p:txBody>
      </p:sp>
      <p:sp>
        <p:nvSpPr>
          <p:cNvPr id="54" name="PlaceHolder 3"/>
          <p:cNvSpPr>
            <a:spLocks noGrp="1"/>
          </p:cNvSpPr>
          <p:nvPr>
            <p:ph type="title"/>
          </p:nvPr>
        </p:nvSpPr>
        <p:spPr>
          <a:xfrm>
            <a:off x="366480" y="3160440"/>
            <a:ext cx="5392080" cy="439560"/>
          </a:xfrm>
          <a:prstGeom prst="rect">
            <a:avLst/>
          </a:prstGeom>
          <a:noFill/>
          <a:ln w="0">
            <a:noFill/>
          </a:ln>
        </p:spPr>
        <p:txBody>
          <a:bodyPr lIns="91440" tIns="91440" rIns="91440" bIns="91440" anchor="t">
            <a:noAutofit/>
          </a:bodyPr>
          <a:lstStyle/>
          <a:p>
            <a:pPr indent="0">
              <a:lnSpc>
                <a:spcPct val="100000"/>
              </a:lnSpc>
              <a:buNone/>
              <a:tabLst>
                <a:tab pos="0" algn="l"/>
              </a:tabLst>
            </a:pPr>
            <a:r>
              <a:rPr lang="en-GB" sz="1800" b="0" u="none" strike="noStrike">
                <a:solidFill>
                  <a:srgbClr val="000000"/>
                </a:solidFill>
                <a:effectLst/>
                <a:uFillTx/>
                <a:latin typeface="Arial"/>
              </a:rPr>
              <a:t>Click to edit the title text format</a:t>
            </a:r>
          </a:p>
        </p:txBody>
      </p:sp>
      <p:sp>
        <p:nvSpPr>
          <p:cNvPr id="55" name="PlaceHolder 4"/>
          <p:cNvSpPr>
            <a:spLocks noGrp="1"/>
          </p:cNvSpPr>
          <p:nvPr>
            <p:ph type="title"/>
          </p:nvPr>
        </p:nvSpPr>
        <p:spPr>
          <a:xfrm>
            <a:off x="366480" y="4359600"/>
            <a:ext cx="4202640" cy="271440"/>
          </a:xfrm>
          <a:prstGeom prst="rect">
            <a:avLst/>
          </a:prstGeom>
          <a:noFill/>
          <a:ln w="0">
            <a:noFill/>
          </a:ln>
        </p:spPr>
        <p:txBody>
          <a:bodyPr lIns="91440" tIns="91440" rIns="91440" bIns="91440" anchor="b">
            <a:noAutofit/>
          </a:bodyPr>
          <a:lstStyle/>
          <a:p>
            <a:pPr indent="0">
              <a:lnSpc>
                <a:spcPct val="100000"/>
              </a:lnSpc>
              <a:buNone/>
              <a:tabLst>
                <a:tab pos="0" algn="l"/>
              </a:tabLst>
            </a:pPr>
            <a:r>
              <a:rPr lang="en-GB" sz="1400" b="0" u="none" strike="noStrike">
                <a:solidFill>
                  <a:srgbClr val="000000"/>
                </a:solidFill>
                <a:effectLst/>
                <a:uFillTx/>
                <a:latin typeface="Arial"/>
              </a:rPr>
              <a:t>Click to edit the title text format</a:t>
            </a:r>
          </a:p>
        </p:txBody>
      </p:sp>
      <p:sp>
        <p:nvSpPr>
          <p:cNvPr id="56" name="Google Shape;186;p19"/>
          <p:cNvSpPr/>
          <p:nvPr/>
        </p:nvSpPr>
        <p:spPr>
          <a:xfrm>
            <a:off x="6097680" y="0"/>
            <a:ext cx="3043800" cy="5140800"/>
          </a:xfrm>
          <a:prstGeom prst="rect">
            <a:avLst/>
          </a:prstGeom>
          <a:solidFill>
            <a:schemeClr val="lt2"/>
          </a:solidFill>
          <a:ln w="0">
            <a:noFill/>
          </a:ln>
        </p:spPr>
        <p:style>
          <a:lnRef idx="0">
            <a:scrgbClr r="0" g="0" b="0"/>
          </a:lnRef>
          <a:fillRef idx="0">
            <a:scrgbClr r="0" g="0" b="0"/>
          </a:fillRef>
          <a:effectRef idx="0">
            <a:scrgbClr r="0" g="0" b="0"/>
          </a:effectRef>
          <a:fontRef idx="minor"/>
        </p:style>
        <p:txBody>
          <a:bodyPr lIns="90000" tIns="91440" rIns="90000" bIns="9144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57" name="Google Shape;187;p19"/>
          <p:cNvSpPr/>
          <p:nvPr/>
        </p:nvSpPr>
        <p:spPr>
          <a:xfrm>
            <a:off x="457200" y="548640"/>
            <a:ext cx="1825920" cy="415080"/>
          </a:xfrm>
          <a:custGeom>
            <a:avLst/>
            <a:gdLst>
              <a:gd name="textAreaLeft" fmla="*/ 0 w 1825920"/>
              <a:gd name="textAreaRight" fmla="*/ 1828800 w 1825920"/>
              <a:gd name="textAreaTop" fmla="*/ 0 h 415080"/>
              <a:gd name="textAreaBottom" fmla="*/ 417960 h 415080"/>
            </a:gdLst>
            <a:ahLst/>
            <a:cxnLst/>
            <a:rect l="textAreaLeft" t="textAreaTop" r="textAreaRight" b="textAreaBottom"/>
            <a:pathLst>
              <a:path w="10771" h="2451">
                <a:moveTo>
                  <a:pt x="10625" y="726"/>
                </a:moveTo>
                <a:lnTo>
                  <a:pt x="10597" y="726"/>
                </a:lnTo>
                <a:lnTo>
                  <a:pt x="10597" y="761"/>
                </a:lnTo>
                <a:lnTo>
                  <a:pt x="10625" y="761"/>
                </a:lnTo>
                <a:cubicBezTo>
                  <a:pt x="10638" y="761"/>
                  <a:pt x="10646" y="756"/>
                  <a:pt x="10646" y="744"/>
                </a:cubicBezTo>
                <a:cubicBezTo>
                  <a:pt x="10646" y="731"/>
                  <a:pt x="10639" y="726"/>
                  <a:pt x="10625" y="726"/>
                </a:cubicBezTo>
                <a:close/>
                <a:moveTo>
                  <a:pt x="10562" y="693"/>
                </a:moveTo>
                <a:lnTo>
                  <a:pt x="10625" y="693"/>
                </a:lnTo>
                <a:cubicBezTo>
                  <a:pt x="10660" y="693"/>
                  <a:pt x="10683" y="712"/>
                  <a:pt x="10683" y="742"/>
                </a:cubicBezTo>
                <a:cubicBezTo>
                  <a:pt x="10683" y="760"/>
                  <a:pt x="10675" y="774"/>
                  <a:pt x="10660" y="783"/>
                </a:cubicBezTo>
                <a:lnTo>
                  <a:pt x="10685" y="820"/>
                </a:lnTo>
                <a:lnTo>
                  <a:pt x="10685" y="827"/>
                </a:lnTo>
                <a:lnTo>
                  <a:pt x="10648" y="827"/>
                </a:lnTo>
                <a:lnTo>
                  <a:pt x="10623" y="791"/>
                </a:lnTo>
                <a:lnTo>
                  <a:pt x="10595" y="791"/>
                </a:lnTo>
                <a:lnTo>
                  <a:pt x="10595" y="827"/>
                </a:lnTo>
                <a:lnTo>
                  <a:pt x="10560" y="827"/>
                </a:lnTo>
                <a:lnTo>
                  <a:pt x="10560" y="693"/>
                </a:lnTo>
                <a:lnTo>
                  <a:pt x="10562" y="693"/>
                </a:lnTo>
                <a:close/>
                <a:moveTo>
                  <a:pt x="10742" y="761"/>
                </a:moveTo>
                <a:cubicBezTo>
                  <a:pt x="10742" y="691"/>
                  <a:pt x="10694" y="636"/>
                  <a:pt x="10622" y="636"/>
                </a:cubicBezTo>
                <a:cubicBezTo>
                  <a:pt x="10551" y="636"/>
                  <a:pt x="10504" y="687"/>
                  <a:pt x="10504" y="761"/>
                </a:cubicBezTo>
                <a:cubicBezTo>
                  <a:pt x="10504" y="832"/>
                  <a:pt x="10551" y="887"/>
                  <a:pt x="10622" y="887"/>
                </a:cubicBezTo>
                <a:cubicBezTo>
                  <a:pt x="10694" y="888"/>
                  <a:pt x="10742" y="834"/>
                  <a:pt x="10742" y="761"/>
                </a:cubicBezTo>
                <a:close/>
                <a:moveTo>
                  <a:pt x="10770" y="761"/>
                </a:moveTo>
                <a:cubicBezTo>
                  <a:pt x="10770" y="846"/>
                  <a:pt x="10713" y="915"/>
                  <a:pt x="10620" y="915"/>
                </a:cubicBezTo>
                <a:cubicBezTo>
                  <a:pt x="10527" y="915"/>
                  <a:pt x="10472" y="844"/>
                  <a:pt x="10472" y="761"/>
                </a:cubicBezTo>
                <a:cubicBezTo>
                  <a:pt x="10472" y="677"/>
                  <a:pt x="10527" y="608"/>
                  <a:pt x="10620" y="608"/>
                </a:cubicBezTo>
                <a:cubicBezTo>
                  <a:pt x="10715" y="608"/>
                  <a:pt x="10770" y="679"/>
                  <a:pt x="10770" y="761"/>
                </a:cubicBezTo>
                <a:close/>
                <a:moveTo>
                  <a:pt x="2384" y="1061"/>
                </a:moveTo>
                <a:lnTo>
                  <a:pt x="2095" y="1228"/>
                </a:lnTo>
                <a:lnTo>
                  <a:pt x="2384" y="1395"/>
                </a:lnTo>
                <a:cubicBezTo>
                  <a:pt x="2457" y="1437"/>
                  <a:pt x="2483" y="1530"/>
                  <a:pt x="2441" y="1603"/>
                </a:cubicBezTo>
                <a:cubicBezTo>
                  <a:pt x="2398" y="1675"/>
                  <a:pt x="2305" y="1700"/>
                  <a:pt x="2233" y="1659"/>
                </a:cubicBezTo>
                <a:lnTo>
                  <a:pt x="1717" y="1361"/>
                </a:lnTo>
                <a:cubicBezTo>
                  <a:pt x="1681" y="1342"/>
                  <a:pt x="1658" y="1310"/>
                  <a:pt x="1648" y="1275"/>
                </a:cubicBezTo>
                <a:cubicBezTo>
                  <a:pt x="1642" y="1259"/>
                  <a:pt x="1641" y="1242"/>
                  <a:pt x="1641" y="1227"/>
                </a:cubicBezTo>
                <a:cubicBezTo>
                  <a:pt x="1641" y="1214"/>
                  <a:pt x="1642" y="1202"/>
                  <a:pt x="1646" y="1191"/>
                </a:cubicBezTo>
                <a:cubicBezTo>
                  <a:pt x="1657" y="1154"/>
                  <a:pt x="1681" y="1121"/>
                  <a:pt x="1717" y="1100"/>
                </a:cubicBezTo>
                <a:lnTo>
                  <a:pt x="2233" y="802"/>
                </a:lnTo>
                <a:cubicBezTo>
                  <a:pt x="2305" y="760"/>
                  <a:pt x="2398" y="784"/>
                  <a:pt x="2441" y="858"/>
                </a:cubicBezTo>
                <a:cubicBezTo>
                  <a:pt x="2483" y="925"/>
                  <a:pt x="2457" y="1019"/>
                  <a:pt x="2384" y="1061"/>
                </a:cubicBezTo>
                <a:close/>
                <a:moveTo>
                  <a:pt x="2111" y="1869"/>
                </a:moveTo>
                <a:lnTo>
                  <a:pt x="1595" y="1571"/>
                </a:lnTo>
                <a:cubicBezTo>
                  <a:pt x="1567" y="1555"/>
                  <a:pt x="1537" y="1548"/>
                  <a:pt x="1507" y="1552"/>
                </a:cubicBezTo>
                <a:cubicBezTo>
                  <a:pt x="1428" y="1557"/>
                  <a:pt x="1366" y="1624"/>
                  <a:pt x="1366" y="1703"/>
                </a:cubicBezTo>
                <a:lnTo>
                  <a:pt x="1366" y="2299"/>
                </a:lnTo>
                <a:cubicBezTo>
                  <a:pt x="1366" y="2383"/>
                  <a:pt x="1435" y="2450"/>
                  <a:pt x="1517" y="2450"/>
                </a:cubicBezTo>
                <a:cubicBezTo>
                  <a:pt x="1602" y="2450"/>
                  <a:pt x="1669" y="2382"/>
                  <a:pt x="1669" y="2299"/>
                </a:cubicBezTo>
                <a:lnTo>
                  <a:pt x="1669" y="1964"/>
                </a:lnTo>
                <a:lnTo>
                  <a:pt x="1958" y="2131"/>
                </a:lnTo>
                <a:cubicBezTo>
                  <a:pt x="2030" y="2174"/>
                  <a:pt x="2124" y="2149"/>
                  <a:pt x="2166" y="2077"/>
                </a:cubicBezTo>
                <a:cubicBezTo>
                  <a:pt x="2208" y="2005"/>
                  <a:pt x="2183" y="1911"/>
                  <a:pt x="2111" y="1869"/>
                </a:cubicBezTo>
                <a:close/>
                <a:moveTo>
                  <a:pt x="1514" y="1284"/>
                </a:moveTo>
                <a:lnTo>
                  <a:pt x="1299" y="1499"/>
                </a:lnTo>
                <a:cubicBezTo>
                  <a:pt x="1294" y="1506"/>
                  <a:pt x="1281" y="1511"/>
                  <a:pt x="1272" y="1511"/>
                </a:cubicBezTo>
                <a:lnTo>
                  <a:pt x="1257" y="1511"/>
                </a:lnTo>
                <a:lnTo>
                  <a:pt x="1225" y="1511"/>
                </a:lnTo>
                <a:lnTo>
                  <a:pt x="1209" y="1511"/>
                </a:lnTo>
                <a:cubicBezTo>
                  <a:pt x="1200" y="1511"/>
                  <a:pt x="1188" y="1506"/>
                  <a:pt x="1183" y="1499"/>
                </a:cubicBezTo>
                <a:lnTo>
                  <a:pt x="968" y="1284"/>
                </a:lnTo>
                <a:cubicBezTo>
                  <a:pt x="962" y="1279"/>
                  <a:pt x="957" y="1266"/>
                  <a:pt x="957" y="1257"/>
                </a:cubicBezTo>
                <a:lnTo>
                  <a:pt x="957" y="1243"/>
                </a:lnTo>
                <a:lnTo>
                  <a:pt x="957" y="1211"/>
                </a:lnTo>
                <a:lnTo>
                  <a:pt x="957" y="1195"/>
                </a:lnTo>
                <a:cubicBezTo>
                  <a:pt x="957" y="1186"/>
                  <a:pt x="962" y="1174"/>
                  <a:pt x="968" y="1168"/>
                </a:cubicBezTo>
                <a:lnTo>
                  <a:pt x="1183" y="954"/>
                </a:lnTo>
                <a:cubicBezTo>
                  <a:pt x="1190" y="946"/>
                  <a:pt x="1200" y="943"/>
                  <a:pt x="1209" y="943"/>
                </a:cubicBezTo>
                <a:lnTo>
                  <a:pt x="1225" y="943"/>
                </a:lnTo>
                <a:lnTo>
                  <a:pt x="1257" y="943"/>
                </a:lnTo>
                <a:lnTo>
                  <a:pt x="1272" y="943"/>
                </a:lnTo>
                <a:cubicBezTo>
                  <a:pt x="1281" y="943"/>
                  <a:pt x="1294" y="948"/>
                  <a:pt x="1299" y="954"/>
                </a:cubicBezTo>
                <a:lnTo>
                  <a:pt x="1514" y="1168"/>
                </a:lnTo>
                <a:cubicBezTo>
                  <a:pt x="1519" y="1174"/>
                  <a:pt x="1524" y="1186"/>
                  <a:pt x="1524" y="1195"/>
                </a:cubicBezTo>
                <a:lnTo>
                  <a:pt x="1524" y="1211"/>
                </a:lnTo>
                <a:lnTo>
                  <a:pt x="1524" y="1243"/>
                </a:lnTo>
                <a:lnTo>
                  <a:pt x="1524" y="1257"/>
                </a:lnTo>
                <a:cubicBezTo>
                  <a:pt x="1526" y="1266"/>
                  <a:pt x="1521" y="1279"/>
                  <a:pt x="1514" y="1284"/>
                </a:cubicBezTo>
                <a:close/>
                <a:moveTo>
                  <a:pt x="1343" y="1227"/>
                </a:moveTo>
                <a:cubicBezTo>
                  <a:pt x="1343" y="1218"/>
                  <a:pt x="1338" y="1205"/>
                  <a:pt x="1332" y="1200"/>
                </a:cubicBezTo>
                <a:lnTo>
                  <a:pt x="1271" y="1139"/>
                </a:lnTo>
                <a:cubicBezTo>
                  <a:pt x="1265" y="1133"/>
                  <a:pt x="1253" y="1128"/>
                  <a:pt x="1244" y="1128"/>
                </a:cubicBezTo>
                <a:lnTo>
                  <a:pt x="1242" y="1128"/>
                </a:lnTo>
                <a:cubicBezTo>
                  <a:pt x="1234" y="1128"/>
                  <a:pt x="1221" y="1133"/>
                  <a:pt x="1216" y="1139"/>
                </a:cubicBezTo>
                <a:lnTo>
                  <a:pt x="1154" y="1200"/>
                </a:lnTo>
                <a:cubicBezTo>
                  <a:pt x="1147" y="1207"/>
                  <a:pt x="1144" y="1220"/>
                  <a:pt x="1144" y="1227"/>
                </a:cubicBezTo>
                <a:lnTo>
                  <a:pt x="1144" y="1228"/>
                </a:lnTo>
                <a:cubicBezTo>
                  <a:pt x="1144" y="1237"/>
                  <a:pt x="1149" y="1249"/>
                  <a:pt x="1154" y="1254"/>
                </a:cubicBezTo>
                <a:lnTo>
                  <a:pt x="1216" y="1316"/>
                </a:lnTo>
                <a:cubicBezTo>
                  <a:pt x="1221" y="1321"/>
                  <a:pt x="1234" y="1326"/>
                  <a:pt x="1242" y="1326"/>
                </a:cubicBezTo>
                <a:lnTo>
                  <a:pt x="1244" y="1326"/>
                </a:lnTo>
                <a:cubicBezTo>
                  <a:pt x="1253" y="1326"/>
                  <a:pt x="1265" y="1321"/>
                  <a:pt x="1271" y="1316"/>
                </a:cubicBezTo>
                <a:lnTo>
                  <a:pt x="1332" y="1254"/>
                </a:lnTo>
                <a:cubicBezTo>
                  <a:pt x="1338" y="1247"/>
                  <a:pt x="1343" y="1237"/>
                  <a:pt x="1343" y="1228"/>
                </a:cubicBezTo>
                <a:lnTo>
                  <a:pt x="1343" y="1227"/>
                </a:lnTo>
                <a:close/>
                <a:moveTo>
                  <a:pt x="370" y="583"/>
                </a:moveTo>
                <a:lnTo>
                  <a:pt x="887" y="881"/>
                </a:lnTo>
                <a:cubicBezTo>
                  <a:pt x="915" y="897"/>
                  <a:pt x="945" y="904"/>
                  <a:pt x="975" y="901"/>
                </a:cubicBezTo>
                <a:cubicBezTo>
                  <a:pt x="1054" y="895"/>
                  <a:pt x="1116" y="828"/>
                  <a:pt x="1116" y="749"/>
                </a:cubicBezTo>
                <a:lnTo>
                  <a:pt x="1116" y="152"/>
                </a:lnTo>
                <a:cubicBezTo>
                  <a:pt x="1116" y="67"/>
                  <a:pt x="1047" y="0"/>
                  <a:pt x="964" y="0"/>
                </a:cubicBezTo>
                <a:cubicBezTo>
                  <a:pt x="879" y="0"/>
                  <a:pt x="812" y="69"/>
                  <a:pt x="812" y="152"/>
                </a:cubicBezTo>
                <a:lnTo>
                  <a:pt x="812" y="487"/>
                </a:lnTo>
                <a:lnTo>
                  <a:pt x="523" y="319"/>
                </a:lnTo>
                <a:cubicBezTo>
                  <a:pt x="451" y="277"/>
                  <a:pt x="358" y="302"/>
                  <a:pt x="316" y="376"/>
                </a:cubicBezTo>
                <a:cubicBezTo>
                  <a:pt x="273" y="450"/>
                  <a:pt x="298" y="543"/>
                  <a:pt x="370" y="583"/>
                </a:cubicBezTo>
                <a:close/>
                <a:moveTo>
                  <a:pt x="1505" y="902"/>
                </a:moveTo>
                <a:cubicBezTo>
                  <a:pt x="1535" y="904"/>
                  <a:pt x="1565" y="899"/>
                  <a:pt x="1593" y="883"/>
                </a:cubicBezTo>
                <a:lnTo>
                  <a:pt x="2109" y="585"/>
                </a:lnTo>
                <a:cubicBezTo>
                  <a:pt x="2182" y="543"/>
                  <a:pt x="2206" y="450"/>
                  <a:pt x="2166" y="377"/>
                </a:cubicBezTo>
                <a:cubicBezTo>
                  <a:pt x="2124" y="305"/>
                  <a:pt x="2030" y="280"/>
                  <a:pt x="1958" y="321"/>
                </a:cubicBezTo>
                <a:lnTo>
                  <a:pt x="1669" y="488"/>
                </a:lnTo>
                <a:lnTo>
                  <a:pt x="1669" y="153"/>
                </a:lnTo>
                <a:cubicBezTo>
                  <a:pt x="1669" y="69"/>
                  <a:pt x="1600" y="2"/>
                  <a:pt x="1517" y="2"/>
                </a:cubicBezTo>
                <a:cubicBezTo>
                  <a:pt x="1433" y="2"/>
                  <a:pt x="1366" y="71"/>
                  <a:pt x="1366" y="153"/>
                </a:cubicBezTo>
                <a:lnTo>
                  <a:pt x="1366" y="751"/>
                </a:lnTo>
                <a:cubicBezTo>
                  <a:pt x="1366" y="830"/>
                  <a:pt x="1428" y="897"/>
                  <a:pt x="1505" y="902"/>
                </a:cubicBezTo>
                <a:close/>
                <a:moveTo>
                  <a:pt x="976" y="1550"/>
                </a:moveTo>
                <a:cubicBezTo>
                  <a:pt x="946" y="1548"/>
                  <a:pt x="916" y="1553"/>
                  <a:pt x="888" y="1569"/>
                </a:cubicBezTo>
                <a:lnTo>
                  <a:pt x="372" y="1867"/>
                </a:lnTo>
                <a:cubicBezTo>
                  <a:pt x="300" y="1909"/>
                  <a:pt x="275" y="2003"/>
                  <a:pt x="316" y="2075"/>
                </a:cubicBezTo>
                <a:cubicBezTo>
                  <a:pt x="358" y="2147"/>
                  <a:pt x="451" y="2172"/>
                  <a:pt x="523" y="2130"/>
                </a:cubicBezTo>
                <a:lnTo>
                  <a:pt x="812" y="1962"/>
                </a:lnTo>
                <a:lnTo>
                  <a:pt x="812" y="2297"/>
                </a:lnTo>
                <a:cubicBezTo>
                  <a:pt x="812" y="2382"/>
                  <a:pt x="881" y="2449"/>
                  <a:pt x="964" y="2449"/>
                </a:cubicBezTo>
                <a:cubicBezTo>
                  <a:pt x="1049" y="2449"/>
                  <a:pt x="1116" y="2380"/>
                  <a:pt x="1116" y="2297"/>
                </a:cubicBezTo>
                <a:lnTo>
                  <a:pt x="1116" y="1700"/>
                </a:lnTo>
                <a:cubicBezTo>
                  <a:pt x="1117" y="1622"/>
                  <a:pt x="1056" y="1557"/>
                  <a:pt x="976" y="1550"/>
                </a:cubicBezTo>
                <a:close/>
                <a:moveTo>
                  <a:pt x="835" y="1271"/>
                </a:moveTo>
                <a:cubicBezTo>
                  <a:pt x="841" y="1256"/>
                  <a:pt x="842" y="1239"/>
                  <a:pt x="842" y="1223"/>
                </a:cubicBezTo>
                <a:cubicBezTo>
                  <a:pt x="842" y="1211"/>
                  <a:pt x="841" y="1198"/>
                  <a:pt x="837" y="1188"/>
                </a:cubicBezTo>
                <a:cubicBezTo>
                  <a:pt x="827" y="1151"/>
                  <a:pt x="802" y="1117"/>
                  <a:pt x="767" y="1096"/>
                </a:cubicBezTo>
                <a:lnTo>
                  <a:pt x="250" y="797"/>
                </a:lnTo>
                <a:cubicBezTo>
                  <a:pt x="178" y="754"/>
                  <a:pt x="85" y="779"/>
                  <a:pt x="42" y="853"/>
                </a:cubicBezTo>
                <a:cubicBezTo>
                  <a:pt x="0" y="925"/>
                  <a:pt x="25" y="1019"/>
                  <a:pt x="99" y="1061"/>
                </a:cubicBezTo>
                <a:lnTo>
                  <a:pt x="388" y="1228"/>
                </a:lnTo>
                <a:lnTo>
                  <a:pt x="99" y="1395"/>
                </a:lnTo>
                <a:cubicBezTo>
                  <a:pt x="27" y="1437"/>
                  <a:pt x="2" y="1530"/>
                  <a:pt x="42" y="1603"/>
                </a:cubicBezTo>
                <a:cubicBezTo>
                  <a:pt x="85" y="1675"/>
                  <a:pt x="178" y="1700"/>
                  <a:pt x="250" y="1659"/>
                </a:cubicBezTo>
                <a:lnTo>
                  <a:pt x="767" y="1361"/>
                </a:lnTo>
                <a:cubicBezTo>
                  <a:pt x="802" y="1338"/>
                  <a:pt x="825" y="1307"/>
                  <a:pt x="835" y="1271"/>
                </a:cubicBezTo>
                <a:close/>
                <a:moveTo>
                  <a:pt x="7251" y="379"/>
                </a:moveTo>
                <a:lnTo>
                  <a:pt x="7237" y="379"/>
                </a:lnTo>
                <a:cubicBezTo>
                  <a:pt x="7235" y="379"/>
                  <a:pt x="7233" y="379"/>
                  <a:pt x="7231" y="379"/>
                </a:cubicBezTo>
                <a:cubicBezTo>
                  <a:pt x="7229" y="379"/>
                  <a:pt x="7228" y="379"/>
                  <a:pt x="7226" y="379"/>
                </a:cubicBezTo>
                <a:cubicBezTo>
                  <a:pt x="7189" y="379"/>
                  <a:pt x="7154" y="383"/>
                  <a:pt x="7120" y="395"/>
                </a:cubicBezTo>
                <a:cubicBezTo>
                  <a:pt x="7087" y="405"/>
                  <a:pt x="7057" y="423"/>
                  <a:pt x="7034" y="451"/>
                </a:cubicBezTo>
                <a:lnTo>
                  <a:pt x="7034" y="451"/>
                </a:lnTo>
                <a:lnTo>
                  <a:pt x="7034" y="451"/>
                </a:lnTo>
                <a:lnTo>
                  <a:pt x="7034" y="451"/>
                </a:lnTo>
                <a:cubicBezTo>
                  <a:pt x="7009" y="478"/>
                  <a:pt x="6993" y="511"/>
                  <a:pt x="6985" y="546"/>
                </a:cubicBezTo>
                <a:cubicBezTo>
                  <a:pt x="6974" y="583"/>
                  <a:pt x="6970" y="624"/>
                  <a:pt x="6970" y="672"/>
                </a:cubicBezTo>
                <a:lnTo>
                  <a:pt x="6970" y="763"/>
                </a:lnTo>
                <a:lnTo>
                  <a:pt x="6870" y="763"/>
                </a:lnTo>
                <a:cubicBezTo>
                  <a:pt x="6835" y="763"/>
                  <a:pt x="6807" y="791"/>
                  <a:pt x="6807" y="825"/>
                </a:cubicBezTo>
                <a:cubicBezTo>
                  <a:pt x="6807" y="842"/>
                  <a:pt x="6814" y="860"/>
                  <a:pt x="6824" y="872"/>
                </a:cubicBezTo>
                <a:cubicBezTo>
                  <a:pt x="6836" y="885"/>
                  <a:pt x="6852" y="892"/>
                  <a:pt x="6870" y="894"/>
                </a:cubicBezTo>
                <a:lnTo>
                  <a:pt x="6970" y="894"/>
                </a:lnTo>
                <a:lnTo>
                  <a:pt x="6970" y="1634"/>
                </a:lnTo>
                <a:lnTo>
                  <a:pt x="6970" y="1636"/>
                </a:lnTo>
                <a:cubicBezTo>
                  <a:pt x="6970" y="1654"/>
                  <a:pt x="6977" y="1670"/>
                  <a:pt x="6990" y="1682"/>
                </a:cubicBezTo>
                <a:cubicBezTo>
                  <a:pt x="7002" y="1693"/>
                  <a:pt x="7018" y="1700"/>
                  <a:pt x="7036" y="1700"/>
                </a:cubicBezTo>
                <a:cubicBezTo>
                  <a:pt x="7069" y="1700"/>
                  <a:pt x="7097" y="1671"/>
                  <a:pt x="7097" y="1636"/>
                </a:cubicBezTo>
                <a:lnTo>
                  <a:pt x="7097" y="894"/>
                </a:lnTo>
                <a:lnTo>
                  <a:pt x="7205" y="894"/>
                </a:lnTo>
                <a:cubicBezTo>
                  <a:pt x="7222" y="892"/>
                  <a:pt x="7238" y="885"/>
                  <a:pt x="7251" y="874"/>
                </a:cubicBezTo>
                <a:cubicBezTo>
                  <a:pt x="7263" y="862"/>
                  <a:pt x="7270" y="846"/>
                  <a:pt x="7270" y="828"/>
                </a:cubicBezTo>
                <a:lnTo>
                  <a:pt x="7270" y="827"/>
                </a:lnTo>
                <a:cubicBezTo>
                  <a:pt x="7270" y="793"/>
                  <a:pt x="7242" y="765"/>
                  <a:pt x="7207" y="765"/>
                </a:cubicBezTo>
                <a:lnTo>
                  <a:pt x="7097" y="765"/>
                </a:lnTo>
                <a:lnTo>
                  <a:pt x="7097" y="673"/>
                </a:lnTo>
                <a:cubicBezTo>
                  <a:pt x="7097" y="633"/>
                  <a:pt x="7103" y="603"/>
                  <a:pt x="7108" y="582"/>
                </a:cubicBezTo>
                <a:cubicBezTo>
                  <a:pt x="7113" y="561"/>
                  <a:pt x="7122" y="546"/>
                  <a:pt x="7129" y="538"/>
                </a:cubicBezTo>
                <a:cubicBezTo>
                  <a:pt x="7136" y="531"/>
                  <a:pt x="7145" y="524"/>
                  <a:pt x="7161" y="518"/>
                </a:cubicBezTo>
                <a:cubicBezTo>
                  <a:pt x="7177" y="513"/>
                  <a:pt x="7196" y="509"/>
                  <a:pt x="7224" y="509"/>
                </a:cubicBezTo>
                <a:lnTo>
                  <a:pt x="7228" y="509"/>
                </a:lnTo>
                <a:cubicBezTo>
                  <a:pt x="7229" y="509"/>
                  <a:pt x="7231" y="509"/>
                  <a:pt x="7233" y="509"/>
                </a:cubicBezTo>
                <a:cubicBezTo>
                  <a:pt x="7235" y="509"/>
                  <a:pt x="7237" y="509"/>
                  <a:pt x="7238" y="509"/>
                </a:cubicBezTo>
                <a:lnTo>
                  <a:pt x="7247" y="509"/>
                </a:lnTo>
                <a:lnTo>
                  <a:pt x="7252" y="509"/>
                </a:lnTo>
                <a:cubicBezTo>
                  <a:pt x="7288" y="509"/>
                  <a:pt x="7318" y="481"/>
                  <a:pt x="7318" y="444"/>
                </a:cubicBezTo>
                <a:cubicBezTo>
                  <a:pt x="7314" y="409"/>
                  <a:pt x="7286" y="379"/>
                  <a:pt x="7251" y="379"/>
                </a:cubicBezTo>
                <a:close/>
                <a:moveTo>
                  <a:pt x="9482" y="862"/>
                </a:moveTo>
                <a:cubicBezTo>
                  <a:pt x="9494" y="850"/>
                  <a:pt x="9501" y="832"/>
                  <a:pt x="9501" y="816"/>
                </a:cubicBezTo>
                <a:cubicBezTo>
                  <a:pt x="9501" y="800"/>
                  <a:pt x="9494" y="784"/>
                  <a:pt x="9482" y="772"/>
                </a:cubicBezTo>
                <a:lnTo>
                  <a:pt x="9482" y="772"/>
                </a:lnTo>
                <a:lnTo>
                  <a:pt x="9482" y="772"/>
                </a:lnTo>
                <a:lnTo>
                  <a:pt x="9482" y="772"/>
                </a:lnTo>
                <a:lnTo>
                  <a:pt x="9482" y="772"/>
                </a:lnTo>
                <a:cubicBezTo>
                  <a:pt x="9469" y="760"/>
                  <a:pt x="9454" y="753"/>
                  <a:pt x="9438" y="753"/>
                </a:cubicBezTo>
                <a:cubicBezTo>
                  <a:pt x="9423" y="753"/>
                  <a:pt x="9406" y="760"/>
                  <a:pt x="9393" y="772"/>
                </a:cubicBezTo>
                <a:lnTo>
                  <a:pt x="8895" y="1256"/>
                </a:lnTo>
                <a:lnTo>
                  <a:pt x="8895" y="441"/>
                </a:lnTo>
                <a:cubicBezTo>
                  <a:pt x="8895" y="405"/>
                  <a:pt x="8865" y="377"/>
                  <a:pt x="8830" y="377"/>
                </a:cubicBezTo>
                <a:cubicBezTo>
                  <a:pt x="8812" y="377"/>
                  <a:pt x="8796" y="384"/>
                  <a:pt x="8785" y="397"/>
                </a:cubicBezTo>
                <a:cubicBezTo>
                  <a:pt x="8775" y="407"/>
                  <a:pt x="8766" y="425"/>
                  <a:pt x="8766" y="441"/>
                </a:cubicBezTo>
                <a:lnTo>
                  <a:pt x="8766" y="1634"/>
                </a:lnTo>
                <a:cubicBezTo>
                  <a:pt x="8766" y="1652"/>
                  <a:pt x="8773" y="1668"/>
                  <a:pt x="8785" y="1679"/>
                </a:cubicBezTo>
                <a:cubicBezTo>
                  <a:pt x="8796" y="1689"/>
                  <a:pt x="8814" y="1698"/>
                  <a:pt x="8830" y="1698"/>
                </a:cubicBezTo>
                <a:cubicBezTo>
                  <a:pt x="8867" y="1698"/>
                  <a:pt x="8895" y="1670"/>
                  <a:pt x="8895" y="1634"/>
                </a:cubicBezTo>
                <a:lnTo>
                  <a:pt x="8895" y="1437"/>
                </a:lnTo>
                <a:lnTo>
                  <a:pt x="9057" y="1275"/>
                </a:lnTo>
                <a:lnTo>
                  <a:pt x="9388" y="1673"/>
                </a:lnTo>
                <a:cubicBezTo>
                  <a:pt x="9395" y="1682"/>
                  <a:pt x="9402" y="1690"/>
                  <a:pt x="9411" y="1693"/>
                </a:cubicBezTo>
                <a:cubicBezTo>
                  <a:pt x="9420" y="1697"/>
                  <a:pt x="9430" y="1698"/>
                  <a:pt x="9438" y="1698"/>
                </a:cubicBezTo>
                <a:cubicBezTo>
                  <a:pt x="9448" y="1698"/>
                  <a:pt x="9466" y="1696"/>
                  <a:pt x="9480" y="1684"/>
                </a:cubicBezTo>
                <a:lnTo>
                  <a:pt x="9480" y="1684"/>
                </a:lnTo>
                <a:lnTo>
                  <a:pt x="9480" y="1684"/>
                </a:lnTo>
                <a:cubicBezTo>
                  <a:pt x="9494" y="1671"/>
                  <a:pt x="9501" y="1654"/>
                  <a:pt x="9501" y="1636"/>
                </a:cubicBezTo>
                <a:cubicBezTo>
                  <a:pt x="9501" y="1622"/>
                  <a:pt x="9496" y="1606"/>
                  <a:pt x="9485" y="1594"/>
                </a:cubicBezTo>
                <a:lnTo>
                  <a:pt x="9485" y="1594"/>
                </a:lnTo>
                <a:lnTo>
                  <a:pt x="9149" y="1186"/>
                </a:lnTo>
                <a:lnTo>
                  <a:pt x="9482" y="862"/>
                </a:lnTo>
                <a:close/>
                <a:moveTo>
                  <a:pt x="8581" y="779"/>
                </a:moveTo>
                <a:cubicBezTo>
                  <a:pt x="8593" y="790"/>
                  <a:pt x="8600" y="807"/>
                  <a:pt x="8600" y="825"/>
                </a:cubicBezTo>
                <a:lnTo>
                  <a:pt x="8600" y="1633"/>
                </a:lnTo>
                <a:cubicBezTo>
                  <a:pt x="8600" y="1650"/>
                  <a:pt x="8593" y="1666"/>
                  <a:pt x="8581" y="1677"/>
                </a:cubicBezTo>
                <a:cubicBezTo>
                  <a:pt x="8569" y="1687"/>
                  <a:pt x="8553" y="1696"/>
                  <a:pt x="8537" y="1696"/>
                </a:cubicBezTo>
                <a:cubicBezTo>
                  <a:pt x="8519" y="1696"/>
                  <a:pt x="8504" y="1689"/>
                  <a:pt x="8493" y="1677"/>
                </a:cubicBezTo>
                <a:cubicBezTo>
                  <a:pt x="8481" y="1666"/>
                  <a:pt x="8474" y="1650"/>
                  <a:pt x="8474" y="1633"/>
                </a:cubicBezTo>
                <a:lnTo>
                  <a:pt x="8474" y="1553"/>
                </a:lnTo>
                <a:cubicBezTo>
                  <a:pt x="8394" y="1640"/>
                  <a:pt x="8281" y="1696"/>
                  <a:pt x="8156" y="1696"/>
                </a:cubicBezTo>
                <a:cubicBezTo>
                  <a:pt x="8033" y="1696"/>
                  <a:pt x="7920" y="1643"/>
                  <a:pt x="7841" y="1557"/>
                </a:cubicBezTo>
                <a:cubicBezTo>
                  <a:pt x="7760" y="1472"/>
                  <a:pt x="7712" y="1354"/>
                  <a:pt x="7712" y="1228"/>
                </a:cubicBezTo>
                <a:cubicBezTo>
                  <a:pt x="7712" y="1100"/>
                  <a:pt x="7762" y="983"/>
                  <a:pt x="7841" y="899"/>
                </a:cubicBezTo>
                <a:cubicBezTo>
                  <a:pt x="7920" y="814"/>
                  <a:pt x="8033" y="760"/>
                  <a:pt x="8156" y="760"/>
                </a:cubicBezTo>
                <a:cubicBezTo>
                  <a:pt x="8281" y="760"/>
                  <a:pt x="8394" y="814"/>
                  <a:pt x="8474" y="901"/>
                </a:cubicBezTo>
                <a:lnTo>
                  <a:pt x="8474" y="823"/>
                </a:lnTo>
                <a:cubicBezTo>
                  <a:pt x="8474" y="805"/>
                  <a:pt x="8481" y="790"/>
                  <a:pt x="8493" y="777"/>
                </a:cubicBezTo>
                <a:cubicBezTo>
                  <a:pt x="8505" y="767"/>
                  <a:pt x="8521" y="760"/>
                  <a:pt x="8537" y="760"/>
                </a:cubicBezTo>
                <a:cubicBezTo>
                  <a:pt x="8555" y="761"/>
                  <a:pt x="8570" y="768"/>
                  <a:pt x="8581" y="779"/>
                </a:cubicBezTo>
                <a:close/>
                <a:moveTo>
                  <a:pt x="8474" y="1230"/>
                </a:moveTo>
                <a:cubicBezTo>
                  <a:pt x="8474" y="1135"/>
                  <a:pt x="8437" y="1049"/>
                  <a:pt x="8380" y="987"/>
                </a:cubicBezTo>
                <a:cubicBezTo>
                  <a:pt x="8322" y="925"/>
                  <a:pt x="8243" y="888"/>
                  <a:pt x="8156" y="888"/>
                </a:cubicBezTo>
                <a:cubicBezTo>
                  <a:pt x="8070" y="888"/>
                  <a:pt x="7992" y="925"/>
                  <a:pt x="7933" y="987"/>
                </a:cubicBezTo>
                <a:cubicBezTo>
                  <a:pt x="7875" y="1049"/>
                  <a:pt x="7837" y="1135"/>
                  <a:pt x="7837" y="1230"/>
                </a:cubicBezTo>
                <a:cubicBezTo>
                  <a:pt x="7837" y="1324"/>
                  <a:pt x="7874" y="1411"/>
                  <a:pt x="7933" y="1472"/>
                </a:cubicBezTo>
                <a:cubicBezTo>
                  <a:pt x="7991" y="1534"/>
                  <a:pt x="8070" y="1571"/>
                  <a:pt x="8156" y="1571"/>
                </a:cubicBezTo>
                <a:cubicBezTo>
                  <a:pt x="8243" y="1571"/>
                  <a:pt x="8322" y="1534"/>
                  <a:pt x="8380" y="1472"/>
                </a:cubicBezTo>
                <a:cubicBezTo>
                  <a:pt x="8437" y="1409"/>
                  <a:pt x="8474" y="1324"/>
                  <a:pt x="8474" y="1230"/>
                </a:cubicBezTo>
                <a:close/>
                <a:moveTo>
                  <a:pt x="3348" y="1207"/>
                </a:moveTo>
                <a:cubicBezTo>
                  <a:pt x="3297" y="1183"/>
                  <a:pt x="3239" y="1165"/>
                  <a:pt x="3181" y="1146"/>
                </a:cubicBezTo>
                <a:cubicBezTo>
                  <a:pt x="3128" y="1128"/>
                  <a:pt x="3073" y="1112"/>
                  <a:pt x="3035" y="1091"/>
                </a:cubicBezTo>
                <a:cubicBezTo>
                  <a:pt x="3015" y="1080"/>
                  <a:pt x="2999" y="1070"/>
                  <a:pt x="2991" y="1057"/>
                </a:cubicBezTo>
                <a:cubicBezTo>
                  <a:pt x="2980" y="1045"/>
                  <a:pt x="2976" y="1033"/>
                  <a:pt x="2975" y="1015"/>
                </a:cubicBezTo>
                <a:cubicBezTo>
                  <a:pt x="2975" y="992"/>
                  <a:pt x="2982" y="973"/>
                  <a:pt x="2992" y="955"/>
                </a:cubicBezTo>
                <a:cubicBezTo>
                  <a:pt x="3010" y="931"/>
                  <a:pt x="3038" y="911"/>
                  <a:pt x="3072" y="899"/>
                </a:cubicBezTo>
                <a:cubicBezTo>
                  <a:pt x="3103" y="887"/>
                  <a:pt x="3137" y="879"/>
                  <a:pt x="3162" y="879"/>
                </a:cubicBezTo>
                <a:cubicBezTo>
                  <a:pt x="3234" y="879"/>
                  <a:pt x="3280" y="904"/>
                  <a:pt x="3315" y="929"/>
                </a:cubicBezTo>
                <a:cubicBezTo>
                  <a:pt x="3332" y="941"/>
                  <a:pt x="3347" y="954"/>
                  <a:pt x="3361" y="964"/>
                </a:cubicBezTo>
                <a:cubicBezTo>
                  <a:pt x="3368" y="969"/>
                  <a:pt x="3375" y="975"/>
                  <a:pt x="3382" y="978"/>
                </a:cubicBezTo>
                <a:cubicBezTo>
                  <a:pt x="3389" y="982"/>
                  <a:pt x="3398" y="985"/>
                  <a:pt x="3406" y="985"/>
                </a:cubicBezTo>
                <a:cubicBezTo>
                  <a:pt x="3412" y="985"/>
                  <a:pt x="3419" y="983"/>
                  <a:pt x="3424" y="982"/>
                </a:cubicBezTo>
                <a:cubicBezTo>
                  <a:pt x="3429" y="980"/>
                  <a:pt x="3435" y="976"/>
                  <a:pt x="3440" y="971"/>
                </a:cubicBezTo>
                <a:cubicBezTo>
                  <a:pt x="3445" y="968"/>
                  <a:pt x="3449" y="962"/>
                  <a:pt x="3452" y="955"/>
                </a:cubicBezTo>
                <a:cubicBezTo>
                  <a:pt x="3454" y="950"/>
                  <a:pt x="3456" y="943"/>
                  <a:pt x="3456" y="938"/>
                </a:cubicBezTo>
                <a:cubicBezTo>
                  <a:pt x="3456" y="927"/>
                  <a:pt x="3452" y="916"/>
                  <a:pt x="3447" y="906"/>
                </a:cubicBezTo>
                <a:cubicBezTo>
                  <a:pt x="3438" y="888"/>
                  <a:pt x="3422" y="872"/>
                  <a:pt x="3403" y="855"/>
                </a:cubicBezTo>
                <a:cubicBezTo>
                  <a:pt x="3375" y="830"/>
                  <a:pt x="3337" y="805"/>
                  <a:pt x="3297" y="788"/>
                </a:cubicBezTo>
                <a:cubicBezTo>
                  <a:pt x="3256" y="770"/>
                  <a:pt x="3214" y="758"/>
                  <a:pt x="3174" y="758"/>
                </a:cubicBezTo>
                <a:cubicBezTo>
                  <a:pt x="3079" y="758"/>
                  <a:pt x="3001" y="779"/>
                  <a:pt x="2943" y="820"/>
                </a:cubicBezTo>
                <a:cubicBezTo>
                  <a:pt x="2913" y="841"/>
                  <a:pt x="2887" y="864"/>
                  <a:pt x="2869" y="894"/>
                </a:cubicBezTo>
                <a:cubicBezTo>
                  <a:pt x="2850" y="925"/>
                  <a:pt x="2839" y="964"/>
                  <a:pt x="2839" y="1013"/>
                </a:cubicBezTo>
                <a:cubicBezTo>
                  <a:pt x="2839" y="1015"/>
                  <a:pt x="2839" y="1019"/>
                  <a:pt x="2839" y="1020"/>
                </a:cubicBezTo>
                <a:cubicBezTo>
                  <a:pt x="2839" y="1070"/>
                  <a:pt x="2855" y="1109"/>
                  <a:pt x="2880" y="1140"/>
                </a:cubicBezTo>
                <a:cubicBezTo>
                  <a:pt x="2917" y="1188"/>
                  <a:pt x="2973" y="1215"/>
                  <a:pt x="3028" y="1235"/>
                </a:cubicBezTo>
                <a:cubicBezTo>
                  <a:pt x="3082" y="1254"/>
                  <a:pt x="3137" y="1266"/>
                  <a:pt x="3170" y="1279"/>
                </a:cubicBezTo>
                <a:cubicBezTo>
                  <a:pt x="3218" y="1294"/>
                  <a:pt x="3271" y="1312"/>
                  <a:pt x="3308" y="1335"/>
                </a:cubicBezTo>
                <a:cubicBezTo>
                  <a:pt x="3327" y="1347"/>
                  <a:pt x="3341" y="1360"/>
                  <a:pt x="3352" y="1374"/>
                </a:cubicBezTo>
                <a:cubicBezTo>
                  <a:pt x="3362" y="1388"/>
                  <a:pt x="3368" y="1404"/>
                  <a:pt x="3368" y="1421"/>
                </a:cubicBezTo>
                <a:lnTo>
                  <a:pt x="3368" y="1423"/>
                </a:lnTo>
                <a:cubicBezTo>
                  <a:pt x="3368" y="1449"/>
                  <a:pt x="3359" y="1471"/>
                  <a:pt x="3347" y="1490"/>
                </a:cubicBezTo>
                <a:cubicBezTo>
                  <a:pt x="3327" y="1516"/>
                  <a:pt x="3294" y="1538"/>
                  <a:pt x="3258" y="1550"/>
                </a:cubicBezTo>
                <a:cubicBezTo>
                  <a:pt x="3223" y="1562"/>
                  <a:pt x="3188" y="1568"/>
                  <a:pt x="3163" y="1568"/>
                </a:cubicBezTo>
                <a:cubicBezTo>
                  <a:pt x="3080" y="1568"/>
                  <a:pt x="3026" y="1548"/>
                  <a:pt x="2985" y="1527"/>
                </a:cubicBezTo>
                <a:cubicBezTo>
                  <a:pt x="2966" y="1516"/>
                  <a:pt x="2948" y="1508"/>
                  <a:pt x="2934" y="1499"/>
                </a:cubicBezTo>
                <a:cubicBezTo>
                  <a:pt x="2927" y="1495"/>
                  <a:pt x="2920" y="1492"/>
                  <a:pt x="2913" y="1488"/>
                </a:cubicBezTo>
                <a:cubicBezTo>
                  <a:pt x="2906" y="1485"/>
                  <a:pt x="2899" y="1483"/>
                  <a:pt x="2890" y="1483"/>
                </a:cubicBezTo>
                <a:cubicBezTo>
                  <a:pt x="2885" y="1483"/>
                  <a:pt x="2880" y="1483"/>
                  <a:pt x="2874" y="1486"/>
                </a:cubicBezTo>
                <a:cubicBezTo>
                  <a:pt x="2869" y="1488"/>
                  <a:pt x="2864" y="1492"/>
                  <a:pt x="2860" y="1495"/>
                </a:cubicBezTo>
                <a:cubicBezTo>
                  <a:pt x="2855" y="1501"/>
                  <a:pt x="2850" y="1506"/>
                  <a:pt x="2846" y="1513"/>
                </a:cubicBezTo>
                <a:cubicBezTo>
                  <a:pt x="2843" y="1520"/>
                  <a:pt x="2841" y="1527"/>
                  <a:pt x="2841" y="1534"/>
                </a:cubicBezTo>
                <a:cubicBezTo>
                  <a:pt x="2841" y="1546"/>
                  <a:pt x="2846" y="1559"/>
                  <a:pt x="2851" y="1568"/>
                </a:cubicBezTo>
                <a:cubicBezTo>
                  <a:pt x="2862" y="1582"/>
                  <a:pt x="2878" y="1596"/>
                  <a:pt x="2895" y="1610"/>
                </a:cubicBezTo>
                <a:cubicBezTo>
                  <a:pt x="2915" y="1622"/>
                  <a:pt x="2938" y="1636"/>
                  <a:pt x="2966" y="1649"/>
                </a:cubicBezTo>
                <a:cubicBezTo>
                  <a:pt x="3026" y="1677"/>
                  <a:pt x="3103" y="1691"/>
                  <a:pt x="3162" y="1693"/>
                </a:cubicBezTo>
                <a:lnTo>
                  <a:pt x="3162" y="1693"/>
                </a:lnTo>
                <a:cubicBezTo>
                  <a:pt x="3253" y="1693"/>
                  <a:pt x="3331" y="1671"/>
                  <a:pt x="3398" y="1622"/>
                </a:cubicBezTo>
                <a:lnTo>
                  <a:pt x="3398" y="1622"/>
                </a:lnTo>
                <a:lnTo>
                  <a:pt x="3398" y="1622"/>
                </a:lnTo>
                <a:cubicBezTo>
                  <a:pt x="3463" y="1573"/>
                  <a:pt x="3503" y="1501"/>
                  <a:pt x="3503" y="1419"/>
                </a:cubicBezTo>
                <a:cubicBezTo>
                  <a:pt x="3503" y="1375"/>
                  <a:pt x="3493" y="1337"/>
                  <a:pt x="3475" y="1305"/>
                </a:cubicBezTo>
                <a:cubicBezTo>
                  <a:pt x="3445" y="1261"/>
                  <a:pt x="3399" y="1232"/>
                  <a:pt x="3348" y="1207"/>
                </a:cubicBezTo>
                <a:close/>
                <a:moveTo>
                  <a:pt x="7513" y="377"/>
                </a:moveTo>
                <a:cubicBezTo>
                  <a:pt x="7496" y="377"/>
                  <a:pt x="7480" y="384"/>
                  <a:pt x="7469" y="397"/>
                </a:cubicBezTo>
                <a:cubicBezTo>
                  <a:pt x="7457" y="407"/>
                  <a:pt x="7450" y="425"/>
                  <a:pt x="7450" y="441"/>
                </a:cubicBezTo>
                <a:lnTo>
                  <a:pt x="7450" y="1634"/>
                </a:lnTo>
                <a:cubicBezTo>
                  <a:pt x="7450" y="1652"/>
                  <a:pt x="7457" y="1668"/>
                  <a:pt x="7469" y="1679"/>
                </a:cubicBezTo>
                <a:cubicBezTo>
                  <a:pt x="7481" y="1689"/>
                  <a:pt x="7497" y="1698"/>
                  <a:pt x="7513" y="1698"/>
                </a:cubicBezTo>
                <a:cubicBezTo>
                  <a:pt x="7550" y="1698"/>
                  <a:pt x="7578" y="1670"/>
                  <a:pt x="7578" y="1634"/>
                </a:cubicBezTo>
                <a:lnTo>
                  <a:pt x="7578" y="441"/>
                </a:lnTo>
                <a:cubicBezTo>
                  <a:pt x="7578" y="405"/>
                  <a:pt x="7548" y="377"/>
                  <a:pt x="7513" y="377"/>
                </a:cubicBezTo>
                <a:close/>
                <a:moveTo>
                  <a:pt x="10445" y="1200"/>
                </a:moveTo>
                <a:lnTo>
                  <a:pt x="10445" y="1207"/>
                </a:lnTo>
                <a:cubicBezTo>
                  <a:pt x="10445" y="1225"/>
                  <a:pt x="10438" y="1241"/>
                  <a:pt x="10426" y="1250"/>
                </a:cubicBezTo>
                <a:cubicBezTo>
                  <a:pt x="10414" y="1261"/>
                  <a:pt x="10398" y="1266"/>
                  <a:pt x="10382" y="1266"/>
                </a:cubicBezTo>
                <a:lnTo>
                  <a:pt x="9667" y="1266"/>
                </a:lnTo>
                <a:cubicBezTo>
                  <a:pt x="9684" y="1441"/>
                  <a:pt x="9823" y="1569"/>
                  <a:pt x="9991" y="1571"/>
                </a:cubicBezTo>
                <a:lnTo>
                  <a:pt x="10033" y="1571"/>
                </a:lnTo>
                <a:cubicBezTo>
                  <a:pt x="10088" y="1571"/>
                  <a:pt x="10142" y="1552"/>
                  <a:pt x="10188" y="1520"/>
                </a:cubicBezTo>
                <a:cubicBezTo>
                  <a:pt x="10236" y="1488"/>
                  <a:pt x="10276" y="1446"/>
                  <a:pt x="10305" y="1397"/>
                </a:cubicBezTo>
                <a:cubicBezTo>
                  <a:pt x="10310" y="1386"/>
                  <a:pt x="10319" y="1380"/>
                  <a:pt x="10327" y="1374"/>
                </a:cubicBezTo>
                <a:cubicBezTo>
                  <a:pt x="10336" y="1369"/>
                  <a:pt x="10347" y="1367"/>
                  <a:pt x="10357" y="1367"/>
                </a:cubicBezTo>
                <a:cubicBezTo>
                  <a:pt x="10368" y="1367"/>
                  <a:pt x="10380" y="1370"/>
                  <a:pt x="10389" y="1375"/>
                </a:cubicBezTo>
                <a:lnTo>
                  <a:pt x="10389" y="1375"/>
                </a:lnTo>
                <a:lnTo>
                  <a:pt x="10389" y="1375"/>
                </a:lnTo>
                <a:cubicBezTo>
                  <a:pt x="10407" y="1388"/>
                  <a:pt x="10419" y="1409"/>
                  <a:pt x="10419" y="1430"/>
                </a:cubicBezTo>
                <a:cubicBezTo>
                  <a:pt x="10419" y="1441"/>
                  <a:pt x="10416" y="1453"/>
                  <a:pt x="10410" y="1464"/>
                </a:cubicBezTo>
                <a:lnTo>
                  <a:pt x="10410" y="1464"/>
                </a:lnTo>
                <a:lnTo>
                  <a:pt x="10410" y="1464"/>
                </a:lnTo>
                <a:cubicBezTo>
                  <a:pt x="10370" y="1527"/>
                  <a:pt x="10315" y="1585"/>
                  <a:pt x="10252" y="1627"/>
                </a:cubicBezTo>
                <a:cubicBezTo>
                  <a:pt x="10186" y="1670"/>
                  <a:pt x="10112" y="1696"/>
                  <a:pt x="10031" y="1696"/>
                </a:cubicBezTo>
                <a:lnTo>
                  <a:pt x="9989" y="1696"/>
                </a:lnTo>
                <a:cubicBezTo>
                  <a:pt x="9864" y="1696"/>
                  <a:pt x="9749" y="1642"/>
                  <a:pt x="9668" y="1557"/>
                </a:cubicBezTo>
                <a:cubicBezTo>
                  <a:pt x="9587" y="1472"/>
                  <a:pt x="9536" y="1356"/>
                  <a:pt x="9536" y="1230"/>
                </a:cubicBezTo>
                <a:cubicBezTo>
                  <a:pt x="9536" y="1100"/>
                  <a:pt x="9587" y="983"/>
                  <a:pt x="9668" y="897"/>
                </a:cubicBezTo>
                <a:cubicBezTo>
                  <a:pt x="9751" y="813"/>
                  <a:pt x="9864" y="760"/>
                  <a:pt x="9991" y="760"/>
                </a:cubicBezTo>
                <a:cubicBezTo>
                  <a:pt x="10112" y="760"/>
                  <a:pt x="10220" y="807"/>
                  <a:pt x="10301" y="887"/>
                </a:cubicBezTo>
                <a:cubicBezTo>
                  <a:pt x="10382" y="966"/>
                  <a:pt x="10435" y="1075"/>
                  <a:pt x="10445" y="1200"/>
                </a:cubicBezTo>
                <a:close/>
                <a:moveTo>
                  <a:pt x="10305" y="1139"/>
                </a:moveTo>
                <a:cubicBezTo>
                  <a:pt x="10268" y="992"/>
                  <a:pt x="10139" y="887"/>
                  <a:pt x="9993" y="887"/>
                </a:cubicBezTo>
                <a:cubicBezTo>
                  <a:pt x="9841" y="887"/>
                  <a:pt x="9714" y="989"/>
                  <a:pt x="9675" y="1139"/>
                </a:cubicBezTo>
                <a:lnTo>
                  <a:pt x="10305" y="1139"/>
                </a:lnTo>
                <a:close/>
                <a:moveTo>
                  <a:pt x="4027" y="763"/>
                </a:moveTo>
                <a:cubicBezTo>
                  <a:pt x="3926" y="763"/>
                  <a:pt x="3836" y="802"/>
                  <a:pt x="3768" y="864"/>
                </a:cubicBezTo>
                <a:lnTo>
                  <a:pt x="3768" y="827"/>
                </a:lnTo>
                <a:cubicBezTo>
                  <a:pt x="3768" y="809"/>
                  <a:pt x="3761" y="793"/>
                  <a:pt x="3750" y="783"/>
                </a:cubicBezTo>
                <a:cubicBezTo>
                  <a:pt x="3740" y="770"/>
                  <a:pt x="3724" y="763"/>
                  <a:pt x="3706" y="763"/>
                </a:cubicBezTo>
                <a:cubicBezTo>
                  <a:pt x="3688" y="763"/>
                  <a:pt x="3670" y="770"/>
                  <a:pt x="3660" y="783"/>
                </a:cubicBezTo>
                <a:cubicBezTo>
                  <a:pt x="3649" y="795"/>
                  <a:pt x="3643" y="811"/>
                  <a:pt x="3643" y="827"/>
                </a:cubicBezTo>
                <a:lnTo>
                  <a:pt x="3643" y="1652"/>
                </a:lnTo>
                <a:lnTo>
                  <a:pt x="3644" y="1654"/>
                </a:lnTo>
                <a:lnTo>
                  <a:pt x="3644" y="1654"/>
                </a:lnTo>
                <a:cubicBezTo>
                  <a:pt x="3644" y="1657"/>
                  <a:pt x="3646" y="1659"/>
                  <a:pt x="3648" y="1663"/>
                </a:cubicBezTo>
                <a:cubicBezTo>
                  <a:pt x="3657" y="1679"/>
                  <a:pt x="3671" y="1689"/>
                  <a:pt x="3688" y="1694"/>
                </a:cubicBezTo>
                <a:lnTo>
                  <a:pt x="3690" y="1694"/>
                </a:lnTo>
                <a:lnTo>
                  <a:pt x="3704" y="1694"/>
                </a:lnTo>
                <a:cubicBezTo>
                  <a:pt x="3713" y="1694"/>
                  <a:pt x="3722" y="1693"/>
                  <a:pt x="3731" y="1689"/>
                </a:cubicBezTo>
                <a:cubicBezTo>
                  <a:pt x="3738" y="1686"/>
                  <a:pt x="3745" y="1680"/>
                  <a:pt x="3750" y="1673"/>
                </a:cubicBezTo>
                <a:lnTo>
                  <a:pt x="3750" y="1673"/>
                </a:lnTo>
                <a:cubicBezTo>
                  <a:pt x="3750" y="1673"/>
                  <a:pt x="3750" y="1671"/>
                  <a:pt x="3752" y="1671"/>
                </a:cubicBezTo>
                <a:lnTo>
                  <a:pt x="3752" y="1671"/>
                </a:lnTo>
                <a:cubicBezTo>
                  <a:pt x="3755" y="1668"/>
                  <a:pt x="3759" y="1663"/>
                  <a:pt x="3761" y="1659"/>
                </a:cubicBezTo>
                <a:cubicBezTo>
                  <a:pt x="3762" y="1654"/>
                  <a:pt x="3764" y="1650"/>
                  <a:pt x="3764" y="1645"/>
                </a:cubicBezTo>
                <a:lnTo>
                  <a:pt x="3764" y="1643"/>
                </a:lnTo>
                <a:lnTo>
                  <a:pt x="3764" y="1147"/>
                </a:lnTo>
                <a:cubicBezTo>
                  <a:pt x="3766" y="1077"/>
                  <a:pt x="3796" y="1012"/>
                  <a:pt x="3842" y="966"/>
                </a:cubicBezTo>
                <a:cubicBezTo>
                  <a:pt x="3888" y="920"/>
                  <a:pt x="3953" y="890"/>
                  <a:pt x="4023" y="890"/>
                </a:cubicBezTo>
                <a:cubicBezTo>
                  <a:pt x="4095" y="890"/>
                  <a:pt x="4159" y="918"/>
                  <a:pt x="4205" y="966"/>
                </a:cubicBezTo>
                <a:cubicBezTo>
                  <a:pt x="4251" y="1012"/>
                  <a:pt x="4279" y="1077"/>
                  <a:pt x="4279" y="1147"/>
                </a:cubicBezTo>
                <a:lnTo>
                  <a:pt x="4279" y="1634"/>
                </a:lnTo>
                <a:cubicBezTo>
                  <a:pt x="4279" y="1652"/>
                  <a:pt x="4286" y="1668"/>
                  <a:pt x="4298" y="1680"/>
                </a:cubicBezTo>
                <a:cubicBezTo>
                  <a:pt x="4310" y="1691"/>
                  <a:pt x="4326" y="1698"/>
                  <a:pt x="4342" y="1698"/>
                </a:cubicBezTo>
                <a:cubicBezTo>
                  <a:pt x="4360" y="1698"/>
                  <a:pt x="4376" y="1691"/>
                  <a:pt x="4386" y="1680"/>
                </a:cubicBezTo>
                <a:cubicBezTo>
                  <a:pt x="4399" y="1670"/>
                  <a:pt x="4406" y="1652"/>
                  <a:pt x="4406" y="1634"/>
                </a:cubicBezTo>
                <a:lnTo>
                  <a:pt x="4406" y="1147"/>
                </a:lnTo>
                <a:cubicBezTo>
                  <a:pt x="4413" y="936"/>
                  <a:pt x="4240" y="763"/>
                  <a:pt x="4027" y="763"/>
                </a:cubicBezTo>
                <a:close/>
                <a:moveTo>
                  <a:pt x="5294" y="901"/>
                </a:moveTo>
                <a:cubicBezTo>
                  <a:pt x="5375" y="985"/>
                  <a:pt x="5421" y="1103"/>
                  <a:pt x="5423" y="1230"/>
                </a:cubicBezTo>
                <a:cubicBezTo>
                  <a:pt x="5423" y="1356"/>
                  <a:pt x="5375" y="1472"/>
                  <a:pt x="5294" y="1559"/>
                </a:cubicBezTo>
                <a:cubicBezTo>
                  <a:pt x="5214" y="1643"/>
                  <a:pt x="5101" y="1698"/>
                  <a:pt x="4978" y="1698"/>
                </a:cubicBezTo>
                <a:cubicBezTo>
                  <a:pt x="4854" y="1698"/>
                  <a:pt x="4744" y="1644"/>
                  <a:pt x="4663" y="1559"/>
                </a:cubicBezTo>
                <a:cubicBezTo>
                  <a:pt x="4582" y="1475"/>
                  <a:pt x="4533" y="1356"/>
                  <a:pt x="4533" y="1230"/>
                </a:cubicBezTo>
                <a:cubicBezTo>
                  <a:pt x="4533" y="1103"/>
                  <a:pt x="4582" y="987"/>
                  <a:pt x="4663" y="901"/>
                </a:cubicBezTo>
                <a:cubicBezTo>
                  <a:pt x="4742" y="816"/>
                  <a:pt x="4855" y="761"/>
                  <a:pt x="4978" y="761"/>
                </a:cubicBezTo>
                <a:cubicBezTo>
                  <a:pt x="5103" y="761"/>
                  <a:pt x="5214" y="816"/>
                  <a:pt x="5294" y="901"/>
                </a:cubicBezTo>
                <a:close/>
                <a:moveTo>
                  <a:pt x="5296" y="1230"/>
                </a:moveTo>
                <a:cubicBezTo>
                  <a:pt x="5296" y="1135"/>
                  <a:pt x="5258" y="1049"/>
                  <a:pt x="5200" y="987"/>
                </a:cubicBezTo>
                <a:cubicBezTo>
                  <a:pt x="5141" y="925"/>
                  <a:pt x="5063" y="887"/>
                  <a:pt x="4978" y="887"/>
                </a:cubicBezTo>
                <a:cubicBezTo>
                  <a:pt x="4892" y="887"/>
                  <a:pt x="4813" y="925"/>
                  <a:pt x="4755" y="987"/>
                </a:cubicBezTo>
                <a:cubicBezTo>
                  <a:pt x="4696" y="1049"/>
                  <a:pt x="4659" y="1135"/>
                  <a:pt x="4659" y="1230"/>
                </a:cubicBezTo>
                <a:cubicBezTo>
                  <a:pt x="4659" y="1324"/>
                  <a:pt x="4696" y="1410"/>
                  <a:pt x="4755" y="1471"/>
                </a:cubicBezTo>
                <a:cubicBezTo>
                  <a:pt x="4813" y="1533"/>
                  <a:pt x="4892" y="1569"/>
                  <a:pt x="4978" y="1569"/>
                </a:cubicBezTo>
                <a:cubicBezTo>
                  <a:pt x="5065" y="1569"/>
                  <a:pt x="5144" y="1532"/>
                  <a:pt x="5200" y="1471"/>
                </a:cubicBezTo>
                <a:cubicBezTo>
                  <a:pt x="5259" y="1409"/>
                  <a:pt x="5296" y="1324"/>
                  <a:pt x="5296" y="1230"/>
                </a:cubicBezTo>
                <a:close/>
                <a:moveTo>
                  <a:pt x="6671" y="768"/>
                </a:moveTo>
                <a:lnTo>
                  <a:pt x="6671" y="768"/>
                </a:lnTo>
                <a:cubicBezTo>
                  <a:pt x="6669" y="768"/>
                  <a:pt x="6669" y="768"/>
                  <a:pt x="6671" y="768"/>
                </a:cubicBezTo>
                <a:cubicBezTo>
                  <a:pt x="6662" y="765"/>
                  <a:pt x="6655" y="763"/>
                  <a:pt x="6648" y="763"/>
                </a:cubicBezTo>
                <a:cubicBezTo>
                  <a:pt x="6636" y="763"/>
                  <a:pt x="6624" y="767"/>
                  <a:pt x="6613" y="774"/>
                </a:cubicBezTo>
                <a:cubicBezTo>
                  <a:pt x="6603" y="781"/>
                  <a:pt x="6593" y="790"/>
                  <a:pt x="6588" y="802"/>
                </a:cubicBezTo>
                <a:lnTo>
                  <a:pt x="6588" y="802"/>
                </a:lnTo>
                <a:lnTo>
                  <a:pt x="6345" y="1467"/>
                </a:lnTo>
                <a:lnTo>
                  <a:pt x="6158" y="1022"/>
                </a:lnTo>
                <a:lnTo>
                  <a:pt x="6158" y="1022"/>
                </a:lnTo>
                <a:cubicBezTo>
                  <a:pt x="6153" y="1010"/>
                  <a:pt x="6144" y="999"/>
                  <a:pt x="6133" y="994"/>
                </a:cubicBezTo>
                <a:cubicBezTo>
                  <a:pt x="6123" y="987"/>
                  <a:pt x="6110" y="983"/>
                  <a:pt x="6096" y="983"/>
                </a:cubicBezTo>
                <a:cubicBezTo>
                  <a:pt x="6084" y="983"/>
                  <a:pt x="6072" y="987"/>
                  <a:pt x="6061" y="994"/>
                </a:cubicBezTo>
                <a:cubicBezTo>
                  <a:pt x="6051" y="1001"/>
                  <a:pt x="6042" y="1010"/>
                  <a:pt x="6036" y="1022"/>
                </a:cubicBezTo>
                <a:lnTo>
                  <a:pt x="6036" y="1022"/>
                </a:lnTo>
                <a:lnTo>
                  <a:pt x="5848" y="1467"/>
                </a:lnTo>
                <a:lnTo>
                  <a:pt x="5603" y="802"/>
                </a:lnTo>
                <a:lnTo>
                  <a:pt x="5603" y="802"/>
                </a:lnTo>
                <a:cubicBezTo>
                  <a:pt x="5599" y="790"/>
                  <a:pt x="5591" y="779"/>
                  <a:pt x="5580" y="772"/>
                </a:cubicBezTo>
                <a:cubicBezTo>
                  <a:pt x="5569" y="765"/>
                  <a:pt x="5557" y="761"/>
                  <a:pt x="5545" y="761"/>
                </a:cubicBezTo>
                <a:cubicBezTo>
                  <a:pt x="5536" y="761"/>
                  <a:pt x="5529" y="763"/>
                  <a:pt x="5520" y="767"/>
                </a:cubicBezTo>
                <a:lnTo>
                  <a:pt x="5520" y="767"/>
                </a:lnTo>
                <a:lnTo>
                  <a:pt x="5520" y="767"/>
                </a:lnTo>
                <a:cubicBezTo>
                  <a:pt x="5497" y="777"/>
                  <a:pt x="5483" y="800"/>
                  <a:pt x="5483" y="825"/>
                </a:cubicBezTo>
                <a:cubicBezTo>
                  <a:pt x="5483" y="832"/>
                  <a:pt x="5485" y="841"/>
                  <a:pt x="5488" y="848"/>
                </a:cubicBezTo>
                <a:lnTo>
                  <a:pt x="5488" y="848"/>
                </a:lnTo>
                <a:lnTo>
                  <a:pt x="5790" y="1654"/>
                </a:lnTo>
                <a:lnTo>
                  <a:pt x="5790" y="1654"/>
                </a:lnTo>
                <a:cubicBezTo>
                  <a:pt x="5791" y="1659"/>
                  <a:pt x="5795" y="1666"/>
                  <a:pt x="5800" y="1671"/>
                </a:cubicBezTo>
                <a:cubicBezTo>
                  <a:pt x="5804" y="1675"/>
                  <a:pt x="5809" y="1679"/>
                  <a:pt x="5814" y="1682"/>
                </a:cubicBezTo>
                <a:cubicBezTo>
                  <a:pt x="5816" y="1684"/>
                  <a:pt x="5816" y="1684"/>
                  <a:pt x="5820" y="1686"/>
                </a:cubicBezTo>
                <a:cubicBezTo>
                  <a:pt x="5821" y="1687"/>
                  <a:pt x="5825" y="1687"/>
                  <a:pt x="5829" y="1689"/>
                </a:cubicBezTo>
                <a:cubicBezTo>
                  <a:pt x="5834" y="1691"/>
                  <a:pt x="5841" y="1693"/>
                  <a:pt x="5850" y="1693"/>
                </a:cubicBezTo>
                <a:cubicBezTo>
                  <a:pt x="5862" y="1693"/>
                  <a:pt x="5873" y="1689"/>
                  <a:pt x="5883" y="1682"/>
                </a:cubicBezTo>
                <a:cubicBezTo>
                  <a:pt x="5892" y="1675"/>
                  <a:pt x="5901" y="1666"/>
                  <a:pt x="5906" y="1654"/>
                </a:cubicBezTo>
                <a:lnTo>
                  <a:pt x="5906" y="1654"/>
                </a:lnTo>
                <a:lnTo>
                  <a:pt x="6096" y="1200"/>
                </a:lnTo>
                <a:lnTo>
                  <a:pt x="6287" y="1652"/>
                </a:lnTo>
                <a:lnTo>
                  <a:pt x="6287" y="1652"/>
                </a:lnTo>
                <a:cubicBezTo>
                  <a:pt x="6290" y="1664"/>
                  <a:pt x="6299" y="1673"/>
                  <a:pt x="6308" y="1680"/>
                </a:cubicBezTo>
                <a:cubicBezTo>
                  <a:pt x="6317" y="1687"/>
                  <a:pt x="6327" y="1693"/>
                  <a:pt x="6340" y="1693"/>
                </a:cubicBezTo>
                <a:lnTo>
                  <a:pt x="6348" y="1693"/>
                </a:lnTo>
                <a:cubicBezTo>
                  <a:pt x="6355" y="1693"/>
                  <a:pt x="6364" y="1691"/>
                  <a:pt x="6370" y="1689"/>
                </a:cubicBezTo>
                <a:cubicBezTo>
                  <a:pt x="6377" y="1687"/>
                  <a:pt x="6382" y="1684"/>
                  <a:pt x="6385" y="1680"/>
                </a:cubicBezTo>
                <a:cubicBezTo>
                  <a:pt x="6396" y="1673"/>
                  <a:pt x="6403" y="1661"/>
                  <a:pt x="6408" y="1650"/>
                </a:cubicBezTo>
                <a:lnTo>
                  <a:pt x="6408" y="1650"/>
                </a:lnTo>
                <a:lnTo>
                  <a:pt x="6708" y="848"/>
                </a:lnTo>
                <a:cubicBezTo>
                  <a:pt x="6711" y="841"/>
                  <a:pt x="6713" y="832"/>
                  <a:pt x="6713" y="825"/>
                </a:cubicBezTo>
                <a:cubicBezTo>
                  <a:pt x="6708" y="802"/>
                  <a:pt x="6694" y="779"/>
                  <a:pt x="6671" y="768"/>
                </a:cubicBezTo>
                <a:close/>
              </a:path>
            </a:pathLst>
          </a:custGeom>
          <a:solidFill>
            <a:schemeClr val="lt1"/>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58" name="PlaceHolder 5"/>
          <p:cNvSpPr>
            <a:spLocks noGrp="1"/>
          </p:cNvSpPr>
          <p:nvPr>
            <p:ph type="body"/>
          </p:nvPr>
        </p:nvSpPr>
        <p:spPr>
          <a:xfrm>
            <a:off x="457200" y="1203480"/>
            <a:ext cx="8226720" cy="2980440"/>
          </a:xfrm>
          <a:prstGeom prst="rect">
            <a:avLst/>
          </a:prstGeom>
          <a:noFill/>
          <a:ln w="0">
            <a:noFill/>
          </a:ln>
        </p:spPr>
        <p:txBody>
          <a:bodyPr lIns="0" tIns="0" rIns="0" bIns="0" anchor="t">
            <a:normAutofit/>
          </a:bodyPr>
          <a:lstStyle/>
          <a:p>
            <a:pPr marL="432000" indent="-324000">
              <a:lnSpc>
                <a:spcPct val="100000"/>
              </a:lnSpc>
              <a:spcBef>
                <a:spcPts val="1417"/>
              </a:spcBef>
              <a:buClr>
                <a:srgbClr val="000000"/>
              </a:buClr>
              <a:buSzPct val="45000"/>
              <a:buFont typeface="Wingdings" charset="2"/>
              <a:buChar char=""/>
            </a:pPr>
            <a:r>
              <a:rPr lang="en-GB" sz="14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4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4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4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Seventh Outline Level</a:t>
            </a: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Data Cloud_1_1_3_1">
    <p:bg>
      <p:bgPr>
        <a:solidFill>
          <a:schemeClr val="accent1"/>
        </a:solidFill>
        <a:effectLst/>
      </p:bgPr>
    </p:bg>
    <p:spTree>
      <p:nvGrpSpPr>
        <p:cNvPr id="1" name=""/>
        <p:cNvGrpSpPr/>
        <p:nvPr/>
      </p:nvGrpSpPr>
      <p:grpSpPr>
        <a:xfrm>
          <a:off x="0" y="0"/>
          <a:ext cx="0" cy="0"/>
          <a:chOff x="0" y="0"/>
          <a:chExt cx="0" cy="0"/>
        </a:xfrm>
      </p:grpSpPr>
      <p:sp>
        <p:nvSpPr>
          <p:cNvPr id="59" name="Google Shape;9;p1"/>
          <p:cNvSpPr/>
          <p:nvPr/>
        </p:nvSpPr>
        <p:spPr>
          <a:xfrm>
            <a:off x="3837240" y="-655560"/>
            <a:ext cx="5303880" cy="16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a:lnSpc>
                <a:spcPct val="100000"/>
              </a:lnSpc>
              <a:tabLst>
                <a:tab pos="0" algn="l"/>
              </a:tabLst>
            </a:pPr>
            <a:r>
              <a:rPr lang="en" sz="800" b="0" u="none" strike="noStrike">
                <a:solidFill>
                  <a:srgbClr val="C8C8C8"/>
                </a:solidFill>
                <a:effectLst/>
                <a:uFillTx/>
                <a:latin typeface="Arial"/>
                <a:ea typeface="Arial"/>
              </a:rPr>
              <a:t>SNOWFLAKE GSLIDES THEME 2026.01</a:t>
            </a:r>
            <a:endParaRPr lang="en-GB" sz="800" b="0" u="none" strike="noStrike">
              <a:solidFill>
                <a:srgbClr val="000000"/>
              </a:solidFill>
              <a:effectLst/>
              <a:uFillTx/>
              <a:latin typeface="Arial"/>
            </a:endParaRPr>
          </a:p>
        </p:txBody>
      </p:sp>
      <p:grpSp>
        <p:nvGrpSpPr>
          <p:cNvPr id="60" name="Google Shape;160;p17"/>
          <p:cNvGrpSpPr/>
          <p:nvPr/>
        </p:nvGrpSpPr>
        <p:grpSpPr>
          <a:xfrm>
            <a:off x="6431760" y="-6480"/>
            <a:ext cx="2744640" cy="5158800"/>
            <a:chOff x="6431760" y="-6480"/>
            <a:chExt cx="2744640" cy="5158800"/>
          </a:xfrm>
        </p:grpSpPr>
        <p:pic>
          <p:nvPicPr>
            <p:cNvPr id="61" name="Google Shape;161;p17"/>
            <p:cNvPicPr/>
            <p:nvPr/>
          </p:nvPicPr>
          <p:blipFill>
            <a:blip r:embed="rId2"/>
            <a:srcRect l="37876" t="24688" b="10225"/>
            <a:stretch/>
          </p:blipFill>
          <p:spPr>
            <a:xfrm rot="16200000">
              <a:off x="6233760" y="2221200"/>
              <a:ext cx="3129120" cy="2733120"/>
            </a:xfrm>
            <a:prstGeom prst="rect">
              <a:avLst/>
            </a:prstGeom>
            <a:noFill/>
            <a:ln w="0">
              <a:noFill/>
            </a:ln>
          </p:spPr>
        </p:pic>
        <p:pic>
          <p:nvPicPr>
            <p:cNvPr id="62" name="Google Shape;162;p17"/>
            <p:cNvPicPr/>
            <p:nvPr/>
          </p:nvPicPr>
          <p:blipFill>
            <a:blip r:embed="rId3"/>
            <a:srcRect t="25252" r="59813" b="9946"/>
            <a:stretch/>
          </p:blipFill>
          <p:spPr>
            <a:xfrm rot="16200000">
              <a:off x="6804720" y="-356040"/>
              <a:ext cx="2021760" cy="2721240"/>
            </a:xfrm>
            <a:prstGeom prst="rect">
              <a:avLst/>
            </a:prstGeom>
            <a:noFill/>
            <a:ln w="0">
              <a:noFill/>
            </a:ln>
          </p:spPr>
        </p:pic>
      </p:grpSp>
      <p:sp>
        <p:nvSpPr>
          <p:cNvPr id="63" name="Google Shape;163;p17"/>
          <p:cNvSpPr/>
          <p:nvPr/>
        </p:nvSpPr>
        <p:spPr>
          <a:xfrm>
            <a:off x="456840" y="4898880"/>
            <a:ext cx="1632960" cy="8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tabLst>
                <a:tab pos="0" algn="l"/>
              </a:tabLst>
            </a:pPr>
            <a:r>
              <a:rPr lang="en" sz="600" b="0" u="none" strike="noStrike">
                <a:solidFill>
                  <a:schemeClr val="dk1"/>
                </a:solidFill>
                <a:effectLst/>
                <a:uFillTx/>
                <a:latin typeface="Arial"/>
                <a:ea typeface="Arial"/>
              </a:rPr>
              <a:t>© 2026 Snowflake Inc. All Rights Reserved</a:t>
            </a:r>
            <a:endParaRPr lang="en-GB" sz="600" b="0" u="none" strike="noStrike">
              <a:solidFill>
                <a:srgbClr val="000000"/>
              </a:solidFill>
              <a:effectLst/>
              <a:uFillTx/>
              <a:latin typeface="Arial"/>
            </a:endParaRPr>
          </a:p>
        </p:txBody>
      </p:sp>
      <p:sp>
        <p:nvSpPr>
          <p:cNvPr id="64" name="PlaceHolder 1"/>
          <p:cNvSpPr>
            <a:spLocks noGrp="1"/>
          </p:cNvSpPr>
          <p:nvPr>
            <p:ph type="title"/>
          </p:nvPr>
        </p:nvSpPr>
        <p:spPr>
          <a:xfrm>
            <a:off x="366480" y="1188720"/>
            <a:ext cx="7405920" cy="1917360"/>
          </a:xfrm>
          <a:prstGeom prst="rect">
            <a:avLst/>
          </a:prstGeom>
          <a:noFill/>
          <a:ln w="0">
            <a:noFill/>
          </a:ln>
        </p:spPr>
        <p:txBody>
          <a:bodyPr lIns="91440" tIns="91440" rIns="91440" bIns="91440" anchor="b">
            <a:noAutofit/>
          </a:bodyPr>
          <a:lstStyle/>
          <a:p>
            <a:pPr indent="0">
              <a:lnSpc>
                <a:spcPct val="100000"/>
              </a:lnSpc>
              <a:buNone/>
              <a:tabLst>
                <a:tab pos="0" algn="l"/>
              </a:tabLst>
            </a:pPr>
            <a:r>
              <a:rPr lang="en-GB" sz="4400" b="0" u="none" strike="noStrike">
                <a:solidFill>
                  <a:srgbClr val="000000"/>
                </a:solidFill>
                <a:effectLst/>
                <a:uFillTx/>
                <a:latin typeface="Arial"/>
              </a:rPr>
              <a:t>Click to edit the title text format</a:t>
            </a:r>
          </a:p>
        </p:txBody>
      </p:sp>
      <p:sp>
        <p:nvSpPr>
          <p:cNvPr id="65" name="PlaceHolder 2"/>
          <p:cNvSpPr>
            <a:spLocks noGrp="1"/>
          </p:cNvSpPr>
          <p:nvPr>
            <p:ph type="title"/>
          </p:nvPr>
        </p:nvSpPr>
        <p:spPr>
          <a:xfrm>
            <a:off x="366480" y="3160440"/>
            <a:ext cx="5392080" cy="439560"/>
          </a:xfrm>
          <a:prstGeom prst="rect">
            <a:avLst/>
          </a:prstGeom>
          <a:noFill/>
          <a:ln w="0">
            <a:noFill/>
          </a:ln>
        </p:spPr>
        <p:txBody>
          <a:bodyPr lIns="91440" tIns="91440" rIns="91440" bIns="91440" anchor="t">
            <a:noAutofit/>
          </a:bodyPr>
          <a:lstStyle/>
          <a:p>
            <a:pPr indent="0">
              <a:lnSpc>
                <a:spcPct val="100000"/>
              </a:lnSpc>
              <a:buNone/>
              <a:tabLst>
                <a:tab pos="0" algn="l"/>
              </a:tabLst>
            </a:pPr>
            <a:r>
              <a:rPr lang="en-GB" sz="1800" b="0" u="none" strike="noStrike">
                <a:solidFill>
                  <a:srgbClr val="000000"/>
                </a:solidFill>
                <a:effectLst/>
                <a:uFillTx/>
                <a:latin typeface="Arial"/>
              </a:rPr>
              <a:t>Click to edit the title text format</a:t>
            </a:r>
          </a:p>
        </p:txBody>
      </p:sp>
      <p:sp>
        <p:nvSpPr>
          <p:cNvPr id="66" name="PlaceHolder 3"/>
          <p:cNvSpPr>
            <a:spLocks noGrp="1"/>
          </p:cNvSpPr>
          <p:nvPr>
            <p:ph type="title"/>
          </p:nvPr>
        </p:nvSpPr>
        <p:spPr>
          <a:xfrm>
            <a:off x="366480" y="4359600"/>
            <a:ext cx="4202640" cy="271440"/>
          </a:xfrm>
          <a:prstGeom prst="rect">
            <a:avLst/>
          </a:prstGeom>
          <a:noFill/>
          <a:ln w="0">
            <a:noFill/>
          </a:ln>
        </p:spPr>
        <p:txBody>
          <a:bodyPr lIns="91440" tIns="91440" rIns="91440" bIns="91440" anchor="b">
            <a:noAutofit/>
          </a:bodyPr>
          <a:lstStyle/>
          <a:p>
            <a:pPr indent="0">
              <a:lnSpc>
                <a:spcPct val="100000"/>
              </a:lnSpc>
              <a:buNone/>
              <a:tabLst>
                <a:tab pos="0" algn="l"/>
              </a:tabLst>
            </a:pPr>
            <a:r>
              <a:rPr lang="en-GB" sz="1400" b="0" u="none" strike="noStrike">
                <a:solidFill>
                  <a:srgbClr val="000000"/>
                </a:solidFill>
                <a:effectLst/>
                <a:uFillTx/>
                <a:latin typeface="Arial"/>
              </a:rPr>
              <a:t>Click to edit the title text format</a:t>
            </a:r>
          </a:p>
        </p:txBody>
      </p:sp>
      <p:sp>
        <p:nvSpPr>
          <p:cNvPr id="67" name="Google Shape;167;p17"/>
          <p:cNvSpPr/>
          <p:nvPr/>
        </p:nvSpPr>
        <p:spPr>
          <a:xfrm>
            <a:off x="457200" y="548640"/>
            <a:ext cx="1825920" cy="415080"/>
          </a:xfrm>
          <a:custGeom>
            <a:avLst/>
            <a:gdLst>
              <a:gd name="textAreaLeft" fmla="*/ 0 w 1825920"/>
              <a:gd name="textAreaRight" fmla="*/ 1828800 w 1825920"/>
              <a:gd name="textAreaTop" fmla="*/ 0 h 415080"/>
              <a:gd name="textAreaBottom" fmla="*/ 417960 h 415080"/>
            </a:gdLst>
            <a:ahLst/>
            <a:cxnLst/>
            <a:rect l="textAreaLeft" t="textAreaTop" r="textAreaRight" b="textAreaBottom"/>
            <a:pathLst>
              <a:path w="10771" h="2451">
                <a:moveTo>
                  <a:pt x="10625" y="726"/>
                </a:moveTo>
                <a:lnTo>
                  <a:pt x="10597" y="726"/>
                </a:lnTo>
                <a:lnTo>
                  <a:pt x="10597" y="761"/>
                </a:lnTo>
                <a:lnTo>
                  <a:pt x="10625" y="761"/>
                </a:lnTo>
                <a:cubicBezTo>
                  <a:pt x="10638" y="761"/>
                  <a:pt x="10646" y="756"/>
                  <a:pt x="10646" y="744"/>
                </a:cubicBezTo>
                <a:cubicBezTo>
                  <a:pt x="10646" y="731"/>
                  <a:pt x="10639" y="726"/>
                  <a:pt x="10625" y="726"/>
                </a:cubicBezTo>
                <a:close/>
                <a:moveTo>
                  <a:pt x="10562" y="693"/>
                </a:moveTo>
                <a:lnTo>
                  <a:pt x="10625" y="693"/>
                </a:lnTo>
                <a:cubicBezTo>
                  <a:pt x="10660" y="693"/>
                  <a:pt x="10683" y="712"/>
                  <a:pt x="10683" y="742"/>
                </a:cubicBezTo>
                <a:cubicBezTo>
                  <a:pt x="10683" y="760"/>
                  <a:pt x="10675" y="774"/>
                  <a:pt x="10660" y="783"/>
                </a:cubicBezTo>
                <a:lnTo>
                  <a:pt x="10685" y="820"/>
                </a:lnTo>
                <a:lnTo>
                  <a:pt x="10685" y="827"/>
                </a:lnTo>
                <a:lnTo>
                  <a:pt x="10648" y="827"/>
                </a:lnTo>
                <a:lnTo>
                  <a:pt x="10623" y="791"/>
                </a:lnTo>
                <a:lnTo>
                  <a:pt x="10595" y="791"/>
                </a:lnTo>
                <a:lnTo>
                  <a:pt x="10595" y="827"/>
                </a:lnTo>
                <a:lnTo>
                  <a:pt x="10560" y="827"/>
                </a:lnTo>
                <a:lnTo>
                  <a:pt x="10560" y="693"/>
                </a:lnTo>
                <a:lnTo>
                  <a:pt x="10562" y="693"/>
                </a:lnTo>
                <a:close/>
                <a:moveTo>
                  <a:pt x="10742" y="761"/>
                </a:moveTo>
                <a:cubicBezTo>
                  <a:pt x="10742" y="691"/>
                  <a:pt x="10694" y="636"/>
                  <a:pt x="10622" y="636"/>
                </a:cubicBezTo>
                <a:cubicBezTo>
                  <a:pt x="10551" y="636"/>
                  <a:pt x="10504" y="687"/>
                  <a:pt x="10504" y="761"/>
                </a:cubicBezTo>
                <a:cubicBezTo>
                  <a:pt x="10504" y="832"/>
                  <a:pt x="10551" y="887"/>
                  <a:pt x="10622" y="887"/>
                </a:cubicBezTo>
                <a:cubicBezTo>
                  <a:pt x="10694" y="888"/>
                  <a:pt x="10742" y="834"/>
                  <a:pt x="10742" y="761"/>
                </a:cubicBezTo>
                <a:close/>
                <a:moveTo>
                  <a:pt x="10770" y="761"/>
                </a:moveTo>
                <a:cubicBezTo>
                  <a:pt x="10770" y="846"/>
                  <a:pt x="10713" y="915"/>
                  <a:pt x="10620" y="915"/>
                </a:cubicBezTo>
                <a:cubicBezTo>
                  <a:pt x="10527" y="915"/>
                  <a:pt x="10472" y="844"/>
                  <a:pt x="10472" y="761"/>
                </a:cubicBezTo>
                <a:cubicBezTo>
                  <a:pt x="10472" y="677"/>
                  <a:pt x="10527" y="608"/>
                  <a:pt x="10620" y="608"/>
                </a:cubicBezTo>
                <a:cubicBezTo>
                  <a:pt x="10715" y="608"/>
                  <a:pt x="10770" y="679"/>
                  <a:pt x="10770" y="761"/>
                </a:cubicBezTo>
                <a:close/>
                <a:moveTo>
                  <a:pt x="2384" y="1061"/>
                </a:moveTo>
                <a:lnTo>
                  <a:pt x="2095" y="1228"/>
                </a:lnTo>
                <a:lnTo>
                  <a:pt x="2384" y="1395"/>
                </a:lnTo>
                <a:cubicBezTo>
                  <a:pt x="2457" y="1437"/>
                  <a:pt x="2483" y="1530"/>
                  <a:pt x="2441" y="1603"/>
                </a:cubicBezTo>
                <a:cubicBezTo>
                  <a:pt x="2398" y="1675"/>
                  <a:pt x="2305" y="1700"/>
                  <a:pt x="2233" y="1659"/>
                </a:cubicBezTo>
                <a:lnTo>
                  <a:pt x="1717" y="1361"/>
                </a:lnTo>
                <a:cubicBezTo>
                  <a:pt x="1681" y="1342"/>
                  <a:pt x="1658" y="1310"/>
                  <a:pt x="1648" y="1275"/>
                </a:cubicBezTo>
                <a:cubicBezTo>
                  <a:pt x="1642" y="1259"/>
                  <a:pt x="1641" y="1242"/>
                  <a:pt x="1641" y="1227"/>
                </a:cubicBezTo>
                <a:cubicBezTo>
                  <a:pt x="1641" y="1214"/>
                  <a:pt x="1642" y="1202"/>
                  <a:pt x="1646" y="1191"/>
                </a:cubicBezTo>
                <a:cubicBezTo>
                  <a:pt x="1657" y="1154"/>
                  <a:pt x="1681" y="1121"/>
                  <a:pt x="1717" y="1100"/>
                </a:cubicBezTo>
                <a:lnTo>
                  <a:pt x="2233" y="802"/>
                </a:lnTo>
                <a:cubicBezTo>
                  <a:pt x="2305" y="760"/>
                  <a:pt x="2398" y="784"/>
                  <a:pt x="2441" y="858"/>
                </a:cubicBezTo>
                <a:cubicBezTo>
                  <a:pt x="2483" y="925"/>
                  <a:pt x="2457" y="1019"/>
                  <a:pt x="2384" y="1061"/>
                </a:cubicBezTo>
                <a:close/>
                <a:moveTo>
                  <a:pt x="2111" y="1869"/>
                </a:moveTo>
                <a:lnTo>
                  <a:pt x="1595" y="1571"/>
                </a:lnTo>
                <a:cubicBezTo>
                  <a:pt x="1567" y="1555"/>
                  <a:pt x="1537" y="1548"/>
                  <a:pt x="1507" y="1552"/>
                </a:cubicBezTo>
                <a:cubicBezTo>
                  <a:pt x="1428" y="1557"/>
                  <a:pt x="1366" y="1624"/>
                  <a:pt x="1366" y="1703"/>
                </a:cubicBezTo>
                <a:lnTo>
                  <a:pt x="1366" y="2299"/>
                </a:lnTo>
                <a:cubicBezTo>
                  <a:pt x="1366" y="2383"/>
                  <a:pt x="1435" y="2450"/>
                  <a:pt x="1517" y="2450"/>
                </a:cubicBezTo>
                <a:cubicBezTo>
                  <a:pt x="1602" y="2450"/>
                  <a:pt x="1669" y="2382"/>
                  <a:pt x="1669" y="2299"/>
                </a:cubicBezTo>
                <a:lnTo>
                  <a:pt x="1669" y="1964"/>
                </a:lnTo>
                <a:lnTo>
                  <a:pt x="1958" y="2131"/>
                </a:lnTo>
                <a:cubicBezTo>
                  <a:pt x="2030" y="2174"/>
                  <a:pt x="2124" y="2149"/>
                  <a:pt x="2166" y="2077"/>
                </a:cubicBezTo>
                <a:cubicBezTo>
                  <a:pt x="2208" y="2005"/>
                  <a:pt x="2183" y="1911"/>
                  <a:pt x="2111" y="1869"/>
                </a:cubicBezTo>
                <a:close/>
                <a:moveTo>
                  <a:pt x="1514" y="1284"/>
                </a:moveTo>
                <a:lnTo>
                  <a:pt x="1299" y="1499"/>
                </a:lnTo>
                <a:cubicBezTo>
                  <a:pt x="1294" y="1506"/>
                  <a:pt x="1281" y="1511"/>
                  <a:pt x="1272" y="1511"/>
                </a:cubicBezTo>
                <a:lnTo>
                  <a:pt x="1257" y="1511"/>
                </a:lnTo>
                <a:lnTo>
                  <a:pt x="1225" y="1511"/>
                </a:lnTo>
                <a:lnTo>
                  <a:pt x="1209" y="1511"/>
                </a:lnTo>
                <a:cubicBezTo>
                  <a:pt x="1200" y="1511"/>
                  <a:pt x="1188" y="1506"/>
                  <a:pt x="1183" y="1499"/>
                </a:cubicBezTo>
                <a:lnTo>
                  <a:pt x="968" y="1284"/>
                </a:lnTo>
                <a:cubicBezTo>
                  <a:pt x="962" y="1279"/>
                  <a:pt x="957" y="1266"/>
                  <a:pt x="957" y="1257"/>
                </a:cubicBezTo>
                <a:lnTo>
                  <a:pt x="957" y="1243"/>
                </a:lnTo>
                <a:lnTo>
                  <a:pt x="957" y="1211"/>
                </a:lnTo>
                <a:lnTo>
                  <a:pt x="957" y="1195"/>
                </a:lnTo>
                <a:cubicBezTo>
                  <a:pt x="957" y="1186"/>
                  <a:pt x="962" y="1174"/>
                  <a:pt x="968" y="1168"/>
                </a:cubicBezTo>
                <a:lnTo>
                  <a:pt x="1183" y="954"/>
                </a:lnTo>
                <a:cubicBezTo>
                  <a:pt x="1190" y="946"/>
                  <a:pt x="1200" y="943"/>
                  <a:pt x="1209" y="943"/>
                </a:cubicBezTo>
                <a:lnTo>
                  <a:pt x="1225" y="943"/>
                </a:lnTo>
                <a:lnTo>
                  <a:pt x="1257" y="943"/>
                </a:lnTo>
                <a:lnTo>
                  <a:pt x="1272" y="943"/>
                </a:lnTo>
                <a:cubicBezTo>
                  <a:pt x="1281" y="943"/>
                  <a:pt x="1294" y="948"/>
                  <a:pt x="1299" y="954"/>
                </a:cubicBezTo>
                <a:lnTo>
                  <a:pt x="1514" y="1168"/>
                </a:lnTo>
                <a:cubicBezTo>
                  <a:pt x="1519" y="1174"/>
                  <a:pt x="1524" y="1186"/>
                  <a:pt x="1524" y="1195"/>
                </a:cubicBezTo>
                <a:lnTo>
                  <a:pt x="1524" y="1211"/>
                </a:lnTo>
                <a:lnTo>
                  <a:pt x="1524" y="1243"/>
                </a:lnTo>
                <a:lnTo>
                  <a:pt x="1524" y="1257"/>
                </a:lnTo>
                <a:cubicBezTo>
                  <a:pt x="1526" y="1266"/>
                  <a:pt x="1521" y="1279"/>
                  <a:pt x="1514" y="1284"/>
                </a:cubicBezTo>
                <a:close/>
                <a:moveTo>
                  <a:pt x="1343" y="1227"/>
                </a:moveTo>
                <a:cubicBezTo>
                  <a:pt x="1343" y="1218"/>
                  <a:pt x="1338" y="1205"/>
                  <a:pt x="1332" y="1200"/>
                </a:cubicBezTo>
                <a:lnTo>
                  <a:pt x="1271" y="1139"/>
                </a:lnTo>
                <a:cubicBezTo>
                  <a:pt x="1265" y="1133"/>
                  <a:pt x="1253" y="1128"/>
                  <a:pt x="1244" y="1128"/>
                </a:cubicBezTo>
                <a:lnTo>
                  <a:pt x="1242" y="1128"/>
                </a:lnTo>
                <a:cubicBezTo>
                  <a:pt x="1234" y="1128"/>
                  <a:pt x="1221" y="1133"/>
                  <a:pt x="1216" y="1139"/>
                </a:cubicBezTo>
                <a:lnTo>
                  <a:pt x="1154" y="1200"/>
                </a:lnTo>
                <a:cubicBezTo>
                  <a:pt x="1147" y="1207"/>
                  <a:pt x="1144" y="1220"/>
                  <a:pt x="1144" y="1227"/>
                </a:cubicBezTo>
                <a:lnTo>
                  <a:pt x="1144" y="1228"/>
                </a:lnTo>
                <a:cubicBezTo>
                  <a:pt x="1144" y="1237"/>
                  <a:pt x="1149" y="1249"/>
                  <a:pt x="1154" y="1254"/>
                </a:cubicBezTo>
                <a:lnTo>
                  <a:pt x="1216" y="1316"/>
                </a:lnTo>
                <a:cubicBezTo>
                  <a:pt x="1221" y="1321"/>
                  <a:pt x="1234" y="1326"/>
                  <a:pt x="1242" y="1326"/>
                </a:cubicBezTo>
                <a:lnTo>
                  <a:pt x="1244" y="1326"/>
                </a:lnTo>
                <a:cubicBezTo>
                  <a:pt x="1253" y="1326"/>
                  <a:pt x="1265" y="1321"/>
                  <a:pt x="1271" y="1316"/>
                </a:cubicBezTo>
                <a:lnTo>
                  <a:pt x="1332" y="1254"/>
                </a:lnTo>
                <a:cubicBezTo>
                  <a:pt x="1338" y="1247"/>
                  <a:pt x="1343" y="1237"/>
                  <a:pt x="1343" y="1228"/>
                </a:cubicBezTo>
                <a:lnTo>
                  <a:pt x="1343" y="1227"/>
                </a:lnTo>
                <a:close/>
                <a:moveTo>
                  <a:pt x="370" y="583"/>
                </a:moveTo>
                <a:lnTo>
                  <a:pt x="887" y="881"/>
                </a:lnTo>
                <a:cubicBezTo>
                  <a:pt x="915" y="897"/>
                  <a:pt x="945" y="904"/>
                  <a:pt x="975" y="901"/>
                </a:cubicBezTo>
                <a:cubicBezTo>
                  <a:pt x="1054" y="895"/>
                  <a:pt x="1116" y="828"/>
                  <a:pt x="1116" y="749"/>
                </a:cubicBezTo>
                <a:lnTo>
                  <a:pt x="1116" y="152"/>
                </a:lnTo>
                <a:cubicBezTo>
                  <a:pt x="1116" y="67"/>
                  <a:pt x="1047" y="0"/>
                  <a:pt x="964" y="0"/>
                </a:cubicBezTo>
                <a:cubicBezTo>
                  <a:pt x="879" y="0"/>
                  <a:pt x="812" y="69"/>
                  <a:pt x="812" y="152"/>
                </a:cubicBezTo>
                <a:lnTo>
                  <a:pt x="812" y="487"/>
                </a:lnTo>
                <a:lnTo>
                  <a:pt x="523" y="319"/>
                </a:lnTo>
                <a:cubicBezTo>
                  <a:pt x="451" y="277"/>
                  <a:pt x="358" y="302"/>
                  <a:pt x="316" y="376"/>
                </a:cubicBezTo>
                <a:cubicBezTo>
                  <a:pt x="273" y="450"/>
                  <a:pt x="298" y="543"/>
                  <a:pt x="370" y="583"/>
                </a:cubicBezTo>
                <a:close/>
                <a:moveTo>
                  <a:pt x="1505" y="902"/>
                </a:moveTo>
                <a:cubicBezTo>
                  <a:pt x="1535" y="904"/>
                  <a:pt x="1565" y="899"/>
                  <a:pt x="1593" y="883"/>
                </a:cubicBezTo>
                <a:lnTo>
                  <a:pt x="2109" y="585"/>
                </a:lnTo>
                <a:cubicBezTo>
                  <a:pt x="2182" y="543"/>
                  <a:pt x="2206" y="450"/>
                  <a:pt x="2166" y="377"/>
                </a:cubicBezTo>
                <a:cubicBezTo>
                  <a:pt x="2124" y="305"/>
                  <a:pt x="2030" y="280"/>
                  <a:pt x="1958" y="321"/>
                </a:cubicBezTo>
                <a:lnTo>
                  <a:pt x="1669" y="488"/>
                </a:lnTo>
                <a:lnTo>
                  <a:pt x="1669" y="153"/>
                </a:lnTo>
                <a:cubicBezTo>
                  <a:pt x="1669" y="69"/>
                  <a:pt x="1600" y="2"/>
                  <a:pt x="1517" y="2"/>
                </a:cubicBezTo>
                <a:cubicBezTo>
                  <a:pt x="1433" y="2"/>
                  <a:pt x="1366" y="71"/>
                  <a:pt x="1366" y="153"/>
                </a:cubicBezTo>
                <a:lnTo>
                  <a:pt x="1366" y="751"/>
                </a:lnTo>
                <a:cubicBezTo>
                  <a:pt x="1366" y="830"/>
                  <a:pt x="1428" y="897"/>
                  <a:pt x="1505" y="902"/>
                </a:cubicBezTo>
                <a:close/>
                <a:moveTo>
                  <a:pt x="976" y="1550"/>
                </a:moveTo>
                <a:cubicBezTo>
                  <a:pt x="946" y="1548"/>
                  <a:pt x="916" y="1553"/>
                  <a:pt x="888" y="1569"/>
                </a:cubicBezTo>
                <a:lnTo>
                  <a:pt x="372" y="1867"/>
                </a:lnTo>
                <a:cubicBezTo>
                  <a:pt x="300" y="1909"/>
                  <a:pt x="275" y="2003"/>
                  <a:pt x="316" y="2075"/>
                </a:cubicBezTo>
                <a:cubicBezTo>
                  <a:pt x="358" y="2147"/>
                  <a:pt x="451" y="2172"/>
                  <a:pt x="523" y="2130"/>
                </a:cubicBezTo>
                <a:lnTo>
                  <a:pt x="812" y="1962"/>
                </a:lnTo>
                <a:lnTo>
                  <a:pt x="812" y="2297"/>
                </a:lnTo>
                <a:cubicBezTo>
                  <a:pt x="812" y="2382"/>
                  <a:pt x="881" y="2449"/>
                  <a:pt x="964" y="2449"/>
                </a:cubicBezTo>
                <a:cubicBezTo>
                  <a:pt x="1049" y="2449"/>
                  <a:pt x="1116" y="2380"/>
                  <a:pt x="1116" y="2297"/>
                </a:cubicBezTo>
                <a:lnTo>
                  <a:pt x="1116" y="1700"/>
                </a:lnTo>
                <a:cubicBezTo>
                  <a:pt x="1117" y="1622"/>
                  <a:pt x="1056" y="1557"/>
                  <a:pt x="976" y="1550"/>
                </a:cubicBezTo>
                <a:close/>
                <a:moveTo>
                  <a:pt x="835" y="1271"/>
                </a:moveTo>
                <a:cubicBezTo>
                  <a:pt x="841" y="1256"/>
                  <a:pt x="842" y="1239"/>
                  <a:pt x="842" y="1223"/>
                </a:cubicBezTo>
                <a:cubicBezTo>
                  <a:pt x="842" y="1211"/>
                  <a:pt x="841" y="1198"/>
                  <a:pt x="837" y="1188"/>
                </a:cubicBezTo>
                <a:cubicBezTo>
                  <a:pt x="827" y="1151"/>
                  <a:pt x="802" y="1117"/>
                  <a:pt x="767" y="1096"/>
                </a:cubicBezTo>
                <a:lnTo>
                  <a:pt x="250" y="797"/>
                </a:lnTo>
                <a:cubicBezTo>
                  <a:pt x="178" y="754"/>
                  <a:pt x="85" y="779"/>
                  <a:pt x="42" y="853"/>
                </a:cubicBezTo>
                <a:cubicBezTo>
                  <a:pt x="0" y="925"/>
                  <a:pt x="25" y="1019"/>
                  <a:pt x="99" y="1061"/>
                </a:cubicBezTo>
                <a:lnTo>
                  <a:pt x="388" y="1228"/>
                </a:lnTo>
                <a:lnTo>
                  <a:pt x="99" y="1395"/>
                </a:lnTo>
                <a:cubicBezTo>
                  <a:pt x="27" y="1437"/>
                  <a:pt x="2" y="1530"/>
                  <a:pt x="42" y="1603"/>
                </a:cubicBezTo>
                <a:cubicBezTo>
                  <a:pt x="85" y="1675"/>
                  <a:pt x="178" y="1700"/>
                  <a:pt x="250" y="1659"/>
                </a:cubicBezTo>
                <a:lnTo>
                  <a:pt x="767" y="1361"/>
                </a:lnTo>
                <a:cubicBezTo>
                  <a:pt x="802" y="1338"/>
                  <a:pt x="825" y="1307"/>
                  <a:pt x="835" y="1271"/>
                </a:cubicBezTo>
                <a:close/>
                <a:moveTo>
                  <a:pt x="7251" y="379"/>
                </a:moveTo>
                <a:lnTo>
                  <a:pt x="7237" y="379"/>
                </a:lnTo>
                <a:cubicBezTo>
                  <a:pt x="7235" y="379"/>
                  <a:pt x="7233" y="379"/>
                  <a:pt x="7231" y="379"/>
                </a:cubicBezTo>
                <a:cubicBezTo>
                  <a:pt x="7229" y="379"/>
                  <a:pt x="7228" y="379"/>
                  <a:pt x="7226" y="379"/>
                </a:cubicBezTo>
                <a:cubicBezTo>
                  <a:pt x="7189" y="379"/>
                  <a:pt x="7154" y="383"/>
                  <a:pt x="7120" y="395"/>
                </a:cubicBezTo>
                <a:cubicBezTo>
                  <a:pt x="7087" y="405"/>
                  <a:pt x="7057" y="423"/>
                  <a:pt x="7034" y="451"/>
                </a:cubicBezTo>
                <a:lnTo>
                  <a:pt x="7034" y="451"/>
                </a:lnTo>
                <a:lnTo>
                  <a:pt x="7034" y="451"/>
                </a:lnTo>
                <a:lnTo>
                  <a:pt x="7034" y="451"/>
                </a:lnTo>
                <a:cubicBezTo>
                  <a:pt x="7009" y="478"/>
                  <a:pt x="6993" y="511"/>
                  <a:pt x="6985" y="546"/>
                </a:cubicBezTo>
                <a:cubicBezTo>
                  <a:pt x="6974" y="583"/>
                  <a:pt x="6970" y="624"/>
                  <a:pt x="6970" y="672"/>
                </a:cubicBezTo>
                <a:lnTo>
                  <a:pt x="6970" y="763"/>
                </a:lnTo>
                <a:lnTo>
                  <a:pt x="6870" y="763"/>
                </a:lnTo>
                <a:cubicBezTo>
                  <a:pt x="6835" y="763"/>
                  <a:pt x="6807" y="791"/>
                  <a:pt x="6807" y="825"/>
                </a:cubicBezTo>
                <a:cubicBezTo>
                  <a:pt x="6807" y="842"/>
                  <a:pt x="6814" y="860"/>
                  <a:pt x="6824" y="872"/>
                </a:cubicBezTo>
                <a:cubicBezTo>
                  <a:pt x="6836" y="885"/>
                  <a:pt x="6852" y="892"/>
                  <a:pt x="6870" y="894"/>
                </a:cubicBezTo>
                <a:lnTo>
                  <a:pt x="6970" y="894"/>
                </a:lnTo>
                <a:lnTo>
                  <a:pt x="6970" y="1634"/>
                </a:lnTo>
                <a:lnTo>
                  <a:pt x="6970" y="1636"/>
                </a:lnTo>
                <a:cubicBezTo>
                  <a:pt x="6970" y="1654"/>
                  <a:pt x="6977" y="1670"/>
                  <a:pt x="6990" y="1682"/>
                </a:cubicBezTo>
                <a:cubicBezTo>
                  <a:pt x="7002" y="1693"/>
                  <a:pt x="7018" y="1700"/>
                  <a:pt x="7036" y="1700"/>
                </a:cubicBezTo>
                <a:cubicBezTo>
                  <a:pt x="7069" y="1700"/>
                  <a:pt x="7097" y="1671"/>
                  <a:pt x="7097" y="1636"/>
                </a:cubicBezTo>
                <a:lnTo>
                  <a:pt x="7097" y="894"/>
                </a:lnTo>
                <a:lnTo>
                  <a:pt x="7205" y="894"/>
                </a:lnTo>
                <a:cubicBezTo>
                  <a:pt x="7222" y="892"/>
                  <a:pt x="7238" y="885"/>
                  <a:pt x="7251" y="874"/>
                </a:cubicBezTo>
                <a:cubicBezTo>
                  <a:pt x="7263" y="862"/>
                  <a:pt x="7270" y="846"/>
                  <a:pt x="7270" y="828"/>
                </a:cubicBezTo>
                <a:lnTo>
                  <a:pt x="7270" y="827"/>
                </a:lnTo>
                <a:cubicBezTo>
                  <a:pt x="7270" y="793"/>
                  <a:pt x="7242" y="765"/>
                  <a:pt x="7207" y="765"/>
                </a:cubicBezTo>
                <a:lnTo>
                  <a:pt x="7097" y="765"/>
                </a:lnTo>
                <a:lnTo>
                  <a:pt x="7097" y="673"/>
                </a:lnTo>
                <a:cubicBezTo>
                  <a:pt x="7097" y="633"/>
                  <a:pt x="7103" y="603"/>
                  <a:pt x="7108" y="582"/>
                </a:cubicBezTo>
                <a:cubicBezTo>
                  <a:pt x="7113" y="561"/>
                  <a:pt x="7122" y="546"/>
                  <a:pt x="7129" y="538"/>
                </a:cubicBezTo>
                <a:cubicBezTo>
                  <a:pt x="7136" y="531"/>
                  <a:pt x="7145" y="524"/>
                  <a:pt x="7161" y="518"/>
                </a:cubicBezTo>
                <a:cubicBezTo>
                  <a:pt x="7177" y="513"/>
                  <a:pt x="7196" y="509"/>
                  <a:pt x="7224" y="509"/>
                </a:cubicBezTo>
                <a:lnTo>
                  <a:pt x="7228" y="509"/>
                </a:lnTo>
                <a:cubicBezTo>
                  <a:pt x="7229" y="509"/>
                  <a:pt x="7231" y="509"/>
                  <a:pt x="7233" y="509"/>
                </a:cubicBezTo>
                <a:cubicBezTo>
                  <a:pt x="7235" y="509"/>
                  <a:pt x="7237" y="509"/>
                  <a:pt x="7238" y="509"/>
                </a:cubicBezTo>
                <a:lnTo>
                  <a:pt x="7247" y="509"/>
                </a:lnTo>
                <a:lnTo>
                  <a:pt x="7252" y="509"/>
                </a:lnTo>
                <a:cubicBezTo>
                  <a:pt x="7288" y="509"/>
                  <a:pt x="7318" y="481"/>
                  <a:pt x="7318" y="444"/>
                </a:cubicBezTo>
                <a:cubicBezTo>
                  <a:pt x="7314" y="409"/>
                  <a:pt x="7286" y="379"/>
                  <a:pt x="7251" y="379"/>
                </a:cubicBezTo>
                <a:close/>
                <a:moveTo>
                  <a:pt x="9482" y="862"/>
                </a:moveTo>
                <a:cubicBezTo>
                  <a:pt x="9494" y="850"/>
                  <a:pt x="9501" y="832"/>
                  <a:pt x="9501" y="816"/>
                </a:cubicBezTo>
                <a:cubicBezTo>
                  <a:pt x="9501" y="800"/>
                  <a:pt x="9494" y="784"/>
                  <a:pt x="9482" y="772"/>
                </a:cubicBezTo>
                <a:lnTo>
                  <a:pt x="9482" y="772"/>
                </a:lnTo>
                <a:lnTo>
                  <a:pt x="9482" y="772"/>
                </a:lnTo>
                <a:lnTo>
                  <a:pt x="9482" y="772"/>
                </a:lnTo>
                <a:lnTo>
                  <a:pt x="9482" y="772"/>
                </a:lnTo>
                <a:cubicBezTo>
                  <a:pt x="9469" y="760"/>
                  <a:pt x="9454" y="753"/>
                  <a:pt x="9438" y="753"/>
                </a:cubicBezTo>
                <a:cubicBezTo>
                  <a:pt x="9423" y="753"/>
                  <a:pt x="9406" y="760"/>
                  <a:pt x="9393" y="772"/>
                </a:cubicBezTo>
                <a:lnTo>
                  <a:pt x="8895" y="1256"/>
                </a:lnTo>
                <a:lnTo>
                  <a:pt x="8895" y="441"/>
                </a:lnTo>
                <a:cubicBezTo>
                  <a:pt x="8895" y="405"/>
                  <a:pt x="8865" y="377"/>
                  <a:pt x="8830" y="377"/>
                </a:cubicBezTo>
                <a:cubicBezTo>
                  <a:pt x="8812" y="377"/>
                  <a:pt x="8796" y="384"/>
                  <a:pt x="8785" y="397"/>
                </a:cubicBezTo>
                <a:cubicBezTo>
                  <a:pt x="8775" y="407"/>
                  <a:pt x="8766" y="425"/>
                  <a:pt x="8766" y="441"/>
                </a:cubicBezTo>
                <a:lnTo>
                  <a:pt x="8766" y="1634"/>
                </a:lnTo>
                <a:cubicBezTo>
                  <a:pt x="8766" y="1652"/>
                  <a:pt x="8773" y="1668"/>
                  <a:pt x="8785" y="1679"/>
                </a:cubicBezTo>
                <a:cubicBezTo>
                  <a:pt x="8796" y="1689"/>
                  <a:pt x="8814" y="1698"/>
                  <a:pt x="8830" y="1698"/>
                </a:cubicBezTo>
                <a:cubicBezTo>
                  <a:pt x="8867" y="1698"/>
                  <a:pt x="8895" y="1670"/>
                  <a:pt x="8895" y="1634"/>
                </a:cubicBezTo>
                <a:lnTo>
                  <a:pt x="8895" y="1437"/>
                </a:lnTo>
                <a:lnTo>
                  <a:pt x="9057" y="1275"/>
                </a:lnTo>
                <a:lnTo>
                  <a:pt x="9388" y="1673"/>
                </a:lnTo>
                <a:cubicBezTo>
                  <a:pt x="9395" y="1682"/>
                  <a:pt x="9402" y="1690"/>
                  <a:pt x="9411" y="1693"/>
                </a:cubicBezTo>
                <a:cubicBezTo>
                  <a:pt x="9420" y="1697"/>
                  <a:pt x="9430" y="1698"/>
                  <a:pt x="9438" y="1698"/>
                </a:cubicBezTo>
                <a:cubicBezTo>
                  <a:pt x="9448" y="1698"/>
                  <a:pt x="9466" y="1696"/>
                  <a:pt x="9480" y="1684"/>
                </a:cubicBezTo>
                <a:lnTo>
                  <a:pt x="9480" y="1684"/>
                </a:lnTo>
                <a:lnTo>
                  <a:pt x="9480" y="1684"/>
                </a:lnTo>
                <a:cubicBezTo>
                  <a:pt x="9494" y="1671"/>
                  <a:pt x="9501" y="1654"/>
                  <a:pt x="9501" y="1636"/>
                </a:cubicBezTo>
                <a:cubicBezTo>
                  <a:pt x="9501" y="1622"/>
                  <a:pt x="9496" y="1606"/>
                  <a:pt x="9485" y="1594"/>
                </a:cubicBezTo>
                <a:lnTo>
                  <a:pt x="9485" y="1594"/>
                </a:lnTo>
                <a:lnTo>
                  <a:pt x="9149" y="1186"/>
                </a:lnTo>
                <a:lnTo>
                  <a:pt x="9482" y="862"/>
                </a:lnTo>
                <a:close/>
                <a:moveTo>
                  <a:pt x="8581" y="779"/>
                </a:moveTo>
                <a:cubicBezTo>
                  <a:pt x="8593" y="790"/>
                  <a:pt x="8600" y="807"/>
                  <a:pt x="8600" y="825"/>
                </a:cubicBezTo>
                <a:lnTo>
                  <a:pt x="8600" y="1633"/>
                </a:lnTo>
                <a:cubicBezTo>
                  <a:pt x="8600" y="1650"/>
                  <a:pt x="8593" y="1666"/>
                  <a:pt x="8581" y="1677"/>
                </a:cubicBezTo>
                <a:cubicBezTo>
                  <a:pt x="8569" y="1687"/>
                  <a:pt x="8553" y="1696"/>
                  <a:pt x="8537" y="1696"/>
                </a:cubicBezTo>
                <a:cubicBezTo>
                  <a:pt x="8519" y="1696"/>
                  <a:pt x="8504" y="1689"/>
                  <a:pt x="8493" y="1677"/>
                </a:cubicBezTo>
                <a:cubicBezTo>
                  <a:pt x="8481" y="1666"/>
                  <a:pt x="8474" y="1650"/>
                  <a:pt x="8474" y="1633"/>
                </a:cubicBezTo>
                <a:lnTo>
                  <a:pt x="8474" y="1553"/>
                </a:lnTo>
                <a:cubicBezTo>
                  <a:pt x="8394" y="1640"/>
                  <a:pt x="8281" y="1696"/>
                  <a:pt x="8156" y="1696"/>
                </a:cubicBezTo>
                <a:cubicBezTo>
                  <a:pt x="8033" y="1696"/>
                  <a:pt x="7920" y="1643"/>
                  <a:pt x="7841" y="1557"/>
                </a:cubicBezTo>
                <a:cubicBezTo>
                  <a:pt x="7760" y="1472"/>
                  <a:pt x="7712" y="1354"/>
                  <a:pt x="7712" y="1228"/>
                </a:cubicBezTo>
                <a:cubicBezTo>
                  <a:pt x="7712" y="1100"/>
                  <a:pt x="7762" y="983"/>
                  <a:pt x="7841" y="899"/>
                </a:cubicBezTo>
                <a:cubicBezTo>
                  <a:pt x="7920" y="814"/>
                  <a:pt x="8033" y="760"/>
                  <a:pt x="8156" y="760"/>
                </a:cubicBezTo>
                <a:cubicBezTo>
                  <a:pt x="8281" y="760"/>
                  <a:pt x="8394" y="814"/>
                  <a:pt x="8474" y="901"/>
                </a:cubicBezTo>
                <a:lnTo>
                  <a:pt x="8474" y="823"/>
                </a:lnTo>
                <a:cubicBezTo>
                  <a:pt x="8474" y="805"/>
                  <a:pt x="8481" y="790"/>
                  <a:pt x="8493" y="777"/>
                </a:cubicBezTo>
                <a:cubicBezTo>
                  <a:pt x="8505" y="767"/>
                  <a:pt x="8521" y="760"/>
                  <a:pt x="8537" y="760"/>
                </a:cubicBezTo>
                <a:cubicBezTo>
                  <a:pt x="8555" y="761"/>
                  <a:pt x="8570" y="768"/>
                  <a:pt x="8581" y="779"/>
                </a:cubicBezTo>
                <a:close/>
                <a:moveTo>
                  <a:pt x="8474" y="1230"/>
                </a:moveTo>
                <a:cubicBezTo>
                  <a:pt x="8474" y="1135"/>
                  <a:pt x="8437" y="1049"/>
                  <a:pt x="8380" y="987"/>
                </a:cubicBezTo>
                <a:cubicBezTo>
                  <a:pt x="8322" y="925"/>
                  <a:pt x="8243" y="888"/>
                  <a:pt x="8156" y="888"/>
                </a:cubicBezTo>
                <a:cubicBezTo>
                  <a:pt x="8070" y="888"/>
                  <a:pt x="7992" y="925"/>
                  <a:pt x="7933" y="987"/>
                </a:cubicBezTo>
                <a:cubicBezTo>
                  <a:pt x="7875" y="1049"/>
                  <a:pt x="7837" y="1135"/>
                  <a:pt x="7837" y="1230"/>
                </a:cubicBezTo>
                <a:cubicBezTo>
                  <a:pt x="7837" y="1324"/>
                  <a:pt x="7874" y="1411"/>
                  <a:pt x="7933" y="1472"/>
                </a:cubicBezTo>
                <a:cubicBezTo>
                  <a:pt x="7991" y="1534"/>
                  <a:pt x="8070" y="1571"/>
                  <a:pt x="8156" y="1571"/>
                </a:cubicBezTo>
                <a:cubicBezTo>
                  <a:pt x="8243" y="1571"/>
                  <a:pt x="8322" y="1534"/>
                  <a:pt x="8380" y="1472"/>
                </a:cubicBezTo>
                <a:cubicBezTo>
                  <a:pt x="8437" y="1409"/>
                  <a:pt x="8474" y="1324"/>
                  <a:pt x="8474" y="1230"/>
                </a:cubicBezTo>
                <a:close/>
                <a:moveTo>
                  <a:pt x="3348" y="1207"/>
                </a:moveTo>
                <a:cubicBezTo>
                  <a:pt x="3297" y="1183"/>
                  <a:pt x="3239" y="1165"/>
                  <a:pt x="3181" y="1146"/>
                </a:cubicBezTo>
                <a:cubicBezTo>
                  <a:pt x="3128" y="1128"/>
                  <a:pt x="3073" y="1112"/>
                  <a:pt x="3035" y="1091"/>
                </a:cubicBezTo>
                <a:cubicBezTo>
                  <a:pt x="3015" y="1080"/>
                  <a:pt x="2999" y="1070"/>
                  <a:pt x="2991" y="1057"/>
                </a:cubicBezTo>
                <a:cubicBezTo>
                  <a:pt x="2980" y="1045"/>
                  <a:pt x="2976" y="1033"/>
                  <a:pt x="2975" y="1015"/>
                </a:cubicBezTo>
                <a:cubicBezTo>
                  <a:pt x="2975" y="992"/>
                  <a:pt x="2982" y="973"/>
                  <a:pt x="2992" y="955"/>
                </a:cubicBezTo>
                <a:cubicBezTo>
                  <a:pt x="3010" y="931"/>
                  <a:pt x="3038" y="911"/>
                  <a:pt x="3072" y="899"/>
                </a:cubicBezTo>
                <a:cubicBezTo>
                  <a:pt x="3103" y="887"/>
                  <a:pt x="3137" y="879"/>
                  <a:pt x="3162" y="879"/>
                </a:cubicBezTo>
                <a:cubicBezTo>
                  <a:pt x="3234" y="879"/>
                  <a:pt x="3280" y="904"/>
                  <a:pt x="3315" y="929"/>
                </a:cubicBezTo>
                <a:cubicBezTo>
                  <a:pt x="3332" y="941"/>
                  <a:pt x="3347" y="954"/>
                  <a:pt x="3361" y="964"/>
                </a:cubicBezTo>
                <a:cubicBezTo>
                  <a:pt x="3368" y="969"/>
                  <a:pt x="3375" y="975"/>
                  <a:pt x="3382" y="978"/>
                </a:cubicBezTo>
                <a:cubicBezTo>
                  <a:pt x="3389" y="982"/>
                  <a:pt x="3398" y="985"/>
                  <a:pt x="3406" y="985"/>
                </a:cubicBezTo>
                <a:cubicBezTo>
                  <a:pt x="3412" y="985"/>
                  <a:pt x="3419" y="983"/>
                  <a:pt x="3424" y="982"/>
                </a:cubicBezTo>
                <a:cubicBezTo>
                  <a:pt x="3429" y="980"/>
                  <a:pt x="3435" y="976"/>
                  <a:pt x="3440" y="971"/>
                </a:cubicBezTo>
                <a:cubicBezTo>
                  <a:pt x="3445" y="968"/>
                  <a:pt x="3449" y="962"/>
                  <a:pt x="3452" y="955"/>
                </a:cubicBezTo>
                <a:cubicBezTo>
                  <a:pt x="3454" y="950"/>
                  <a:pt x="3456" y="943"/>
                  <a:pt x="3456" y="938"/>
                </a:cubicBezTo>
                <a:cubicBezTo>
                  <a:pt x="3456" y="927"/>
                  <a:pt x="3452" y="916"/>
                  <a:pt x="3447" y="906"/>
                </a:cubicBezTo>
                <a:cubicBezTo>
                  <a:pt x="3438" y="888"/>
                  <a:pt x="3422" y="872"/>
                  <a:pt x="3403" y="855"/>
                </a:cubicBezTo>
                <a:cubicBezTo>
                  <a:pt x="3375" y="830"/>
                  <a:pt x="3337" y="805"/>
                  <a:pt x="3297" y="788"/>
                </a:cubicBezTo>
                <a:cubicBezTo>
                  <a:pt x="3256" y="770"/>
                  <a:pt x="3214" y="758"/>
                  <a:pt x="3174" y="758"/>
                </a:cubicBezTo>
                <a:cubicBezTo>
                  <a:pt x="3079" y="758"/>
                  <a:pt x="3001" y="779"/>
                  <a:pt x="2943" y="820"/>
                </a:cubicBezTo>
                <a:cubicBezTo>
                  <a:pt x="2913" y="841"/>
                  <a:pt x="2887" y="864"/>
                  <a:pt x="2869" y="894"/>
                </a:cubicBezTo>
                <a:cubicBezTo>
                  <a:pt x="2850" y="925"/>
                  <a:pt x="2839" y="964"/>
                  <a:pt x="2839" y="1013"/>
                </a:cubicBezTo>
                <a:cubicBezTo>
                  <a:pt x="2839" y="1015"/>
                  <a:pt x="2839" y="1019"/>
                  <a:pt x="2839" y="1020"/>
                </a:cubicBezTo>
                <a:cubicBezTo>
                  <a:pt x="2839" y="1070"/>
                  <a:pt x="2855" y="1109"/>
                  <a:pt x="2880" y="1140"/>
                </a:cubicBezTo>
                <a:cubicBezTo>
                  <a:pt x="2917" y="1188"/>
                  <a:pt x="2973" y="1215"/>
                  <a:pt x="3028" y="1235"/>
                </a:cubicBezTo>
                <a:cubicBezTo>
                  <a:pt x="3082" y="1254"/>
                  <a:pt x="3137" y="1266"/>
                  <a:pt x="3170" y="1279"/>
                </a:cubicBezTo>
                <a:cubicBezTo>
                  <a:pt x="3218" y="1294"/>
                  <a:pt x="3271" y="1312"/>
                  <a:pt x="3308" y="1335"/>
                </a:cubicBezTo>
                <a:cubicBezTo>
                  <a:pt x="3327" y="1347"/>
                  <a:pt x="3341" y="1360"/>
                  <a:pt x="3352" y="1374"/>
                </a:cubicBezTo>
                <a:cubicBezTo>
                  <a:pt x="3362" y="1388"/>
                  <a:pt x="3368" y="1404"/>
                  <a:pt x="3368" y="1421"/>
                </a:cubicBezTo>
                <a:lnTo>
                  <a:pt x="3368" y="1423"/>
                </a:lnTo>
                <a:cubicBezTo>
                  <a:pt x="3368" y="1449"/>
                  <a:pt x="3359" y="1471"/>
                  <a:pt x="3347" y="1490"/>
                </a:cubicBezTo>
                <a:cubicBezTo>
                  <a:pt x="3327" y="1516"/>
                  <a:pt x="3294" y="1538"/>
                  <a:pt x="3258" y="1550"/>
                </a:cubicBezTo>
                <a:cubicBezTo>
                  <a:pt x="3223" y="1562"/>
                  <a:pt x="3188" y="1568"/>
                  <a:pt x="3163" y="1568"/>
                </a:cubicBezTo>
                <a:cubicBezTo>
                  <a:pt x="3080" y="1568"/>
                  <a:pt x="3026" y="1548"/>
                  <a:pt x="2985" y="1527"/>
                </a:cubicBezTo>
                <a:cubicBezTo>
                  <a:pt x="2966" y="1516"/>
                  <a:pt x="2948" y="1508"/>
                  <a:pt x="2934" y="1499"/>
                </a:cubicBezTo>
                <a:cubicBezTo>
                  <a:pt x="2927" y="1495"/>
                  <a:pt x="2920" y="1492"/>
                  <a:pt x="2913" y="1488"/>
                </a:cubicBezTo>
                <a:cubicBezTo>
                  <a:pt x="2906" y="1485"/>
                  <a:pt x="2899" y="1483"/>
                  <a:pt x="2890" y="1483"/>
                </a:cubicBezTo>
                <a:cubicBezTo>
                  <a:pt x="2885" y="1483"/>
                  <a:pt x="2880" y="1483"/>
                  <a:pt x="2874" y="1486"/>
                </a:cubicBezTo>
                <a:cubicBezTo>
                  <a:pt x="2869" y="1488"/>
                  <a:pt x="2864" y="1492"/>
                  <a:pt x="2860" y="1495"/>
                </a:cubicBezTo>
                <a:cubicBezTo>
                  <a:pt x="2855" y="1501"/>
                  <a:pt x="2850" y="1506"/>
                  <a:pt x="2846" y="1513"/>
                </a:cubicBezTo>
                <a:cubicBezTo>
                  <a:pt x="2843" y="1520"/>
                  <a:pt x="2841" y="1527"/>
                  <a:pt x="2841" y="1534"/>
                </a:cubicBezTo>
                <a:cubicBezTo>
                  <a:pt x="2841" y="1546"/>
                  <a:pt x="2846" y="1559"/>
                  <a:pt x="2851" y="1568"/>
                </a:cubicBezTo>
                <a:cubicBezTo>
                  <a:pt x="2862" y="1582"/>
                  <a:pt x="2878" y="1596"/>
                  <a:pt x="2895" y="1610"/>
                </a:cubicBezTo>
                <a:cubicBezTo>
                  <a:pt x="2915" y="1622"/>
                  <a:pt x="2938" y="1636"/>
                  <a:pt x="2966" y="1649"/>
                </a:cubicBezTo>
                <a:cubicBezTo>
                  <a:pt x="3026" y="1677"/>
                  <a:pt x="3103" y="1691"/>
                  <a:pt x="3162" y="1693"/>
                </a:cubicBezTo>
                <a:lnTo>
                  <a:pt x="3162" y="1693"/>
                </a:lnTo>
                <a:cubicBezTo>
                  <a:pt x="3253" y="1693"/>
                  <a:pt x="3331" y="1671"/>
                  <a:pt x="3398" y="1622"/>
                </a:cubicBezTo>
                <a:lnTo>
                  <a:pt x="3398" y="1622"/>
                </a:lnTo>
                <a:lnTo>
                  <a:pt x="3398" y="1622"/>
                </a:lnTo>
                <a:cubicBezTo>
                  <a:pt x="3463" y="1573"/>
                  <a:pt x="3503" y="1501"/>
                  <a:pt x="3503" y="1419"/>
                </a:cubicBezTo>
                <a:cubicBezTo>
                  <a:pt x="3503" y="1375"/>
                  <a:pt x="3493" y="1337"/>
                  <a:pt x="3475" y="1305"/>
                </a:cubicBezTo>
                <a:cubicBezTo>
                  <a:pt x="3445" y="1261"/>
                  <a:pt x="3399" y="1232"/>
                  <a:pt x="3348" y="1207"/>
                </a:cubicBezTo>
                <a:close/>
                <a:moveTo>
                  <a:pt x="7513" y="377"/>
                </a:moveTo>
                <a:cubicBezTo>
                  <a:pt x="7496" y="377"/>
                  <a:pt x="7480" y="384"/>
                  <a:pt x="7469" y="397"/>
                </a:cubicBezTo>
                <a:cubicBezTo>
                  <a:pt x="7457" y="407"/>
                  <a:pt x="7450" y="425"/>
                  <a:pt x="7450" y="441"/>
                </a:cubicBezTo>
                <a:lnTo>
                  <a:pt x="7450" y="1634"/>
                </a:lnTo>
                <a:cubicBezTo>
                  <a:pt x="7450" y="1652"/>
                  <a:pt x="7457" y="1668"/>
                  <a:pt x="7469" y="1679"/>
                </a:cubicBezTo>
                <a:cubicBezTo>
                  <a:pt x="7481" y="1689"/>
                  <a:pt x="7497" y="1698"/>
                  <a:pt x="7513" y="1698"/>
                </a:cubicBezTo>
                <a:cubicBezTo>
                  <a:pt x="7550" y="1698"/>
                  <a:pt x="7578" y="1670"/>
                  <a:pt x="7578" y="1634"/>
                </a:cubicBezTo>
                <a:lnTo>
                  <a:pt x="7578" y="441"/>
                </a:lnTo>
                <a:cubicBezTo>
                  <a:pt x="7578" y="405"/>
                  <a:pt x="7548" y="377"/>
                  <a:pt x="7513" y="377"/>
                </a:cubicBezTo>
                <a:close/>
                <a:moveTo>
                  <a:pt x="10445" y="1200"/>
                </a:moveTo>
                <a:lnTo>
                  <a:pt x="10445" y="1207"/>
                </a:lnTo>
                <a:cubicBezTo>
                  <a:pt x="10445" y="1225"/>
                  <a:pt x="10438" y="1241"/>
                  <a:pt x="10426" y="1250"/>
                </a:cubicBezTo>
                <a:cubicBezTo>
                  <a:pt x="10414" y="1261"/>
                  <a:pt x="10398" y="1266"/>
                  <a:pt x="10382" y="1266"/>
                </a:cubicBezTo>
                <a:lnTo>
                  <a:pt x="9667" y="1266"/>
                </a:lnTo>
                <a:cubicBezTo>
                  <a:pt x="9684" y="1441"/>
                  <a:pt x="9823" y="1569"/>
                  <a:pt x="9991" y="1571"/>
                </a:cubicBezTo>
                <a:lnTo>
                  <a:pt x="10033" y="1571"/>
                </a:lnTo>
                <a:cubicBezTo>
                  <a:pt x="10088" y="1571"/>
                  <a:pt x="10142" y="1552"/>
                  <a:pt x="10188" y="1520"/>
                </a:cubicBezTo>
                <a:cubicBezTo>
                  <a:pt x="10236" y="1488"/>
                  <a:pt x="10276" y="1446"/>
                  <a:pt x="10305" y="1397"/>
                </a:cubicBezTo>
                <a:cubicBezTo>
                  <a:pt x="10310" y="1386"/>
                  <a:pt x="10319" y="1380"/>
                  <a:pt x="10327" y="1374"/>
                </a:cubicBezTo>
                <a:cubicBezTo>
                  <a:pt x="10336" y="1369"/>
                  <a:pt x="10347" y="1367"/>
                  <a:pt x="10357" y="1367"/>
                </a:cubicBezTo>
                <a:cubicBezTo>
                  <a:pt x="10368" y="1367"/>
                  <a:pt x="10380" y="1370"/>
                  <a:pt x="10389" y="1375"/>
                </a:cubicBezTo>
                <a:lnTo>
                  <a:pt x="10389" y="1375"/>
                </a:lnTo>
                <a:lnTo>
                  <a:pt x="10389" y="1375"/>
                </a:lnTo>
                <a:cubicBezTo>
                  <a:pt x="10407" y="1388"/>
                  <a:pt x="10419" y="1409"/>
                  <a:pt x="10419" y="1430"/>
                </a:cubicBezTo>
                <a:cubicBezTo>
                  <a:pt x="10419" y="1441"/>
                  <a:pt x="10416" y="1453"/>
                  <a:pt x="10410" y="1464"/>
                </a:cubicBezTo>
                <a:lnTo>
                  <a:pt x="10410" y="1464"/>
                </a:lnTo>
                <a:lnTo>
                  <a:pt x="10410" y="1464"/>
                </a:lnTo>
                <a:cubicBezTo>
                  <a:pt x="10370" y="1527"/>
                  <a:pt x="10315" y="1585"/>
                  <a:pt x="10252" y="1627"/>
                </a:cubicBezTo>
                <a:cubicBezTo>
                  <a:pt x="10186" y="1670"/>
                  <a:pt x="10112" y="1696"/>
                  <a:pt x="10031" y="1696"/>
                </a:cubicBezTo>
                <a:lnTo>
                  <a:pt x="9989" y="1696"/>
                </a:lnTo>
                <a:cubicBezTo>
                  <a:pt x="9864" y="1696"/>
                  <a:pt x="9749" y="1642"/>
                  <a:pt x="9668" y="1557"/>
                </a:cubicBezTo>
                <a:cubicBezTo>
                  <a:pt x="9587" y="1472"/>
                  <a:pt x="9536" y="1356"/>
                  <a:pt x="9536" y="1230"/>
                </a:cubicBezTo>
                <a:cubicBezTo>
                  <a:pt x="9536" y="1100"/>
                  <a:pt x="9587" y="983"/>
                  <a:pt x="9668" y="897"/>
                </a:cubicBezTo>
                <a:cubicBezTo>
                  <a:pt x="9751" y="813"/>
                  <a:pt x="9864" y="760"/>
                  <a:pt x="9991" y="760"/>
                </a:cubicBezTo>
                <a:cubicBezTo>
                  <a:pt x="10112" y="760"/>
                  <a:pt x="10220" y="807"/>
                  <a:pt x="10301" y="887"/>
                </a:cubicBezTo>
                <a:cubicBezTo>
                  <a:pt x="10382" y="966"/>
                  <a:pt x="10435" y="1075"/>
                  <a:pt x="10445" y="1200"/>
                </a:cubicBezTo>
                <a:close/>
                <a:moveTo>
                  <a:pt x="10305" y="1139"/>
                </a:moveTo>
                <a:cubicBezTo>
                  <a:pt x="10268" y="992"/>
                  <a:pt x="10139" y="887"/>
                  <a:pt x="9993" y="887"/>
                </a:cubicBezTo>
                <a:cubicBezTo>
                  <a:pt x="9841" y="887"/>
                  <a:pt x="9714" y="989"/>
                  <a:pt x="9675" y="1139"/>
                </a:cubicBezTo>
                <a:lnTo>
                  <a:pt x="10305" y="1139"/>
                </a:lnTo>
                <a:close/>
                <a:moveTo>
                  <a:pt x="4027" y="763"/>
                </a:moveTo>
                <a:cubicBezTo>
                  <a:pt x="3926" y="763"/>
                  <a:pt x="3836" y="802"/>
                  <a:pt x="3768" y="864"/>
                </a:cubicBezTo>
                <a:lnTo>
                  <a:pt x="3768" y="827"/>
                </a:lnTo>
                <a:cubicBezTo>
                  <a:pt x="3768" y="809"/>
                  <a:pt x="3761" y="793"/>
                  <a:pt x="3750" y="783"/>
                </a:cubicBezTo>
                <a:cubicBezTo>
                  <a:pt x="3740" y="770"/>
                  <a:pt x="3724" y="763"/>
                  <a:pt x="3706" y="763"/>
                </a:cubicBezTo>
                <a:cubicBezTo>
                  <a:pt x="3688" y="763"/>
                  <a:pt x="3670" y="770"/>
                  <a:pt x="3660" y="783"/>
                </a:cubicBezTo>
                <a:cubicBezTo>
                  <a:pt x="3649" y="795"/>
                  <a:pt x="3643" y="811"/>
                  <a:pt x="3643" y="827"/>
                </a:cubicBezTo>
                <a:lnTo>
                  <a:pt x="3643" y="1652"/>
                </a:lnTo>
                <a:lnTo>
                  <a:pt x="3644" y="1654"/>
                </a:lnTo>
                <a:lnTo>
                  <a:pt x="3644" y="1654"/>
                </a:lnTo>
                <a:cubicBezTo>
                  <a:pt x="3644" y="1657"/>
                  <a:pt x="3646" y="1659"/>
                  <a:pt x="3648" y="1663"/>
                </a:cubicBezTo>
                <a:cubicBezTo>
                  <a:pt x="3657" y="1679"/>
                  <a:pt x="3671" y="1689"/>
                  <a:pt x="3688" y="1694"/>
                </a:cubicBezTo>
                <a:lnTo>
                  <a:pt x="3690" y="1694"/>
                </a:lnTo>
                <a:lnTo>
                  <a:pt x="3704" y="1694"/>
                </a:lnTo>
                <a:cubicBezTo>
                  <a:pt x="3713" y="1694"/>
                  <a:pt x="3722" y="1693"/>
                  <a:pt x="3731" y="1689"/>
                </a:cubicBezTo>
                <a:cubicBezTo>
                  <a:pt x="3738" y="1686"/>
                  <a:pt x="3745" y="1680"/>
                  <a:pt x="3750" y="1673"/>
                </a:cubicBezTo>
                <a:lnTo>
                  <a:pt x="3750" y="1673"/>
                </a:lnTo>
                <a:cubicBezTo>
                  <a:pt x="3750" y="1673"/>
                  <a:pt x="3750" y="1671"/>
                  <a:pt x="3752" y="1671"/>
                </a:cubicBezTo>
                <a:lnTo>
                  <a:pt x="3752" y="1671"/>
                </a:lnTo>
                <a:cubicBezTo>
                  <a:pt x="3755" y="1668"/>
                  <a:pt x="3759" y="1663"/>
                  <a:pt x="3761" y="1659"/>
                </a:cubicBezTo>
                <a:cubicBezTo>
                  <a:pt x="3762" y="1654"/>
                  <a:pt x="3764" y="1650"/>
                  <a:pt x="3764" y="1645"/>
                </a:cubicBezTo>
                <a:lnTo>
                  <a:pt x="3764" y="1643"/>
                </a:lnTo>
                <a:lnTo>
                  <a:pt x="3764" y="1147"/>
                </a:lnTo>
                <a:cubicBezTo>
                  <a:pt x="3766" y="1077"/>
                  <a:pt x="3796" y="1012"/>
                  <a:pt x="3842" y="966"/>
                </a:cubicBezTo>
                <a:cubicBezTo>
                  <a:pt x="3888" y="920"/>
                  <a:pt x="3953" y="890"/>
                  <a:pt x="4023" y="890"/>
                </a:cubicBezTo>
                <a:cubicBezTo>
                  <a:pt x="4095" y="890"/>
                  <a:pt x="4159" y="918"/>
                  <a:pt x="4205" y="966"/>
                </a:cubicBezTo>
                <a:cubicBezTo>
                  <a:pt x="4251" y="1012"/>
                  <a:pt x="4279" y="1077"/>
                  <a:pt x="4279" y="1147"/>
                </a:cubicBezTo>
                <a:lnTo>
                  <a:pt x="4279" y="1634"/>
                </a:lnTo>
                <a:cubicBezTo>
                  <a:pt x="4279" y="1652"/>
                  <a:pt x="4286" y="1668"/>
                  <a:pt x="4298" y="1680"/>
                </a:cubicBezTo>
                <a:cubicBezTo>
                  <a:pt x="4310" y="1691"/>
                  <a:pt x="4326" y="1698"/>
                  <a:pt x="4342" y="1698"/>
                </a:cubicBezTo>
                <a:cubicBezTo>
                  <a:pt x="4360" y="1698"/>
                  <a:pt x="4376" y="1691"/>
                  <a:pt x="4386" y="1680"/>
                </a:cubicBezTo>
                <a:cubicBezTo>
                  <a:pt x="4399" y="1670"/>
                  <a:pt x="4406" y="1652"/>
                  <a:pt x="4406" y="1634"/>
                </a:cubicBezTo>
                <a:lnTo>
                  <a:pt x="4406" y="1147"/>
                </a:lnTo>
                <a:cubicBezTo>
                  <a:pt x="4413" y="936"/>
                  <a:pt x="4240" y="763"/>
                  <a:pt x="4027" y="763"/>
                </a:cubicBezTo>
                <a:close/>
                <a:moveTo>
                  <a:pt x="5294" y="901"/>
                </a:moveTo>
                <a:cubicBezTo>
                  <a:pt x="5375" y="985"/>
                  <a:pt x="5421" y="1103"/>
                  <a:pt x="5423" y="1230"/>
                </a:cubicBezTo>
                <a:cubicBezTo>
                  <a:pt x="5423" y="1356"/>
                  <a:pt x="5375" y="1472"/>
                  <a:pt x="5294" y="1559"/>
                </a:cubicBezTo>
                <a:cubicBezTo>
                  <a:pt x="5214" y="1643"/>
                  <a:pt x="5101" y="1698"/>
                  <a:pt x="4978" y="1698"/>
                </a:cubicBezTo>
                <a:cubicBezTo>
                  <a:pt x="4854" y="1698"/>
                  <a:pt x="4744" y="1644"/>
                  <a:pt x="4663" y="1559"/>
                </a:cubicBezTo>
                <a:cubicBezTo>
                  <a:pt x="4582" y="1475"/>
                  <a:pt x="4533" y="1356"/>
                  <a:pt x="4533" y="1230"/>
                </a:cubicBezTo>
                <a:cubicBezTo>
                  <a:pt x="4533" y="1103"/>
                  <a:pt x="4582" y="987"/>
                  <a:pt x="4663" y="901"/>
                </a:cubicBezTo>
                <a:cubicBezTo>
                  <a:pt x="4742" y="816"/>
                  <a:pt x="4855" y="761"/>
                  <a:pt x="4978" y="761"/>
                </a:cubicBezTo>
                <a:cubicBezTo>
                  <a:pt x="5103" y="761"/>
                  <a:pt x="5214" y="816"/>
                  <a:pt x="5294" y="901"/>
                </a:cubicBezTo>
                <a:close/>
                <a:moveTo>
                  <a:pt x="5296" y="1230"/>
                </a:moveTo>
                <a:cubicBezTo>
                  <a:pt x="5296" y="1135"/>
                  <a:pt x="5258" y="1049"/>
                  <a:pt x="5200" y="987"/>
                </a:cubicBezTo>
                <a:cubicBezTo>
                  <a:pt x="5141" y="925"/>
                  <a:pt x="5063" y="887"/>
                  <a:pt x="4978" y="887"/>
                </a:cubicBezTo>
                <a:cubicBezTo>
                  <a:pt x="4892" y="887"/>
                  <a:pt x="4813" y="925"/>
                  <a:pt x="4755" y="987"/>
                </a:cubicBezTo>
                <a:cubicBezTo>
                  <a:pt x="4696" y="1049"/>
                  <a:pt x="4659" y="1135"/>
                  <a:pt x="4659" y="1230"/>
                </a:cubicBezTo>
                <a:cubicBezTo>
                  <a:pt x="4659" y="1324"/>
                  <a:pt x="4696" y="1410"/>
                  <a:pt x="4755" y="1471"/>
                </a:cubicBezTo>
                <a:cubicBezTo>
                  <a:pt x="4813" y="1533"/>
                  <a:pt x="4892" y="1569"/>
                  <a:pt x="4978" y="1569"/>
                </a:cubicBezTo>
                <a:cubicBezTo>
                  <a:pt x="5065" y="1569"/>
                  <a:pt x="5144" y="1532"/>
                  <a:pt x="5200" y="1471"/>
                </a:cubicBezTo>
                <a:cubicBezTo>
                  <a:pt x="5259" y="1409"/>
                  <a:pt x="5296" y="1324"/>
                  <a:pt x="5296" y="1230"/>
                </a:cubicBezTo>
                <a:close/>
                <a:moveTo>
                  <a:pt x="6671" y="768"/>
                </a:moveTo>
                <a:lnTo>
                  <a:pt x="6671" y="768"/>
                </a:lnTo>
                <a:cubicBezTo>
                  <a:pt x="6669" y="768"/>
                  <a:pt x="6669" y="768"/>
                  <a:pt x="6671" y="768"/>
                </a:cubicBezTo>
                <a:cubicBezTo>
                  <a:pt x="6662" y="765"/>
                  <a:pt x="6655" y="763"/>
                  <a:pt x="6648" y="763"/>
                </a:cubicBezTo>
                <a:cubicBezTo>
                  <a:pt x="6636" y="763"/>
                  <a:pt x="6624" y="767"/>
                  <a:pt x="6613" y="774"/>
                </a:cubicBezTo>
                <a:cubicBezTo>
                  <a:pt x="6603" y="781"/>
                  <a:pt x="6593" y="790"/>
                  <a:pt x="6588" y="802"/>
                </a:cubicBezTo>
                <a:lnTo>
                  <a:pt x="6588" y="802"/>
                </a:lnTo>
                <a:lnTo>
                  <a:pt x="6345" y="1467"/>
                </a:lnTo>
                <a:lnTo>
                  <a:pt x="6158" y="1022"/>
                </a:lnTo>
                <a:lnTo>
                  <a:pt x="6158" y="1022"/>
                </a:lnTo>
                <a:cubicBezTo>
                  <a:pt x="6153" y="1010"/>
                  <a:pt x="6144" y="999"/>
                  <a:pt x="6133" y="994"/>
                </a:cubicBezTo>
                <a:cubicBezTo>
                  <a:pt x="6123" y="987"/>
                  <a:pt x="6110" y="983"/>
                  <a:pt x="6096" y="983"/>
                </a:cubicBezTo>
                <a:cubicBezTo>
                  <a:pt x="6084" y="983"/>
                  <a:pt x="6072" y="987"/>
                  <a:pt x="6061" y="994"/>
                </a:cubicBezTo>
                <a:cubicBezTo>
                  <a:pt x="6051" y="1001"/>
                  <a:pt x="6042" y="1010"/>
                  <a:pt x="6036" y="1022"/>
                </a:cubicBezTo>
                <a:lnTo>
                  <a:pt x="6036" y="1022"/>
                </a:lnTo>
                <a:lnTo>
                  <a:pt x="5848" y="1467"/>
                </a:lnTo>
                <a:lnTo>
                  <a:pt x="5603" y="802"/>
                </a:lnTo>
                <a:lnTo>
                  <a:pt x="5603" y="802"/>
                </a:lnTo>
                <a:cubicBezTo>
                  <a:pt x="5599" y="790"/>
                  <a:pt x="5591" y="779"/>
                  <a:pt x="5580" y="772"/>
                </a:cubicBezTo>
                <a:cubicBezTo>
                  <a:pt x="5569" y="765"/>
                  <a:pt x="5557" y="761"/>
                  <a:pt x="5545" y="761"/>
                </a:cubicBezTo>
                <a:cubicBezTo>
                  <a:pt x="5536" y="761"/>
                  <a:pt x="5529" y="763"/>
                  <a:pt x="5520" y="767"/>
                </a:cubicBezTo>
                <a:lnTo>
                  <a:pt x="5520" y="767"/>
                </a:lnTo>
                <a:lnTo>
                  <a:pt x="5520" y="767"/>
                </a:lnTo>
                <a:cubicBezTo>
                  <a:pt x="5497" y="777"/>
                  <a:pt x="5483" y="800"/>
                  <a:pt x="5483" y="825"/>
                </a:cubicBezTo>
                <a:cubicBezTo>
                  <a:pt x="5483" y="832"/>
                  <a:pt x="5485" y="841"/>
                  <a:pt x="5488" y="848"/>
                </a:cubicBezTo>
                <a:lnTo>
                  <a:pt x="5488" y="848"/>
                </a:lnTo>
                <a:lnTo>
                  <a:pt x="5790" y="1654"/>
                </a:lnTo>
                <a:lnTo>
                  <a:pt x="5790" y="1654"/>
                </a:lnTo>
                <a:cubicBezTo>
                  <a:pt x="5791" y="1659"/>
                  <a:pt x="5795" y="1666"/>
                  <a:pt x="5800" y="1671"/>
                </a:cubicBezTo>
                <a:cubicBezTo>
                  <a:pt x="5804" y="1675"/>
                  <a:pt x="5809" y="1679"/>
                  <a:pt x="5814" y="1682"/>
                </a:cubicBezTo>
                <a:cubicBezTo>
                  <a:pt x="5816" y="1684"/>
                  <a:pt x="5816" y="1684"/>
                  <a:pt x="5820" y="1686"/>
                </a:cubicBezTo>
                <a:cubicBezTo>
                  <a:pt x="5821" y="1687"/>
                  <a:pt x="5825" y="1687"/>
                  <a:pt x="5829" y="1689"/>
                </a:cubicBezTo>
                <a:cubicBezTo>
                  <a:pt x="5834" y="1691"/>
                  <a:pt x="5841" y="1693"/>
                  <a:pt x="5850" y="1693"/>
                </a:cubicBezTo>
                <a:cubicBezTo>
                  <a:pt x="5862" y="1693"/>
                  <a:pt x="5873" y="1689"/>
                  <a:pt x="5883" y="1682"/>
                </a:cubicBezTo>
                <a:cubicBezTo>
                  <a:pt x="5892" y="1675"/>
                  <a:pt x="5901" y="1666"/>
                  <a:pt x="5906" y="1654"/>
                </a:cubicBezTo>
                <a:lnTo>
                  <a:pt x="5906" y="1654"/>
                </a:lnTo>
                <a:lnTo>
                  <a:pt x="6096" y="1200"/>
                </a:lnTo>
                <a:lnTo>
                  <a:pt x="6287" y="1652"/>
                </a:lnTo>
                <a:lnTo>
                  <a:pt x="6287" y="1652"/>
                </a:lnTo>
                <a:cubicBezTo>
                  <a:pt x="6290" y="1664"/>
                  <a:pt x="6299" y="1673"/>
                  <a:pt x="6308" y="1680"/>
                </a:cubicBezTo>
                <a:cubicBezTo>
                  <a:pt x="6317" y="1687"/>
                  <a:pt x="6327" y="1693"/>
                  <a:pt x="6340" y="1693"/>
                </a:cubicBezTo>
                <a:lnTo>
                  <a:pt x="6348" y="1693"/>
                </a:lnTo>
                <a:cubicBezTo>
                  <a:pt x="6355" y="1693"/>
                  <a:pt x="6364" y="1691"/>
                  <a:pt x="6370" y="1689"/>
                </a:cubicBezTo>
                <a:cubicBezTo>
                  <a:pt x="6377" y="1687"/>
                  <a:pt x="6382" y="1684"/>
                  <a:pt x="6385" y="1680"/>
                </a:cubicBezTo>
                <a:cubicBezTo>
                  <a:pt x="6396" y="1673"/>
                  <a:pt x="6403" y="1661"/>
                  <a:pt x="6408" y="1650"/>
                </a:cubicBezTo>
                <a:lnTo>
                  <a:pt x="6408" y="1650"/>
                </a:lnTo>
                <a:lnTo>
                  <a:pt x="6708" y="848"/>
                </a:lnTo>
                <a:cubicBezTo>
                  <a:pt x="6711" y="841"/>
                  <a:pt x="6713" y="832"/>
                  <a:pt x="6713" y="825"/>
                </a:cubicBezTo>
                <a:cubicBezTo>
                  <a:pt x="6708" y="802"/>
                  <a:pt x="6694" y="779"/>
                  <a:pt x="6671" y="768"/>
                </a:cubicBezTo>
                <a:close/>
              </a:path>
            </a:pathLst>
          </a:custGeom>
          <a:solidFill>
            <a:schemeClr val="lt1"/>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68" name="PlaceHolder 4"/>
          <p:cNvSpPr>
            <a:spLocks noGrp="1"/>
          </p:cNvSpPr>
          <p:nvPr>
            <p:ph type="body"/>
          </p:nvPr>
        </p:nvSpPr>
        <p:spPr>
          <a:xfrm>
            <a:off x="457200" y="1203480"/>
            <a:ext cx="8226720" cy="2980440"/>
          </a:xfrm>
          <a:prstGeom prst="rect">
            <a:avLst/>
          </a:prstGeom>
          <a:noFill/>
          <a:ln w="0">
            <a:noFill/>
          </a:ln>
        </p:spPr>
        <p:txBody>
          <a:bodyPr lIns="0" tIns="0" rIns="0" bIns="0" anchor="t">
            <a:normAutofit/>
          </a:bodyPr>
          <a:lstStyle/>
          <a:p>
            <a:pPr marL="432000" indent="-324000">
              <a:lnSpc>
                <a:spcPct val="100000"/>
              </a:lnSpc>
              <a:spcBef>
                <a:spcPts val="1417"/>
              </a:spcBef>
              <a:buClr>
                <a:srgbClr val="000000"/>
              </a:buClr>
              <a:buSzPct val="45000"/>
              <a:buFont typeface="Wingdings" charset="2"/>
              <a:buChar char=""/>
            </a:pPr>
            <a:r>
              <a:rPr lang="en-GB" sz="14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4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4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4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Seventh Outline Level</a:t>
            </a: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Thank You_1">
    <p:bg>
      <p:bgPr>
        <a:solidFill>
          <a:schemeClr val="accent1"/>
        </a:solidFill>
        <a:effectLst/>
      </p:bgPr>
    </p:bg>
    <p:spTree>
      <p:nvGrpSpPr>
        <p:cNvPr id="1" name=""/>
        <p:cNvGrpSpPr/>
        <p:nvPr/>
      </p:nvGrpSpPr>
      <p:grpSpPr>
        <a:xfrm>
          <a:off x="0" y="0"/>
          <a:ext cx="0" cy="0"/>
          <a:chOff x="0" y="0"/>
          <a:chExt cx="0" cy="0"/>
        </a:xfrm>
      </p:grpSpPr>
      <p:sp>
        <p:nvSpPr>
          <p:cNvPr id="69" name="Google Shape;9;p1"/>
          <p:cNvSpPr/>
          <p:nvPr/>
        </p:nvSpPr>
        <p:spPr>
          <a:xfrm>
            <a:off x="3837240" y="-655560"/>
            <a:ext cx="5303880" cy="16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a:lnSpc>
                <a:spcPct val="100000"/>
              </a:lnSpc>
              <a:tabLst>
                <a:tab pos="0" algn="l"/>
              </a:tabLst>
            </a:pPr>
            <a:r>
              <a:rPr lang="en" sz="800" b="0" u="none" strike="noStrike">
                <a:solidFill>
                  <a:srgbClr val="C8C8C8"/>
                </a:solidFill>
                <a:effectLst/>
                <a:uFillTx/>
                <a:latin typeface="Arial"/>
                <a:ea typeface="Arial"/>
              </a:rPr>
              <a:t>SNOWFLAKE GSLIDES THEME 2026.01</a:t>
            </a:r>
            <a:endParaRPr lang="en-GB" sz="800" b="0" u="none" strike="noStrike">
              <a:solidFill>
                <a:srgbClr val="000000"/>
              </a:solidFill>
              <a:effectLst/>
              <a:uFillTx/>
              <a:latin typeface="Arial"/>
            </a:endParaRPr>
          </a:p>
        </p:txBody>
      </p:sp>
      <p:sp>
        <p:nvSpPr>
          <p:cNvPr id="70" name="Google Shape;259;p30"/>
          <p:cNvSpPr/>
          <p:nvPr/>
        </p:nvSpPr>
        <p:spPr>
          <a:xfrm>
            <a:off x="457200" y="4444200"/>
            <a:ext cx="1442160" cy="327600"/>
          </a:xfrm>
          <a:custGeom>
            <a:avLst/>
            <a:gdLst>
              <a:gd name="textAreaLeft" fmla="*/ 0 w 1442160"/>
              <a:gd name="textAreaRight" fmla="*/ 1445040 w 1442160"/>
              <a:gd name="textAreaTop" fmla="*/ 0 h 327600"/>
              <a:gd name="textAreaBottom" fmla="*/ 330480 h 327600"/>
            </a:gdLst>
            <a:ahLst/>
            <a:cxnLst/>
            <a:rect l="textAreaLeft" t="textAreaTop" r="textAreaRight" b="textAreaBottom"/>
            <a:pathLst>
              <a:path w="10771" h="2451">
                <a:moveTo>
                  <a:pt x="10625" y="726"/>
                </a:moveTo>
                <a:lnTo>
                  <a:pt x="10597" y="726"/>
                </a:lnTo>
                <a:lnTo>
                  <a:pt x="10597" y="761"/>
                </a:lnTo>
                <a:lnTo>
                  <a:pt x="10625" y="761"/>
                </a:lnTo>
                <a:cubicBezTo>
                  <a:pt x="10638" y="761"/>
                  <a:pt x="10646" y="756"/>
                  <a:pt x="10646" y="744"/>
                </a:cubicBezTo>
                <a:cubicBezTo>
                  <a:pt x="10646" y="731"/>
                  <a:pt x="10639" y="726"/>
                  <a:pt x="10625" y="726"/>
                </a:cubicBezTo>
                <a:close/>
                <a:moveTo>
                  <a:pt x="10562" y="693"/>
                </a:moveTo>
                <a:lnTo>
                  <a:pt x="10625" y="693"/>
                </a:lnTo>
                <a:cubicBezTo>
                  <a:pt x="10660" y="693"/>
                  <a:pt x="10683" y="712"/>
                  <a:pt x="10683" y="742"/>
                </a:cubicBezTo>
                <a:cubicBezTo>
                  <a:pt x="10683" y="760"/>
                  <a:pt x="10675" y="774"/>
                  <a:pt x="10660" y="783"/>
                </a:cubicBezTo>
                <a:lnTo>
                  <a:pt x="10685" y="820"/>
                </a:lnTo>
                <a:lnTo>
                  <a:pt x="10685" y="827"/>
                </a:lnTo>
                <a:lnTo>
                  <a:pt x="10648" y="827"/>
                </a:lnTo>
                <a:lnTo>
                  <a:pt x="10623" y="791"/>
                </a:lnTo>
                <a:lnTo>
                  <a:pt x="10595" y="791"/>
                </a:lnTo>
                <a:lnTo>
                  <a:pt x="10595" y="827"/>
                </a:lnTo>
                <a:lnTo>
                  <a:pt x="10560" y="827"/>
                </a:lnTo>
                <a:lnTo>
                  <a:pt x="10560" y="693"/>
                </a:lnTo>
                <a:lnTo>
                  <a:pt x="10562" y="693"/>
                </a:lnTo>
                <a:close/>
                <a:moveTo>
                  <a:pt x="10742" y="761"/>
                </a:moveTo>
                <a:cubicBezTo>
                  <a:pt x="10742" y="691"/>
                  <a:pt x="10694" y="636"/>
                  <a:pt x="10622" y="636"/>
                </a:cubicBezTo>
                <a:cubicBezTo>
                  <a:pt x="10551" y="636"/>
                  <a:pt x="10504" y="687"/>
                  <a:pt x="10504" y="761"/>
                </a:cubicBezTo>
                <a:cubicBezTo>
                  <a:pt x="10504" y="832"/>
                  <a:pt x="10551" y="887"/>
                  <a:pt x="10622" y="887"/>
                </a:cubicBezTo>
                <a:cubicBezTo>
                  <a:pt x="10694" y="888"/>
                  <a:pt x="10742" y="834"/>
                  <a:pt x="10742" y="761"/>
                </a:cubicBezTo>
                <a:close/>
                <a:moveTo>
                  <a:pt x="10770" y="761"/>
                </a:moveTo>
                <a:cubicBezTo>
                  <a:pt x="10770" y="846"/>
                  <a:pt x="10713" y="915"/>
                  <a:pt x="10620" y="915"/>
                </a:cubicBezTo>
                <a:cubicBezTo>
                  <a:pt x="10527" y="915"/>
                  <a:pt x="10472" y="844"/>
                  <a:pt x="10472" y="761"/>
                </a:cubicBezTo>
                <a:cubicBezTo>
                  <a:pt x="10472" y="677"/>
                  <a:pt x="10527" y="608"/>
                  <a:pt x="10620" y="608"/>
                </a:cubicBezTo>
                <a:cubicBezTo>
                  <a:pt x="10715" y="608"/>
                  <a:pt x="10770" y="679"/>
                  <a:pt x="10770" y="761"/>
                </a:cubicBezTo>
                <a:close/>
                <a:moveTo>
                  <a:pt x="2384" y="1061"/>
                </a:moveTo>
                <a:lnTo>
                  <a:pt x="2095" y="1228"/>
                </a:lnTo>
                <a:lnTo>
                  <a:pt x="2384" y="1395"/>
                </a:lnTo>
                <a:cubicBezTo>
                  <a:pt x="2457" y="1437"/>
                  <a:pt x="2483" y="1530"/>
                  <a:pt x="2441" y="1603"/>
                </a:cubicBezTo>
                <a:cubicBezTo>
                  <a:pt x="2398" y="1675"/>
                  <a:pt x="2305" y="1700"/>
                  <a:pt x="2233" y="1659"/>
                </a:cubicBezTo>
                <a:lnTo>
                  <a:pt x="1717" y="1361"/>
                </a:lnTo>
                <a:cubicBezTo>
                  <a:pt x="1681" y="1342"/>
                  <a:pt x="1658" y="1310"/>
                  <a:pt x="1648" y="1275"/>
                </a:cubicBezTo>
                <a:cubicBezTo>
                  <a:pt x="1642" y="1259"/>
                  <a:pt x="1641" y="1242"/>
                  <a:pt x="1641" y="1227"/>
                </a:cubicBezTo>
                <a:cubicBezTo>
                  <a:pt x="1641" y="1214"/>
                  <a:pt x="1642" y="1202"/>
                  <a:pt x="1646" y="1191"/>
                </a:cubicBezTo>
                <a:cubicBezTo>
                  <a:pt x="1657" y="1154"/>
                  <a:pt x="1681" y="1121"/>
                  <a:pt x="1717" y="1100"/>
                </a:cubicBezTo>
                <a:lnTo>
                  <a:pt x="2233" y="802"/>
                </a:lnTo>
                <a:cubicBezTo>
                  <a:pt x="2305" y="760"/>
                  <a:pt x="2398" y="784"/>
                  <a:pt x="2441" y="858"/>
                </a:cubicBezTo>
                <a:cubicBezTo>
                  <a:pt x="2483" y="925"/>
                  <a:pt x="2457" y="1019"/>
                  <a:pt x="2384" y="1061"/>
                </a:cubicBezTo>
                <a:close/>
                <a:moveTo>
                  <a:pt x="2111" y="1869"/>
                </a:moveTo>
                <a:lnTo>
                  <a:pt x="1595" y="1571"/>
                </a:lnTo>
                <a:cubicBezTo>
                  <a:pt x="1567" y="1555"/>
                  <a:pt x="1537" y="1548"/>
                  <a:pt x="1507" y="1552"/>
                </a:cubicBezTo>
                <a:cubicBezTo>
                  <a:pt x="1428" y="1557"/>
                  <a:pt x="1366" y="1624"/>
                  <a:pt x="1366" y="1703"/>
                </a:cubicBezTo>
                <a:lnTo>
                  <a:pt x="1366" y="2299"/>
                </a:lnTo>
                <a:cubicBezTo>
                  <a:pt x="1366" y="2383"/>
                  <a:pt x="1435" y="2450"/>
                  <a:pt x="1517" y="2450"/>
                </a:cubicBezTo>
                <a:cubicBezTo>
                  <a:pt x="1602" y="2450"/>
                  <a:pt x="1669" y="2382"/>
                  <a:pt x="1669" y="2299"/>
                </a:cubicBezTo>
                <a:lnTo>
                  <a:pt x="1669" y="1964"/>
                </a:lnTo>
                <a:lnTo>
                  <a:pt x="1958" y="2131"/>
                </a:lnTo>
                <a:cubicBezTo>
                  <a:pt x="2030" y="2174"/>
                  <a:pt x="2124" y="2149"/>
                  <a:pt x="2166" y="2077"/>
                </a:cubicBezTo>
                <a:cubicBezTo>
                  <a:pt x="2208" y="2005"/>
                  <a:pt x="2183" y="1911"/>
                  <a:pt x="2111" y="1869"/>
                </a:cubicBezTo>
                <a:close/>
                <a:moveTo>
                  <a:pt x="1514" y="1284"/>
                </a:moveTo>
                <a:lnTo>
                  <a:pt x="1299" y="1499"/>
                </a:lnTo>
                <a:cubicBezTo>
                  <a:pt x="1294" y="1506"/>
                  <a:pt x="1281" y="1511"/>
                  <a:pt x="1272" y="1511"/>
                </a:cubicBezTo>
                <a:lnTo>
                  <a:pt x="1257" y="1511"/>
                </a:lnTo>
                <a:lnTo>
                  <a:pt x="1225" y="1511"/>
                </a:lnTo>
                <a:lnTo>
                  <a:pt x="1209" y="1511"/>
                </a:lnTo>
                <a:cubicBezTo>
                  <a:pt x="1200" y="1511"/>
                  <a:pt x="1188" y="1506"/>
                  <a:pt x="1183" y="1499"/>
                </a:cubicBezTo>
                <a:lnTo>
                  <a:pt x="968" y="1284"/>
                </a:lnTo>
                <a:cubicBezTo>
                  <a:pt x="962" y="1279"/>
                  <a:pt x="957" y="1266"/>
                  <a:pt x="957" y="1257"/>
                </a:cubicBezTo>
                <a:lnTo>
                  <a:pt x="957" y="1243"/>
                </a:lnTo>
                <a:lnTo>
                  <a:pt x="957" y="1211"/>
                </a:lnTo>
                <a:lnTo>
                  <a:pt x="957" y="1195"/>
                </a:lnTo>
                <a:cubicBezTo>
                  <a:pt x="957" y="1186"/>
                  <a:pt x="962" y="1174"/>
                  <a:pt x="968" y="1168"/>
                </a:cubicBezTo>
                <a:lnTo>
                  <a:pt x="1183" y="954"/>
                </a:lnTo>
                <a:cubicBezTo>
                  <a:pt x="1190" y="946"/>
                  <a:pt x="1200" y="943"/>
                  <a:pt x="1209" y="943"/>
                </a:cubicBezTo>
                <a:lnTo>
                  <a:pt x="1225" y="943"/>
                </a:lnTo>
                <a:lnTo>
                  <a:pt x="1257" y="943"/>
                </a:lnTo>
                <a:lnTo>
                  <a:pt x="1272" y="943"/>
                </a:lnTo>
                <a:cubicBezTo>
                  <a:pt x="1281" y="943"/>
                  <a:pt x="1294" y="948"/>
                  <a:pt x="1299" y="954"/>
                </a:cubicBezTo>
                <a:lnTo>
                  <a:pt x="1514" y="1168"/>
                </a:lnTo>
                <a:cubicBezTo>
                  <a:pt x="1519" y="1174"/>
                  <a:pt x="1524" y="1186"/>
                  <a:pt x="1524" y="1195"/>
                </a:cubicBezTo>
                <a:lnTo>
                  <a:pt x="1524" y="1211"/>
                </a:lnTo>
                <a:lnTo>
                  <a:pt x="1524" y="1243"/>
                </a:lnTo>
                <a:lnTo>
                  <a:pt x="1524" y="1257"/>
                </a:lnTo>
                <a:cubicBezTo>
                  <a:pt x="1526" y="1266"/>
                  <a:pt x="1521" y="1279"/>
                  <a:pt x="1514" y="1284"/>
                </a:cubicBezTo>
                <a:close/>
                <a:moveTo>
                  <a:pt x="1343" y="1227"/>
                </a:moveTo>
                <a:cubicBezTo>
                  <a:pt x="1343" y="1218"/>
                  <a:pt x="1338" y="1205"/>
                  <a:pt x="1332" y="1200"/>
                </a:cubicBezTo>
                <a:lnTo>
                  <a:pt x="1271" y="1139"/>
                </a:lnTo>
                <a:cubicBezTo>
                  <a:pt x="1265" y="1133"/>
                  <a:pt x="1253" y="1128"/>
                  <a:pt x="1244" y="1128"/>
                </a:cubicBezTo>
                <a:lnTo>
                  <a:pt x="1242" y="1128"/>
                </a:lnTo>
                <a:cubicBezTo>
                  <a:pt x="1234" y="1128"/>
                  <a:pt x="1221" y="1133"/>
                  <a:pt x="1216" y="1139"/>
                </a:cubicBezTo>
                <a:lnTo>
                  <a:pt x="1154" y="1200"/>
                </a:lnTo>
                <a:cubicBezTo>
                  <a:pt x="1147" y="1207"/>
                  <a:pt x="1144" y="1220"/>
                  <a:pt x="1144" y="1227"/>
                </a:cubicBezTo>
                <a:lnTo>
                  <a:pt x="1144" y="1228"/>
                </a:lnTo>
                <a:cubicBezTo>
                  <a:pt x="1144" y="1237"/>
                  <a:pt x="1149" y="1249"/>
                  <a:pt x="1154" y="1254"/>
                </a:cubicBezTo>
                <a:lnTo>
                  <a:pt x="1216" y="1316"/>
                </a:lnTo>
                <a:cubicBezTo>
                  <a:pt x="1221" y="1321"/>
                  <a:pt x="1234" y="1326"/>
                  <a:pt x="1242" y="1326"/>
                </a:cubicBezTo>
                <a:lnTo>
                  <a:pt x="1244" y="1326"/>
                </a:lnTo>
                <a:cubicBezTo>
                  <a:pt x="1253" y="1326"/>
                  <a:pt x="1265" y="1321"/>
                  <a:pt x="1271" y="1316"/>
                </a:cubicBezTo>
                <a:lnTo>
                  <a:pt x="1332" y="1254"/>
                </a:lnTo>
                <a:cubicBezTo>
                  <a:pt x="1338" y="1247"/>
                  <a:pt x="1343" y="1237"/>
                  <a:pt x="1343" y="1228"/>
                </a:cubicBezTo>
                <a:lnTo>
                  <a:pt x="1343" y="1227"/>
                </a:lnTo>
                <a:close/>
                <a:moveTo>
                  <a:pt x="370" y="583"/>
                </a:moveTo>
                <a:lnTo>
                  <a:pt x="887" y="881"/>
                </a:lnTo>
                <a:cubicBezTo>
                  <a:pt x="915" y="897"/>
                  <a:pt x="945" y="904"/>
                  <a:pt x="975" y="901"/>
                </a:cubicBezTo>
                <a:cubicBezTo>
                  <a:pt x="1054" y="895"/>
                  <a:pt x="1116" y="828"/>
                  <a:pt x="1116" y="749"/>
                </a:cubicBezTo>
                <a:lnTo>
                  <a:pt x="1116" y="152"/>
                </a:lnTo>
                <a:cubicBezTo>
                  <a:pt x="1116" y="67"/>
                  <a:pt x="1047" y="0"/>
                  <a:pt x="964" y="0"/>
                </a:cubicBezTo>
                <a:cubicBezTo>
                  <a:pt x="879" y="0"/>
                  <a:pt x="812" y="69"/>
                  <a:pt x="812" y="152"/>
                </a:cubicBezTo>
                <a:lnTo>
                  <a:pt x="812" y="487"/>
                </a:lnTo>
                <a:lnTo>
                  <a:pt x="523" y="319"/>
                </a:lnTo>
                <a:cubicBezTo>
                  <a:pt x="451" y="277"/>
                  <a:pt x="358" y="302"/>
                  <a:pt x="316" y="376"/>
                </a:cubicBezTo>
                <a:cubicBezTo>
                  <a:pt x="273" y="450"/>
                  <a:pt x="298" y="543"/>
                  <a:pt x="370" y="583"/>
                </a:cubicBezTo>
                <a:close/>
                <a:moveTo>
                  <a:pt x="1505" y="902"/>
                </a:moveTo>
                <a:cubicBezTo>
                  <a:pt x="1535" y="904"/>
                  <a:pt x="1565" y="899"/>
                  <a:pt x="1593" y="883"/>
                </a:cubicBezTo>
                <a:lnTo>
                  <a:pt x="2109" y="585"/>
                </a:lnTo>
                <a:cubicBezTo>
                  <a:pt x="2182" y="543"/>
                  <a:pt x="2206" y="450"/>
                  <a:pt x="2166" y="377"/>
                </a:cubicBezTo>
                <a:cubicBezTo>
                  <a:pt x="2124" y="305"/>
                  <a:pt x="2030" y="280"/>
                  <a:pt x="1958" y="321"/>
                </a:cubicBezTo>
                <a:lnTo>
                  <a:pt x="1669" y="488"/>
                </a:lnTo>
                <a:lnTo>
                  <a:pt x="1669" y="153"/>
                </a:lnTo>
                <a:cubicBezTo>
                  <a:pt x="1669" y="69"/>
                  <a:pt x="1600" y="2"/>
                  <a:pt x="1517" y="2"/>
                </a:cubicBezTo>
                <a:cubicBezTo>
                  <a:pt x="1433" y="2"/>
                  <a:pt x="1366" y="71"/>
                  <a:pt x="1366" y="153"/>
                </a:cubicBezTo>
                <a:lnTo>
                  <a:pt x="1366" y="751"/>
                </a:lnTo>
                <a:cubicBezTo>
                  <a:pt x="1366" y="830"/>
                  <a:pt x="1428" y="897"/>
                  <a:pt x="1505" y="902"/>
                </a:cubicBezTo>
                <a:close/>
                <a:moveTo>
                  <a:pt x="976" y="1550"/>
                </a:moveTo>
                <a:cubicBezTo>
                  <a:pt x="946" y="1548"/>
                  <a:pt x="916" y="1553"/>
                  <a:pt x="888" y="1569"/>
                </a:cubicBezTo>
                <a:lnTo>
                  <a:pt x="372" y="1867"/>
                </a:lnTo>
                <a:cubicBezTo>
                  <a:pt x="300" y="1909"/>
                  <a:pt x="275" y="2003"/>
                  <a:pt x="316" y="2075"/>
                </a:cubicBezTo>
                <a:cubicBezTo>
                  <a:pt x="358" y="2147"/>
                  <a:pt x="451" y="2172"/>
                  <a:pt x="523" y="2130"/>
                </a:cubicBezTo>
                <a:lnTo>
                  <a:pt x="812" y="1962"/>
                </a:lnTo>
                <a:lnTo>
                  <a:pt x="812" y="2297"/>
                </a:lnTo>
                <a:cubicBezTo>
                  <a:pt x="812" y="2382"/>
                  <a:pt x="881" y="2449"/>
                  <a:pt x="964" y="2449"/>
                </a:cubicBezTo>
                <a:cubicBezTo>
                  <a:pt x="1049" y="2449"/>
                  <a:pt x="1116" y="2380"/>
                  <a:pt x="1116" y="2297"/>
                </a:cubicBezTo>
                <a:lnTo>
                  <a:pt x="1116" y="1700"/>
                </a:lnTo>
                <a:cubicBezTo>
                  <a:pt x="1117" y="1622"/>
                  <a:pt x="1056" y="1557"/>
                  <a:pt x="976" y="1550"/>
                </a:cubicBezTo>
                <a:close/>
                <a:moveTo>
                  <a:pt x="835" y="1271"/>
                </a:moveTo>
                <a:cubicBezTo>
                  <a:pt x="841" y="1256"/>
                  <a:pt x="842" y="1239"/>
                  <a:pt x="842" y="1223"/>
                </a:cubicBezTo>
                <a:cubicBezTo>
                  <a:pt x="842" y="1211"/>
                  <a:pt x="841" y="1198"/>
                  <a:pt x="837" y="1188"/>
                </a:cubicBezTo>
                <a:cubicBezTo>
                  <a:pt x="827" y="1151"/>
                  <a:pt x="802" y="1117"/>
                  <a:pt x="767" y="1096"/>
                </a:cubicBezTo>
                <a:lnTo>
                  <a:pt x="250" y="797"/>
                </a:lnTo>
                <a:cubicBezTo>
                  <a:pt x="178" y="754"/>
                  <a:pt x="85" y="779"/>
                  <a:pt x="42" y="853"/>
                </a:cubicBezTo>
                <a:cubicBezTo>
                  <a:pt x="0" y="925"/>
                  <a:pt x="25" y="1019"/>
                  <a:pt x="99" y="1061"/>
                </a:cubicBezTo>
                <a:lnTo>
                  <a:pt x="388" y="1228"/>
                </a:lnTo>
                <a:lnTo>
                  <a:pt x="99" y="1395"/>
                </a:lnTo>
                <a:cubicBezTo>
                  <a:pt x="27" y="1437"/>
                  <a:pt x="2" y="1530"/>
                  <a:pt x="42" y="1603"/>
                </a:cubicBezTo>
                <a:cubicBezTo>
                  <a:pt x="85" y="1675"/>
                  <a:pt x="178" y="1700"/>
                  <a:pt x="250" y="1659"/>
                </a:cubicBezTo>
                <a:lnTo>
                  <a:pt x="767" y="1361"/>
                </a:lnTo>
                <a:cubicBezTo>
                  <a:pt x="802" y="1338"/>
                  <a:pt x="825" y="1307"/>
                  <a:pt x="835" y="1271"/>
                </a:cubicBezTo>
                <a:close/>
                <a:moveTo>
                  <a:pt x="7251" y="379"/>
                </a:moveTo>
                <a:lnTo>
                  <a:pt x="7237" y="379"/>
                </a:lnTo>
                <a:cubicBezTo>
                  <a:pt x="7235" y="379"/>
                  <a:pt x="7233" y="379"/>
                  <a:pt x="7231" y="379"/>
                </a:cubicBezTo>
                <a:cubicBezTo>
                  <a:pt x="7229" y="379"/>
                  <a:pt x="7228" y="379"/>
                  <a:pt x="7226" y="379"/>
                </a:cubicBezTo>
                <a:cubicBezTo>
                  <a:pt x="7189" y="379"/>
                  <a:pt x="7154" y="383"/>
                  <a:pt x="7120" y="395"/>
                </a:cubicBezTo>
                <a:cubicBezTo>
                  <a:pt x="7087" y="405"/>
                  <a:pt x="7057" y="423"/>
                  <a:pt x="7034" y="451"/>
                </a:cubicBezTo>
                <a:lnTo>
                  <a:pt x="7034" y="451"/>
                </a:lnTo>
                <a:lnTo>
                  <a:pt x="7034" y="451"/>
                </a:lnTo>
                <a:lnTo>
                  <a:pt x="7034" y="451"/>
                </a:lnTo>
                <a:cubicBezTo>
                  <a:pt x="7009" y="478"/>
                  <a:pt x="6993" y="511"/>
                  <a:pt x="6985" y="546"/>
                </a:cubicBezTo>
                <a:cubicBezTo>
                  <a:pt x="6974" y="583"/>
                  <a:pt x="6970" y="624"/>
                  <a:pt x="6970" y="672"/>
                </a:cubicBezTo>
                <a:lnTo>
                  <a:pt x="6970" y="763"/>
                </a:lnTo>
                <a:lnTo>
                  <a:pt x="6870" y="763"/>
                </a:lnTo>
                <a:cubicBezTo>
                  <a:pt x="6835" y="763"/>
                  <a:pt x="6807" y="791"/>
                  <a:pt x="6807" y="825"/>
                </a:cubicBezTo>
                <a:cubicBezTo>
                  <a:pt x="6807" y="842"/>
                  <a:pt x="6814" y="860"/>
                  <a:pt x="6824" y="872"/>
                </a:cubicBezTo>
                <a:cubicBezTo>
                  <a:pt x="6836" y="885"/>
                  <a:pt x="6852" y="892"/>
                  <a:pt x="6870" y="894"/>
                </a:cubicBezTo>
                <a:lnTo>
                  <a:pt x="6970" y="894"/>
                </a:lnTo>
                <a:lnTo>
                  <a:pt x="6970" y="1634"/>
                </a:lnTo>
                <a:lnTo>
                  <a:pt x="6970" y="1636"/>
                </a:lnTo>
                <a:cubicBezTo>
                  <a:pt x="6970" y="1654"/>
                  <a:pt x="6977" y="1670"/>
                  <a:pt x="6990" y="1682"/>
                </a:cubicBezTo>
                <a:cubicBezTo>
                  <a:pt x="7002" y="1693"/>
                  <a:pt x="7018" y="1700"/>
                  <a:pt x="7036" y="1700"/>
                </a:cubicBezTo>
                <a:cubicBezTo>
                  <a:pt x="7069" y="1700"/>
                  <a:pt x="7097" y="1671"/>
                  <a:pt x="7097" y="1636"/>
                </a:cubicBezTo>
                <a:lnTo>
                  <a:pt x="7097" y="894"/>
                </a:lnTo>
                <a:lnTo>
                  <a:pt x="7205" y="894"/>
                </a:lnTo>
                <a:cubicBezTo>
                  <a:pt x="7222" y="892"/>
                  <a:pt x="7238" y="885"/>
                  <a:pt x="7251" y="874"/>
                </a:cubicBezTo>
                <a:cubicBezTo>
                  <a:pt x="7263" y="862"/>
                  <a:pt x="7270" y="846"/>
                  <a:pt x="7270" y="828"/>
                </a:cubicBezTo>
                <a:lnTo>
                  <a:pt x="7270" y="827"/>
                </a:lnTo>
                <a:cubicBezTo>
                  <a:pt x="7270" y="793"/>
                  <a:pt x="7242" y="765"/>
                  <a:pt x="7207" y="765"/>
                </a:cubicBezTo>
                <a:lnTo>
                  <a:pt x="7097" y="765"/>
                </a:lnTo>
                <a:lnTo>
                  <a:pt x="7097" y="673"/>
                </a:lnTo>
                <a:cubicBezTo>
                  <a:pt x="7097" y="633"/>
                  <a:pt x="7103" y="603"/>
                  <a:pt x="7108" y="582"/>
                </a:cubicBezTo>
                <a:cubicBezTo>
                  <a:pt x="7113" y="561"/>
                  <a:pt x="7122" y="546"/>
                  <a:pt x="7129" y="538"/>
                </a:cubicBezTo>
                <a:cubicBezTo>
                  <a:pt x="7136" y="531"/>
                  <a:pt x="7145" y="524"/>
                  <a:pt x="7161" y="518"/>
                </a:cubicBezTo>
                <a:cubicBezTo>
                  <a:pt x="7177" y="513"/>
                  <a:pt x="7196" y="509"/>
                  <a:pt x="7224" y="509"/>
                </a:cubicBezTo>
                <a:lnTo>
                  <a:pt x="7228" y="509"/>
                </a:lnTo>
                <a:cubicBezTo>
                  <a:pt x="7229" y="509"/>
                  <a:pt x="7231" y="509"/>
                  <a:pt x="7233" y="509"/>
                </a:cubicBezTo>
                <a:cubicBezTo>
                  <a:pt x="7235" y="509"/>
                  <a:pt x="7237" y="509"/>
                  <a:pt x="7238" y="509"/>
                </a:cubicBezTo>
                <a:lnTo>
                  <a:pt x="7247" y="509"/>
                </a:lnTo>
                <a:lnTo>
                  <a:pt x="7252" y="509"/>
                </a:lnTo>
                <a:cubicBezTo>
                  <a:pt x="7288" y="509"/>
                  <a:pt x="7318" y="481"/>
                  <a:pt x="7318" y="444"/>
                </a:cubicBezTo>
                <a:cubicBezTo>
                  <a:pt x="7314" y="409"/>
                  <a:pt x="7286" y="379"/>
                  <a:pt x="7251" y="379"/>
                </a:cubicBezTo>
                <a:close/>
                <a:moveTo>
                  <a:pt x="9482" y="862"/>
                </a:moveTo>
                <a:cubicBezTo>
                  <a:pt x="9494" y="850"/>
                  <a:pt x="9501" y="832"/>
                  <a:pt x="9501" y="816"/>
                </a:cubicBezTo>
                <a:cubicBezTo>
                  <a:pt x="9501" y="800"/>
                  <a:pt x="9494" y="784"/>
                  <a:pt x="9482" y="772"/>
                </a:cubicBezTo>
                <a:lnTo>
                  <a:pt x="9482" y="772"/>
                </a:lnTo>
                <a:lnTo>
                  <a:pt x="9482" y="772"/>
                </a:lnTo>
                <a:lnTo>
                  <a:pt x="9482" y="772"/>
                </a:lnTo>
                <a:lnTo>
                  <a:pt x="9482" y="772"/>
                </a:lnTo>
                <a:cubicBezTo>
                  <a:pt x="9469" y="760"/>
                  <a:pt x="9454" y="753"/>
                  <a:pt x="9438" y="753"/>
                </a:cubicBezTo>
                <a:cubicBezTo>
                  <a:pt x="9423" y="753"/>
                  <a:pt x="9406" y="760"/>
                  <a:pt x="9393" y="772"/>
                </a:cubicBezTo>
                <a:lnTo>
                  <a:pt x="8895" y="1256"/>
                </a:lnTo>
                <a:lnTo>
                  <a:pt x="8895" y="441"/>
                </a:lnTo>
                <a:cubicBezTo>
                  <a:pt x="8895" y="405"/>
                  <a:pt x="8865" y="377"/>
                  <a:pt x="8830" y="377"/>
                </a:cubicBezTo>
                <a:cubicBezTo>
                  <a:pt x="8812" y="377"/>
                  <a:pt x="8796" y="384"/>
                  <a:pt x="8785" y="397"/>
                </a:cubicBezTo>
                <a:cubicBezTo>
                  <a:pt x="8775" y="407"/>
                  <a:pt x="8766" y="425"/>
                  <a:pt x="8766" y="441"/>
                </a:cubicBezTo>
                <a:lnTo>
                  <a:pt x="8766" y="1634"/>
                </a:lnTo>
                <a:cubicBezTo>
                  <a:pt x="8766" y="1652"/>
                  <a:pt x="8773" y="1668"/>
                  <a:pt x="8785" y="1679"/>
                </a:cubicBezTo>
                <a:cubicBezTo>
                  <a:pt x="8796" y="1689"/>
                  <a:pt x="8814" y="1698"/>
                  <a:pt x="8830" y="1698"/>
                </a:cubicBezTo>
                <a:cubicBezTo>
                  <a:pt x="8867" y="1698"/>
                  <a:pt x="8895" y="1670"/>
                  <a:pt x="8895" y="1634"/>
                </a:cubicBezTo>
                <a:lnTo>
                  <a:pt x="8895" y="1437"/>
                </a:lnTo>
                <a:lnTo>
                  <a:pt x="9057" y="1275"/>
                </a:lnTo>
                <a:lnTo>
                  <a:pt x="9388" y="1673"/>
                </a:lnTo>
                <a:cubicBezTo>
                  <a:pt x="9395" y="1682"/>
                  <a:pt x="9402" y="1690"/>
                  <a:pt x="9411" y="1693"/>
                </a:cubicBezTo>
                <a:cubicBezTo>
                  <a:pt x="9420" y="1697"/>
                  <a:pt x="9430" y="1698"/>
                  <a:pt x="9438" y="1698"/>
                </a:cubicBezTo>
                <a:cubicBezTo>
                  <a:pt x="9448" y="1698"/>
                  <a:pt x="9466" y="1696"/>
                  <a:pt x="9480" y="1684"/>
                </a:cubicBezTo>
                <a:lnTo>
                  <a:pt x="9480" y="1684"/>
                </a:lnTo>
                <a:lnTo>
                  <a:pt x="9480" y="1684"/>
                </a:lnTo>
                <a:cubicBezTo>
                  <a:pt x="9494" y="1671"/>
                  <a:pt x="9501" y="1654"/>
                  <a:pt x="9501" y="1636"/>
                </a:cubicBezTo>
                <a:cubicBezTo>
                  <a:pt x="9501" y="1622"/>
                  <a:pt x="9496" y="1606"/>
                  <a:pt x="9485" y="1594"/>
                </a:cubicBezTo>
                <a:lnTo>
                  <a:pt x="9485" y="1594"/>
                </a:lnTo>
                <a:lnTo>
                  <a:pt x="9149" y="1186"/>
                </a:lnTo>
                <a:lnTo>
                  <a:pt x="9482" y="862"/>
                </a:lnTo>
                <a:close/>
                <a:moveTo>
                  <a:pt x="8581" y="779"/>
                </a:moveTo>
                <a:cubicBezTo>
                  <a:pt x="8593" y="790"/>
                  <a:pt x="8600" y="807"/>
                  <a:pt x="8600" y="825"/>
                </a:cubicBezTo>
                <a:lnTo>
                  <a:pt x="8600" y="1633"/>
                </a:lnTo>
                <a:cubicBezTo>
                  <a:pt x="8600" y="1650"/>
                  <a:pt x="8593" y="1666"/>
                  <a:pt x="8581" y="1677"/>
                </a:cubicBezTo>
                <a:cubicBezTo>
                  <a:pt x="8569" y="1687"/>
                  <a:pt x="8553" y="1696"/>
                  <a:pt x="8537" y="1696"/>
                </a:cubicBezTo>
                <a:cubicBezTo>
                  <a:pt x="8519" y="1696"/>
                  <a:pt x="8504" y="1689"/>
                  <a:pt x="8493" y="1677"/>
                </a:cubicBezTo>
                <a:cubicBezTo>
                  <a:pt x="8481" y="1666"/>
                  <a:pt x="8474" y="1650"/>
                  <a:pt x="8474" y="1633"/>
                </a:cubicBezTo>
                <a:lnTo>
                  <a:pt x="8474" y="1553"/>
                </a:lnTo>
                <a:cubicBezTo>
                  <a:pt x="8394" y="1640"/>
                  <a:pt x="8281" y="1696"/>
                  <a:pt x="8156" y="1696"/>
                </a:cubicBezTo>
                <a:cubicBezTo>
                  <a:pt x="8033" y="1696"/>
                  <a:pt x="7920" y="1643"/>
                  <a:pt x="7841" y="1557"/>
                </a:cubicBezTo>
                <a:cubicBezTo>
                  <a:pt x="7760" y="1472"/>
                  <a:pt x="7712" y="1354"/>
                  <a:pt x="7712" y="1228"/>
                </a:cubicBezTo>
                <a:cubicBezTo>
                  <a:pt x="7712" y="1100"/>
                  <a:pt x="7762" y="983"/>
                  <a:pt x="7841" y="899"/>
                </a:cubicBezTo>
                <a:cubicBezTo>
                  <a:pt x="7920" y="814"/>
                  <a:pt x="8033" y="760"/>
                  <a:pt x="8156" y="760"/>
                </a:cubicBezTo>
                <a:cubicBezTo>
                  <a:pt x="8281" y="760"/>
                  <a:pt x="8394" y="814"/>
                  <a:pt x="8474" y="901"/>
                </a:cubicBezTo>
                <a:lnTo>
                  <a:pt x="8474" y="823"/>
                </a:lnTo>
                <a:cubicBezTo>
                  <a:pt x="8474" y="805"/>
                  <a:pt x="8481" y="790"/>
                  <a:pt x="8493" y="777"/>
                </a:cubicBezTo>
                <a:cubicBezTo>
                  <a:pt x="8505" y="767"/>
                  <a:pt x="8521" y="760"/>
                  <a:pt x="8537" y="760"/>
                </a:cubicBezTo>
                <a:cubicBezTo>
                  <a:pt x="8555" y="761"/>
                  <a:pt x="8570" y="768"/>
                  <a:pt x="8581" y="779"/>
                </a:cubicBezTo>
                <a:close/>
                <a:moveTo>
                  <a:pt x="8474" y="1230"/>
                </a:moveTo>
                <a:cubicBezTo>
                  <a:pt x="8474" y="1135"/>
                  <a:pt x="8437" y="1049"/>
                  <a:pt x="8380" y="987"/>
                </a:cubicBezTo>
                <a:cubicBezTo>
                  <a:pt x="8322" y="925"/>
                  <a:pt x="8243" y="888"/>
                  <a:pt x="8156" y="888"/>
                </a:cubicBezTo>
                <a:cubicBezTo>
                  <a:pt x="8070" y="888"/>
                  <a:pt x="7992" y="925"/>
                  <a:pt x="7933" y="987"/>
                </a:cubicBezTo>
                <a:cubicBezTo>
                  <a:pt x="7875" y="1049"/>
                  <a:pt x="7837" y="1135"/>
                  <a:pt x="7837" y="1230"/>
                </a:cubicBezTo>
                <a:cubicBezTo>
                  <a:pt x="7837" y="1324"/>
                  <a:pt x="7874" y="1411"/>
                  <a:pt x="7933" y="1472"/>
                </a:cubicBezTo>
                <a:cubicBezTo>
                  <a:pt x="7991" y="1534"/>
                  <a:pt x="8070" y="1571"/>
                  <a:pt x="8156" y="1571"/>
                </a:cubicBezTo>
                <a:cubicBezTo>
                  <a:pt x="8243" y="1571"/>
                  <a:pt x="8322" y="1534"/>
                  <a:pt x="8380" y="1472"/>
                </a:cubicBezTo>
                <a:cubicBezTo>
                  <a:pt x="8437" y="1409"/>
                  <a:pt x="8474" y="1324"/>
                  <a:pt x="8474" y="1230"/>
                </a:cubicBezTo>
                <a:close/>
                <a:moveTo>
                  <a:pt x="3348" y="1207"/>
                </a:moveTo>
                <a:cubicBezTo>
                  <a:pt x="3297" y="1183"/>
                  <a:pt x="3239" y="1165"/>
                  <a:pt x="3181" y="1146"/>
                </a:cubicBezTo>
                <a:cubicBezTo>
                  <a:pt x="3128" y="1128"/>
                  <a:pt x="3073" y="1112"/>
                  <a:pt x="3035" y="1091"/>
                </a:cubicBezTo>
                <a:cubicBezTo>
                  <a:pt x="3015" y="1080"/>
                  <a:pt x="2999" y="1070"/>
                  <a:pt x="2991" y="1057"/>
                </a:cubicBezTo>
                <a:cubicBezTo>
                  <a:pt x="2980" y="1045"/>
                  <a:pt x="2976" y="1033"/>
                  <a:pt x="2975" y="1015"/>
                </a:cubicBezTo>
                <a:cubicBezTo>
                  <a:pt x="2975" y="992"/>
                  <a:pt x="2982" y="973"/>
                  <a:pt x="2992" y="955"/>
                </a:cubicBezTo>
                <a:cubicBezTo>
                  <a:pt x="3010" y="931"/>
                  <a:pt x="3038" y="911"/>
                  <a:pt x="3072" y="899"/>
                </a:cubicBezTo>
                <a:cubicBezTo>
                  <a:pt x="3103" y="887"/>
                  <a:pt x="3137" y="879"/>
                  <a:pt x="3162" y="879"/>
                </a:cubicBezTo>
                <a:cubicBezTo>
                  <a:pt x="3234" y="879"/>
                  <a:pt x="3280" y="904"/>
                  <a:pt x="3315" y="929"/>
                </a:cubicBezTo>
                <a:cubicBezTo>
                  <a:pt x="3332" y="941"/>
                  <a:pt x="3347" y="954"/>
                  <a:pt x="3361" y="964"/>
                </a:cubicBezTo>
                <a:cubicBezTo>
                  <a:pt x="3368" y="969"/>
                  <a:pt x="3375" y="975"/>
                  <a:pt x="3382" y="978"/>
                </a:cubicBezTo>
                <a:cubicBezTo>
                  <a:pt x="3389" y="982"/>
                  <a:pt x="3398" y="985"/>
                  <a:pt x="3406" y="985"/>
                </a:cubicBezTo>
                <a:cubicBezTo>
                  <a:pt x="3412" y="985"/>
                  <a:pt x="3419" y="983"/>
                  <a:pt x="3424" y="982"/>
                </a:cubicBezTo>
                <a:cubicBezTo>
                  <a:pt x="3429" y="980"/>
                  <a:pt x="3435" y="976"/>
                  <a:pt x="3440" y="971"/>
                </a:cubicBezTo>
                <a:cubicBezTo>
                  <a:pt x="3445" y="968"/>
                  <a:pt x="3449" y="962"/>
                  <a:pt x="3452" y="955"/>
                </a:cubicBezTo>
                <a:cubicBezTo>
                  <a:pt x="3454" y="950"/>
                  <a:pt x="3456" y="943"/>
                  <a:pt x="3456" y="938"/>
                </a:cubicBezTo>
                <a:cubicBezTo>
                  <a:pt x="3456" y="927"/>
                  <a:pt x="3452" y="916"/>
                  <a:pt x="3447" y="906"/>
                </a:cubicBezTo>
                <a:cubicBezTo>
                  <a:pt x="3438" y="888"/>
                  <a:pt x="3422" y="872"/>
                  <a:pt x="3403" y="855"/>
                </a:cubicBezTo>
                <a:cubicBezTo>
                  <a:pt x="3375" y="830"/>
                  <a:pt x="3337" y="805"/>
                  <a:pt x="3297" y="788"/>
                </a:cubicBezTo>
                <a:cubicBezTo>
                  <a:pt x="3256" y="770"/>
                  <a:pt x="3214" y="758"/>
                  <a:pt x="3174" y="758"/>
                </a:cubicBezTo>
                <a:cubicBezTo>
                  <a:pt x="3079" y="758"/>
                  <a:pt x="3001" y="779"/>
                  <a:pt x="2943" y="820"/>
                </a:cubicBezTo>
                <a:cubicBezTo>
                  <a:pt x="2913" y="841"/>
                  <a:pt x="2887" y="864"/>
                  <a:pt x="2869" y="894"/>
                </a:cubicBezTo>
                <a:cubicBezTo>
                  <a:pt x="2850" y="925"/>
                  <a:pt x="2839" y="964"/>
                  <a:pt x="2839" y="1013"/>
                </a:cubicBezTo>
                <a:cubicBezTo>
                  <a:pt x="2839" y="1015"/>
                  <a:pt x="2839" y="1019"/>
                  <a:pt x="2839" y="1020"/>
                </a:cubicBezTo>
                <a:cubicBezTo>
                  <a:pt x="2839" y="1070"/>
                  <a:pt x="2855" y="1109"/>
                  <a:pt x="2880" y="1140"/>
                </a:cubicBezTo>
                <a:cubicBezTo>
                  <a:pt x="2917" y="1188"/>
                  <a:pt x="2973" y="1215"/>
                  <a:pt x="3028" y="1235"/>
                </a:cubicBezTo>
                <a:cubicBezTo>
                  <a:pt x="3082" y="1254"/>
                  <a:pt x="3137" y="1266"/>
                  <a:pt x="3170" y="1279"/>
                </a:cubicBezTo>
                <a:cubicBezTo>
                  <a:pt x="3218" y="1294"/>
                  <a:pt x="3271" y="1312"/>
                  <a:pt x="3308" y="1335"/>
                </a:cubicBezTo>
                <a:cubicBezTo>
                  <a:pt x="3327" y="1347"/>
                  <a:pt x="3341" y="1360"/>
                  <a:pt x="3352" y="1374"/>
                </a:cubicBezTo>
                <a:cubicBezTo>
                  <a:pt x="3362" y="1388"/>
                  <a:pt x="3368" y="1404"/>
                  <a:pt x="3368" y="1421"/>
                </a:cubicBezTo>
                <a:lnTo>
                  <a:pt x="3368" y="1423"/>
                </a:lnTo>
                <a:cubicBezTo>
                  <a:pt x="3368" y="1449"/>
                  <a:pt x="3359" y="1471"/>
                  <a:pt x="3347" y="1490"/>
                </a:cubicBezTo>
                <a:cubicBezTo>
                  <a:pt x="3327" y="1516"/>
                  <a:pt x="3294" y="1538"/>
                  <a:pt x="3258" y="1550"/>
                </a:cubicBezTo>
                <a:cubicBezTo>
                  <a:pt x="3223" y="1562"/>
                  <a:pt x="3188" y="1568"/>
                  <a:pt x="3163" y="1568"/>
                </a:cubicBezTo>
                <a:cubicBezTo>
                  <a:pt x="3080" y="1568"/>
                  <a:pt x="3026" y="1548"/>
                  <a:pt x="2985" y="1527"/>
                </a:cubicBezTo>
                <a:cubicBezTo>
                  <a:pt x="2966" y="1516"/>
                  <a:pt x="2948" y="1508"/>
                  <a:pt x="2934" y="1499"/>
                </a:cubicBezTo>
                <a:cubicBezTo>
                  <a:pt x="2927" y="1495"/>
                  <a:pt x="2920" y="1492"/>
                  <a:pt x="2913" y="1488"/>
                </a:cubicBezTo>
                <a:cubicBezTo>
                  <a:pt x="2906" y="1485"/>
                  <a:pt x="2899" y="1483"/>
                  <a:pt x="2890" y="1483"/>
                </a:cubicBezTo>
                <a:cubicBezTo>
                  <a:pt x="2885" y="1483"/>
                  <a:pt x="2880" y="1483"/>
                  <a:pt x="2874" y="1486"/>
                </a:cubicBezTo>
                <a:cubicBezTo>
                  <a:pt x="2869" y="1488"/>
                  <a:pt x="2864" y="1492"/>
                  <a:pt x="2860" y="1495"/>
                </a:cubicBezTo>
                <a:cubicBezTo>
                  <a:pt x="2855" y="1501"/>
                  <a:pt x="2850" y="1506"/>
                  <a:pt x="2846" y="1513"/>
                </a:cubicBezTo>
                <a:cubicBezTo>
                  <a:pt x="2843" y="1520"/>
                  <a:pt x="2841" y="1527"/>
                  <a:pt x="2841" y="1534"/>
                </a:cubicBezTo>
                <a:cubicBezTo>
                  <a:pt x="2841" y="1546"/>
                  <a:pt x="2846" y="1559"/>
                  <a:pt x="2851" y="1568"/>
                </a:cubicBezTo>
                <a:cubicBezTo>
                  <a:pt x="2862" y="1582"/>
                  <a:pt x="2878" y="1596"/>
                  <a:pt x="2895" y="1610"/>
                </a:cubicBezTo>
                <a:cubicBezTo>
                  <a:pt x="2915" y="1622"/>
                  <a:pt x="2938" y="1636"/>
                  <a:pt x="2966" y="1649"/>
                </a:cubicBezTo>
                <a:cubicBezTo>
                  <a:pt x="3026" y="1677"/>
                  <a:pt x="3103" y="1691"/>
                  <a:pt x="3162" y="1693"/>
                </a:cubicBezTo>
                <a:lnTo>
                  <a:pt x="3162" y="1693"/>
                </a:lnTo>
                <a:cubicBezTo>
                  <a:pt x="3253" y="1693"/>
                  <a:pt x="3331" y="1671"/>
                  <a:pt x="3398" y="1622"/>
                </a:cubicBezTo>
                <a:lnTo>
                  <a:pt x="3398" y="1622"/>
                </a:lnTo>
                <a:lnTo>
                  <a:pt x="3398" y="1622"/>
                </a:lnTo>
                <a:cubicBezTo>
                  <a:pt x="3463" y="1573"/>
                  <a:pt x="3503" y="1501"/>
                  <a:pt x="3503" y="1419"/>
                </a:cubicBezTo>
                <a:cubicBezTo>
                  <a:pt x="3503" y="1375"/>
                  <a:pt x="3493" y="1337"/>
                  <a:pt x="3475" y="1305"/>
                </a:cubicBezTo>
                <a:cubicBezTo>
                  <a:pt x="3445" y="1261"/>
                  <a:pt x="3399" y="1232"/>
                  <a:pt x="3348" y="1207"/>
                </a:cubicBezTo>
                <a:close/>
                <a:moveTo>
                  <a:pt x="7513" y="377"/>
                </a:moveTo>
                <a:cubicBezTo>
                  <a:pt x="7496" y="377"/>
                  <a:pt x="7480" y="384"/>
                  <a:pt x="7469" y="397"/>
                </a:cubicBezTo>
                <a:cubicBezTo>
                  <a:pt x="7457" y="407"/>
                  <a:pt x="7450" y="425"/>
                  <a:pt x="7450" y="441"/>
                </a:cubicBezTo>
                <a:lnTo>
                  <a:pt x="7450" y="1634"/>
                </a:lnTo>
                <a:cubicBezTo>
                  <a:pt x="7450" y="1652"/>
                  <a:pt x="7457" y="1668"/>
                  <a:pt x="7469" y="1679"/>
                </a:cubicBezTo>
                <a:cubicBezTo>
                  <a:pt x="7481" y="1689"/>
                  <a:pt x="7497" y="1698"/>
                  <a:pt x="7513" y="1698"/>
                </a:cubicBezTo>
                <a:cubicBezTo>
                  <a:pt x="7550" y="1698"/>
                  <a:pt x="7578" y="1670"/>
                  <a:pt x="7578" y="1634"/>
                </a:cubicBezTo>
                <a:lnTo>
                  <a:pt x="7578" y="441"/>
                </a:lnTo>
                <a:cubicBezTo>
                  <a:pt x="7578" y="405"/>
                  <a:pt x="7548" y="377"/>
                  <a:pt x="7513" y="377"/>
                </a:cubicBezTo>
                <a:close/>
                <a:moveTo>
                  <a:pt x="10445" y="1200"/>
                </a:moveTo>
                <a:lnTo>
                  <a:pt x="10445" y="1207"/>
                </a:lnTo>
                <a:cubicBezTo>
                  <a:pt x="10445" y="1225"/>
                  <a:pt x="10438" y="1241"/>
                  <a:pt x="10426" y="1250"/>
                </a:cubicBezTo>
                <a:cubicBezTo>
                  <a:pt x="10414" y="1261"/>
                  <a:pt x="10398" y="1266"/>
                  <a:pt x="10382" y="1266"/>
                </a:cubicBezTo>
                <a:lnTo>
                  <a:pt x="9667" y="1266"/>
                </a:lnTo>
                <a:cubicBezTo>
                  <a:pt x="9684" y="1441"/>
                  <a:pt x="9823" y="1569"/>
                  <a:pt x="9991" y="1571"/>
                </a:cubicBezTo>
                <a:lnTo>
                  <a:pt x="10033" y="1571"/>
                </a:lnTo>
                <a:cubicBezTo>
                  <a:pt x="10088" y="1571"/>
                  <a:pt x="10142" y="1552"/>
                  <a:pt x="10188" y="1520"/>
                </a:cubicBezTo>
                <a:cubicBezTo>
                  <a:pt x="10236" y="1488"/>
                  <a:pt x="10276" y="1446"/>
                  <a:pt x="10305" y="1397"/>
                </a:cubicBezTo>
                <a:cubicBezTo>
                  <a:pt x="10310" y="1386"/>
                  <a:pt x="10319" y="1380"/>
                  <a:pt x="10327" y="1374"/>
                </a:cubicBezTo>
                <a:cubicBezTo>
                  <a:pt x="10336" y="1369"/>
                  <a:pt x="10347" y="1367"/>
                  <a:pt x="10357" y="1367"/>
                </a:cubicBezTo>
                <a:cubicBezTo>
                  <a:pt x="10368" y="1367"/>
                  <a:pt x="10380" y="1370"/>
                  <a:pt x="10389" y="1375"/>
                </a:cubicBezTo>
                <a:lnTo>
                  <a:pt x="10389" y="1375"/>
                </a:lnTo>
                <a:lnTo>
                  <a:pt x="10389" y="1375"/>
                </a:lnTo>
                <a:cubicBezTo>
                  <a:pt x="10407" y="1388"/>
                  <a:pt x="10419" y="1409"/>
                  <a:pt x="10419" y="1430"/>
                </a:cubicBezTo>
                <a:cubicBezTo>
                  <a:pt x="10419" y="1441"/>
                  <a:pt x="10416" y="1453"/>
                  <a:pt x="10410" y="1464"/>
                </a:cubicBezTo>
                <a:lnTo>
                  <a:pt x="10410" y="1464"/>
                </a:lnTo>
                <a:lnTo>
                  <a:pt x="10410" y="1464"/>
                </a:lnTo>
                <a:cubicBezTo>
                  <a:pt x="10370" y="1527"/>
                  <a:pt x="10315" y="1585"/>
                  <a:pt x="10252" y="1627"/>
                </a:cubicBezTo>
                <a:cubicBezTo>
                  <a:pt x="10186" y="1670"/>
                  <a:pt x="10112" y="1696"/>
                  <a:pt x="10031" y="1696"/>
                </a:cubicBezTo>
                <a:lnTo>
                  <a:pt x="9989" y="1696"/>
                </a:lnTo>
                <a:cubicBezTo>
                  <a:pt x="9864" y="1696"/>
                  <a:pt x="9749" y="1642"/>
                  <a:pt x="9668" y="1557"/>
                </a:cubicBezTo>
                <a:cubicBezTo>
                  <a:pt x="9587" y="1472"/>
                  <a:pt x="9536" y="1356"/>
                  <a:pt x="9536" y="1230"/>
                </a:cubicBezTo>
                <a:cubicBezTo>
                  <a:pt x="9536" y="1100"/>
                  <a:pt x="9587" y="983"/>
                  <a:pt x="9668" y="897"/>
                </a:cubicBezTo>
                <a:cubicBezTo>
                  <a:pt x="9751" y="813"/>
                  <a:pt x="9864" y="760"/>
                  <a:pt x="9991" y="760"/>
                </a:cubicBezTo>
                <a:cubicBezTo>
                  <a:pt x="10112" y="760"/>
                  <a:pt x="10220" y="807"/>
                  <a:pt x="10301" y="887"/>
                </a:cubicBezTo>
                <a:cubicBezTo>
                  <a:pt x="10382" y="966"/>
                  <a:pt x="10435" y="1075"/>
                  <a:pt x="10445" y="1200"/>
                </a:cubicBezTo>
                <a:close/>
                <a:moveTo>
                  <a:pt x="10305" y="1139"/>
                </a:moveTo>
                <a:cubicBezTo>
                  <a:pt x="10268" y="992"/>
                  <a:pt x="10139" y="887"/>
                  <a:pt x="9993" y="887"/>
                </a:cubicBezTo>
                <a:cubicBezTo>
                  <a:pt x="9841" y="887"/>
                  <a:pt x="9714" y="989"/>
                  <a:pt x="9675" y="1139"/>
                </a:cubicBezTo>
                <a:lnTo>
                  <a:pt x="10305" y="1139"/>
                </a:lnTo>
                <a:close/>
                <a:moveTo>
                  <a:pt x="4027" y="763"/>
                </a:moveTo>
                <a:cubicBezTo>
                  <a:pt x="3926" y="763"/>
                  <a:pt x="3836" y="802"/>
                  <a:pt x="3768" y="864"/>
                </a:cubicBezTo>
                <a:lnTo>
                  <a:pt x="3768" y="827"/>
                </a:lnTo>
                <a:cubicBezTo>
                  <a:pt x="3768" y="809"/>
                  <a:pt x="3761" y="793"/>
                  <a:pt x="3750" y="783"/>
                </a:cubicBezTo>
                <a:cubicBezTo>
                  <a:pt x="3740" y="770"/>
                  <a:pt x="3724" y="763"/>
                  <a:pt x="3706" y="763"/>
                </a:cubicBezTo>
                <a:cubicBezTo>
                  <a:pt x="3688" y="763"/>
                  <a:pt x="3670" y="770"/>
                  <a:pt x="3660" y="783"/>
                </a:cubicBezTo>
                <a:cubicBezTo>
                  <a:pt x="3649" y="795"/>
                  <a:pt x="3643" y="811"/>
                  <a:pt x="3643" y="827"/>
                </a:cubicBezTo>
                <a:lnTo>
                  <a:pt x="3643" y="1652"/>
                </a:lnTo>
                <a:lnTo>
                  <a:pt x="3644" y="1654"/>
                </a:lnTo>
                <a:lnTo>
                  <a:pt x="3644" y="1654"/>
                </a:lnTo>
                <a:cubicBezTo>
                  <a:pt x="3644" y="1657"/>
                  <a:pt x="3646" y="1659"/>
                  <a:pt x="3648" y="1663"/>
                </a:cubicBezTo>
                <a:cubicBezTo>
                  <a:pt x="3657" y="1679"/>
                  <a:pt x="3671" y="1689"/>
                  <a:pt x="3688" y="1694"/>
                </a:cubicBezTo>
                <a:lnTo>
                  <a:pt x="3690" y="1694"/>
                </a:lnTo>
                <a:lnTo>
                  <a:pt x="3704" y="1694"/>
                </a:lnTo>
                <a:cubicBezTo>
                  <a:pt x="3713" y="1694"/>
                  <a:pt x="3722" y="1693"/>
                  <a:pt x="3731" y="1689"/>
                </a:cubicBezTo>
                <a:cubicBezTo>
                  <a:pt x="3738" y="1686"/>
                  <a:pt x="3745" y="1680"/>
                  <a:pt x="3750" y="1673"/>
                </a:cubicBezTo>
                <a:lnTo>
                  <a:pt x="3750" y="1673"/>
                </a:lnTo>
                <a:cubicBezTo>
                  <a:pt x="3750" y="1673"/>
                  <a:pt x="3750" y="1671"/>
                  <a:pt x="3752" y="1671"/>
                </a:cubicBezTo>
                <a:lnTo>
                  <a:pt x="3752" y="1671"/>
                </a:lnTo>
                <a:cubicBezTo>
                  <a:pt x="3755" y="1668"/>
                  <a:pt x="3759" y="1663"/>
                  <a:pt x="3761" y="1659"/>
                </a:cubicBezTo>
                <a:cubicBezTo>
                  <a:pt x="3762" y="1654"/>
                  <a:pt x="3764" y="1650"/>
                  <a:pt x="3764" y="1645"/>
                </a:cubicBezTo>
                <a:lnTo>
                  <a:pt x="3764" y="1643"/>
                </a:lnTo>
                <a:lnTo>
                  <a:pt x="3764" y="1147"/>
                </a:lnTo>
                <a:cubicBezTo>
                  <a:pt x="3766" y="1077"/>
                  <a:pt x="3796" y="1012"/>
                  <a:pt x="3842" y="966"/>
                </a:cubicBezTo>
                <a:cubicBezTo>
                  <a:pt x="3888" y="920"/>
                  <a:pt x="3953" y="890"/>
                  <a:pt x="4023" y="890"/>
                </a:cubicBezTo>
                <a:cubicBezTo>
                  <a:pt x="4095" y="890"/>
                  <a:pt x="4159" y="918"/>
                  <a:pt x="4205" y="966"/>
                </a:cubicBezTo>
                <a:cubicBezTo>
                  <a:pt x="4251" y="1012"/>
                  <a:pt x="4279" y="1077"/>
                  <a:pt x="4279" y="1147"/>
                </a:cubicBezTo>
                <a:lnTo>
                  <a:pt x="4279" y="1634"/>
                </a:lnTo>
                <a:cubicBezTo>
                  <a:pt x="4279" y="1652"/>
                  <a:pt x="4286" y="1668"/>
                  <a:pt x="4298" y="1680"/>
                </a:cubicBezTo>
                <a:cubicBezTo>
                  <a:pt x="4310" y="1691"/>
                  <a:pt x="4326" y="1698"/>
                  <a:pt x="4342" y="1698"/>
                </a:cubicBezTo>
                <a:cubicBezTo>
                  <a:pt x="4360" y="1698"/>
                  <a:pt x="4376" y="1691"/>
                  <a:pt x="4386" y="1680"/>
                </a:cubicBezTo>
                <a:cubicBezTo>
                  <a:pt x="4399" y="1670"/>
                  <a:pt x="4406" y="1652"/>
                  <a:pt x="4406" y="1634"/>
                </a:cubicBezTo>
                <a:lnTo>
                  <a:pt x="4406" y="1147"/>
                </a:lnTo>
                <a:cubicBezTo>
                  <a:pt x="4413" y="936"/>
                  <a:pt x="4240" y="763"/>
                  <a:pt x="4027" y="763"/>
                </a:cubicBezTo>
                <a:close/>
                <a:moveTo>
                  <a:pt x="5294" y="901"/>
                </a:moveTo>
                <a:cubicBezTo>
                  <a:pt x="5375" y="985"/>
                  <a:pt x="5421" y="1103"/>
                  <a:pt x="5423" y="1230"/>
                </a:cubicBezTo>
                <a:cubicBezTo>
                  <a:pt x="5423" y="1356"/>
                  <a:pt x="5375" y="1472"/>
                  <a:pt x="5294" y="1559"/>
                </a:cubicBezTo>
                <a:cubicBezTo>
                  <a:pt x="5214" y="1643"/>
                  <a:pt x="5101" y="1698"/>
                  <a:pt x="4978" y="1698"/>
                </a:cubicBezTo>
                <a:cubicBezTo>
                  <a:pt x="4854" y="1698"/>
                  <a:pt x="4744" y="1644"/>
                  <a:pt x="4663" y="1559"/>
                </a:cubicBezTo>
                <a:cubicBezTo>
                  <a:pt x="4582" y="1475"/>
                  <a:pt x="4533" y="1356"/>
                  <a:pt x="4533" y="1230"/>
                </a:cubicBezTo>
                <a:cubicBezTo>
                  <a:pt x="4533" y="1103"/>
                  <a:pt x="4582" y="987"/>
                  <a:pt x="4663" y="901"/>
                </a:cubicBezTo>
                <a:cubicBezTo>
                  <a:pt x="4742" y="816"/>
                  <a:pt x="4855" y="761"/>
                  <a:pt x="4978" y="761"/>
                </a:cubicBezTo>
                <a:cubicBezTo>
                  <a:pt x="5103" y="761"/>
                  <a:pt x="5214" y="816"/>
                  <a:pt x="5294" y="901"/>
                </a:cubicBezTo>
                <a:close/>
                <a:moveTo>
                  <a:pt x="5296" y="1230"/>
                </a:moveTo>
                <a:cubicBezTo>
                  <a:pt x="5296" y="1135"/>
                  <a:pt x="5258" y="1049"/>
                  <a:pt x="5200" y="987"/>
                </a:cubicBezTo>
                <a:cubicBezTo>
                  <a:pt x="5141" y="925"/>
                  <a:pt x="5063" y="887"/>
                  <a:pt x="4978" y="887"/>
                </a:cubicBezTo>
                <a:cubicBezTo>
                  <a:pt x="4892" y="887"/>
                  <a:pt x="4813" y="925"/>
                  <a:pt x="4755" y="987"/>
                </a:cubicBezTo>
                <a:cubicBezTo>
                  <a:pt x="4696" y="1049"/>
                  <a:pt x="4659" y="1135"/>
                  <a:pt x="4659" y="1230"/>
                </a:cubicBezTo>
                <a:cubicBezTo>
                  <a:pt x="4659" y="1324"/>
                  <a:pt x="4696" y="1410"/>
                  <a:pt x="4755" y="1471"/>
                </a:cubicBezTo>
                <a:cubicBezTo>
                  <a:pt x="4813" y="1533"/>
                  <a:pt x="4892" y="1569"/>
                  <a:pt x="4978" y="1569"/>
                </a:cubicBezTo>
                <a:cubicBezTo>
                  <a:pt x="5065" y="1569"/>
                  <a:pt x="5144" y="1532"/>
                  <a:pt x="5200" y="1471"/>
                </a:cubicBezTo>
                <a:cubicBezTo>
                  <a:pt x="5259" y="1409"/>
                  <a:pt x="5296" y="1324"/>
                  <a:pt x="5296" y="1230"/>
                </a:cubicBezTo>
                <a:close/>
                <a:moveTo>
                  <a:pt x="6671" y="768"/>
                </a:moveTo>
                <a:lnTo>
                  <a:pt x="6671" y="768"/>
                </a:lnTo>
                <a:cubicBezTo>
                  <a:pt x="6669" y="768"/>
                  <a:pt x="6669" y="768"/>
                  <a:pt x="6671" y="768"/>
                </a:cubicBezTo>
                <a:cubicBezTo>
                  <a:pt x="6662" y="765"/>
                  <a:pt x="6655" y="763"/>
                  <a:pt x="6648" y="763"/>
                </a:cubicBezTo>
                <a:cubicBezTo>
                  <a:pt x="6636" y="763"/>
                  <a:pt x="6624" y="767"/>
                  <a:pt x="6613" y="774"/>
                </a:cubicBezTo>
                <a:cubicBezTo>
                  <a:pt x="6603" y="781"/>
                  <a:pt x="6593" y="790"/>
                  <a:pt x="6588" y="802"/>
                </a:cubicBezTo>
                <a:lnTo>
                  <a:pt x="6588" y="802"/>
                </a:lnTo>
                <a:lnTo>
                  <a:pt x="6345" y="1467"/>
                </a:lnTo>
                <a:lnTo>
                  <a:pt x="6158" y="1022"/>
                </a:lnTo>
                <a:lnTo>
                  <a:pt x="6158" y="1022"/>
                </a:lnTo>
                <a:cubicBezTo>
                  <a:pt x="6153" y="1010"/>
                  <a:pt x="6144" y="999"/>
                  <a:pt x="6133" y="994"/>
                </a:cubicBezTo>
                <a:cubicBezTo>
                  <a:pt x="6123" y="987"/>
                  <a:pt x="6110" y="983"/>
                  <a:pt x="6096" y="983"/>
                </a:cubicBezTo>
                <a:cubicBezTo>
                  <a:pt x="6084" y="983"/>
                  <a:pt x="6072" y="987"/>
                  <a:pt x="6061" y="994"/>
                </a:cubicBezTo>
                <a:cubicBezTo>
                  <a:pt x="6051" y="1001"/>
                  <a:pt x="6042" y="1010"/>
                  <a:pt x="6036" y="1022"/>
                </a:cubicBezTo>
                <a:lnTo>
                  <a:pt x="6036" y="1022"/>
                </a:lnTo>
                <a:lnTo>
                  <a:pt x="5848" y="1467"/>
                </a:lnTo>
                <a:lnTo>
                  <a:pt x="5603" y="802"/>
                </a:lnTo>
                <a:lnTo>
                  <a:pt x="5603" y="802"/>
                </a:lnTo>
                <a:cubicBezTo>
                  <a:pt x="5599" y="790"/>
                  <a:pt x="5591" y="779"/>
                  <a:pt x="5580" y="772"/>
                </a:cubicBezTo>
                <a:cubicBezTo>
                  <a:pt x="5569" y="765"/>
                  <a:pt x="5557" y="761"/>
                  <a:pt x="5545" y="761"/>
                </a:cubicBezTo>
                <a:cubicBezTo>
                  <a:pt x="5536" y="761"/>
                  <a:pt x="5529" y="763"/>
                  <a:pt x="5520" y="767"/>
                </a:cubicBezTo>
                <a:lnTo>
                  <a:pt x="5520" y="767"/>
                </a:lnTo>
                <a:lnTo>
                  <a:pt x="5520" y="767"/>
                </a:lnTo>
                <a:cubicBezTo>
                  <a:pt x="5497" y="777"/>
                  <a:pt x="5483" y="800"/>
                  <a:pt x="5483" y="825"/>
                </a:cubicBezTo>
                <a:cubicBezTo>
                  <a:pt x="5483" y="832"/>
                  <a:pt x="5485" y="841"/>
                  <a:pt x="5488" y="848"/>
                </a:cubicBezTo>
                <a:lnTo>
                  <a:pt x="5488" y="848"/>
                </a:lnTo>
                <a:lnTo>
                  <a:pt x="5790" y="1654"/>
                </a:lnTo>
                <a:lnTo>
                  <a:pt x="5790" y="1654"/>
                </a:lnTo>
                <a:cubicBezTo>
                  <a:pt x="5791" y="1659"/>
                  <a:pt x="5795" y="1666"/>
                  <a:pt x="5800" y="1671"/>
                </a:cubicBezTo>
                <a:cubicBezTo>
                  <a:pt x="5804" y="1675"/>
                  <a:pt x="5809" y="1679"/>
                  <a:pt x="5814" y="1682"/>
                </a:cubicBezTo>
                <a:cubicBezTo>
                  <a:pt x="5816" y="1684"/>
                  <a:pt x="5816" y="1684"/>
                  <a:pt x="5820" y="1686"/>
                </a:cubicBezTo>
                <a:cubicBezTo>
                  <a:pt x="5821" y="1687"/>
                  <a:pt x="5825" y="1687"/>
                  <a:pt x="5829" y="1689"/>
                </a:cubicBezTo>
                <a:cubicBezTo>
                  <a:pt x="5834" y="1691"/>
                  <a:pt x="5841" y="1693"/>
                  <a:pt x="5850" y="1693"/>
                </a:cubicBezTo>
                <a:cubicBezTo>
                  <a:pt x="5862" y="1693"/>
                  <a:pt x="5873" y="1689"/>
                  <a:pt x="5883" y="1682"/>
                </a:cubicBezTo>
                <a:cubicBezTo>
                  <a:pt x="5892" y="1675"/>
                  <a:pt x="5901" y="1666"/>
                  <a:pt x="5906" y="1654"/>
                </a:cubicBezTo>
                <a:lnTo>
                  <a:pt x="5906" y="1654"/>
                </a:lnTo>
                <a:lnTo>
                  <a:pt x="6096" y="1200"/>
                </a:lnTo>
                <a:lnTo>
                  <a:pt x="6287" y="1652"/>
                </a:lnTo>
                <a:lnTo>
                  <a:pt x="6287" y="1652"/>
                </a:lnTo>
                <a:cubicBezTo>
                  <a:pt x="6290" y="1664"/>
                  <a:pt x="6299" y="1673"/>
                  <a:pt x="6308" y="1680"/>
                </a:cubicBezTo>
                <a:cubicBezTo>
                  <a:pt x="6317" y="1687"/>
                  <a:pt x="6327" y="1693"/>
                  <a:pt x="6340" y="1693"/>
                </a:cubicBezTo>
                <a:lnTo>
                  <a:pt x="6348" y="1693"/>
                </a:lnTo>
                <a:cubicBezTo>
                  <a:pt x="6355" y="1693"/>
                  <a:pt x="6364" y="1691"/>
                  <a:pt x="6370" y="1689"/>
                </a:cubicBezTo>
                <a:cubicBezTo>
                  <a:pt x="6377" y="1687"/>
                  <a:pt x="6382" y="1684"/>
                  <a:pt x="6385" y="1680"/>
                </a:cubicBezTo>
                <a:cubicBezTo>
                  <a:pt x="6396" y="1673"/>
                  <a:pt x="6403" y="1661"/>
                  <a:pt x="6408" y="1650"/>
                </a:cubicBezTo>
                <a:lnTo>
                  <a:pt x="6408" y="1650"/>
                </a:lnTo>
                <a:lnTo>
                  <a:pt x="6708" y="848"/>
                </a:lnTo>
                <a:cubicBezTo>
                  <a:pt x="6711" y="841"/>
                  <a:pt x="6713" y="832"/>
                  <a:pt x="6713" y="825"/>
                </a:cubicBezTo>
                <a:cubicBezTo>
                  <a:pt x="6708" y="802"/>
                  <a:pt x="6694" y="779"/>
                  <a:pt x="6671" y="768"/>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71" name="PlaceHolder 1"/>
          <p:cNvSpPr>
            <a:spLocks noGrp="1"/>
          </p:cNvSpPr>
          <p:nvPr>
            <p:ph type="body"/>
          </p:nvPr>
        </p:nvSpPr>
        <p:spPr>
          <a:xfrm>
            <a:off x="365760" y="1886400"/>
            <a:ext cx="7481520" cy="1354320"/>
          </a:xfrm>
          <a:prstGeom prst="rect">
            <a:avLst/>
          </a:prstGeom>
          <a:noFill/>
          <a:ln w="0">
            <a:noFill/>
          </a:ln>
        </p:spPr>
        <p:txBody>
          <a:bodyPr lIns="91440" tIns="45720" rIns="91440" bIns="45720" anchor="ctr">
            <a:noAutofit/>
          </a:bodyPr>
          <a:lstStyle/>
          <a:p>
            <a:pPr marL="432000" indent="-324000">
              <a:lnSpc>
                <a:spcPct val="100000"/>
              </a:lnSpc>
              <a:spcBef>
                <a:spcPts val="1417"/>
              </a:spcBef>
              <a:buClr>
                <a:srgbClr val="000000"/>
              </a:buClr>
              <a:buSzPct val="45000"/>
              <a:buFont typeface="Wingdings" charset="2"/>
              <a:buChar char=""/>
            </a:pPr>
            <a:r>
              <a:rPr lang="en-GB" sz="52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52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52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52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52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52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5200" b="0" u="none" strike="noStrike">
                <a:solidFill>
                  <a:srgbClr val="000000"/>
                </a:solidFill>
                <a:effectLst/>
                <a:uFillTx/>
                <a:latin typeface="Arial"/>
              </a:rPr>
              <a:t>Seventh Outline Level</a:t>
            </a:r>
          </a:p>
        </p:txBody>
      </p:sp>
      <p:sp>
        <p:nvSpPr>
          <p:cNvPr id="72" name="Google Shape;261;p30"/>
          <p:cNvSpPr/>
          <p:nvPr/>
        </p:nvSpPr>
        <p:spPr>
          <a:xfrm>
            <a:off x="457200" y="4864680"/>
            <a:ext cx="1705680" cy="8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tabLst>
                <a:tab pos="0" algn="l"/>
              </a:tabLst>
            </a:pPr>
            <a:r>
              <a:rPr lang="en" sz="600" b="0" u="none" strike="noStrike">
                <a:solidFill>
                  <a:schemeClr val="lt1"/>
                </a:solidFill>
                <a:effectLst/>
                <a:uFillTx/>
                <a:latin typeface="Arial"/>
                <a:ea typeface="Arial"/>
              </a:rPr>
              <a:t>© 2026 Snowflake Inc. All Rights Reserved</a:t>
            </a:r>
            <a:endParaRPr lang="en-GB" sz="600" b="0" u="none" strike="noStrike">
              <a:solidFill>
                <a:srgbClr val="000000"/>
              </a:solidFill>
              <a:effectLst/>
              <a:uFillTx/>
              <a:latin typeface="Arial"/>
            </a:endParaRPr>
          </a:p>
        </p:txBody>
      </p:sp>
      <p:grpSp>
        <p:nvGrpSpPr>
          <p:cNvPr id="73" name="Google Shape;262;p30"/>
          <p:cNvGrpSpPr/>
          <p:nvPr/>
        </p:nvGrpSpPr>
        <p:grpSpPr>
          <a:xfrm>
            <a:off x="0" y="3770280"/>
            <a:ext cx="9141120" cy="1368720"/>
            <a:chOff x="0" y="3770280"/>
            <a:chExt cx="9141120" cy="1368720"/>
          </a:xfrm>
        </p:grpSpPr>
        <p:pic>
          <p:nvPicPr>
            <p:cNvPr id="74" name="Google Shape;263;p30"/>
            <p:cNvPicPr/>
            <p:nvPr/>
          </p:nvPicPr>
          <p:blipFill>
            <a:blip r:embed="rId2"/>
            <a:stretch/>
          </p:blipFill>
          <p:spPr>
            <a:xfrm>
              <a:off x="0" y="3770280"/>
              <a:ext cx="3043440" cy="1368720"/>
            </a:xfrm>
            <a:prstGeom prst="rect">
              <a:avLst/>
            </a:prstGeom>
            <a:noFill/>
            <a:ln w="0">
              <a:noFill/>
            </a:ln>
          </p:spPr>
        </p:pic>
        <p:pic>
          <p:nvPicPr>
            <p:cNvPr id="75" name="Google Shape;264;p30"/>
            <p:cNvPicPr/>
            <p:nvPr/>
          </p:nvPicPr>
          <p:blipFill>
            <a:blip r:embed="rId3"/>
            <a:srcRect t="138" b="138"/>
            <a:stretch/>
          </p:blipFill>
          <p:spPr>
            <a:xfrm>
              <a:off x="3051000" y="3770280"/>
              <a:ext cx="3043440" cy="1368720"/>
            </a:xfrm>
            <a:prstGeom prst="rect">
              <a:avLst/>
            </a:prstGeom>
            <a:noFill/>
            <a:ln w="0">
              <a:noFill/>
            </a:ln>
          </p:spPr>
        </p:pic>
        <p:pic>
          <p:nvPicPr>
            <p:cNvPr id="76" name="Google Shape;265;p30"/>
            <p:cNvPicPr/>
            <p:nvPr/>
          </p:nvPicPr>
          <p:blipFill>
            <a:blip r:embed="rId4"/>
            <a:srcRect t="138" b="138"/>
            <a:stretch/>
          </p:blipFill>
          <p:spPr>
            <a:xfrm>
              <a:off x="6097680" y="3770280"/>
              <a:ext cx="3043440" cy="1368720"/>
            </a:xfrm>
            <a:prstGeom prst="rect">
              <a:avLst/>
            </a:prstGeom>
            <a:noFill/>
            <a:ln w="0">
              <a:noFill/>
            </a:ln>
          </p:spPr>
        </p:pic>
      </p:grpSp>
      <p:sp>
        <p:nvSpPr>
          <p:cNvPr id="77" name="PlaceHolder 2"/>
          <p:cNvSpPr>
            <a:spLocks noGrp="1"/>
          </p:cNvSpPr>
          <p:nvPr>
            <p:ph type="title"/>
          </p:nvPr>
        </p:nvSpPr>
        <p:spPr>
          <a:xfrm>
            <a:off x="457200" y="205200"/>
            <a:ext cx="8228160" cy="857520"/>
          </a:xfrm>
          <a:prstGeom prst="rect">
            <a:avLst/>
          </a:prstGeom>
          <a:noFill/>
          <a:ln w="0">
            <a:noFill/>
          </a:ln>
        </p:spPr>
        <p:txBody>
          <a:bodyPr lIns="0" tIns="0" rIns="0" bIns="0" anchor="ctr">
            <a:noAutofit/>
          </a:bodyPr>
          <a:lstStyle/>
          <a:p>
            <a:pPr indent="0" algn="ctr">
              <a:lnSpc>
                <a:spcPct val="100000"/>
              </a:lnSpc>
              <a:buNone/>
              <a:tabLst>
                <a:tab pos="0" algn="l"/>
              </a:tabLst>
            </a:pPr>
            <a:r>
              <a:rPr lang="en-GB" sz="4400" b="0" u="none" strike="noStrike">
                <a:solidFill>
                  <a:srgbClr val="000000"/>
                </a:solidFill>
                <a:effectLst/>
                <a:uFillTx/>
                <a:latin typeface="Arial"/>
              </a:rPr>
              <a:t>Click to edit the title text format</a:t>
            </a: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Data Cloud_1_1_3_2">
    <p:spTree>
      <p:nvGrpSpPr>
        <p:cNvPr id="1" name=""/>
        <p:cNvGrpSpPr/>
        <p:nvPr/>
      </p:nvGrpSpPr>
      <p:grpSpPr>
        <a:xfrm>
          <a:off x="0" y="0"/>
          <a:ext cx="0" cy="0"/>
          <a:chOff x="0" y="0"/>
          <a:chExt cx="0" cy="0"/>
        </a:xfrm>
      </p:grpSpPr>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Quote - Violet_1_1_2_1">
    <p:bg>
      <p:bgPr>
        <a:solidFill>
          <a:schemeClr val="dk2"/>
        </a:solidFill>
        <a:effectLst/>
      </p:bgPr>
    </p:bg>
    <p:spTree>
      <p:nvGrpSpPr>
        <p:cNvPr id="1" name=""/>
        <p:cNvGrpSpPr/>
        <p:nvPr/>
      </p:nvGrpSpPr>
      <p:grpSpPr>
        <a:xfrm>
          <a:off x="0" y="0"/>
          <a:ext cx="0" cy="0"/>
          <a:chOff x="0" y="0"/>
          <a:chExt cx="0" cy="0"/>
        </a:xfrm>
      </p:grpSpPr>
      <p:sp>
        <p:nvSpPr>
          <p:cNvPr id="84" name="Google Shape;9;p1"/>
          <p:cNvSpPr/>
          <p:nvPr/>
        </p:nvSpPr>
        <p:spPr>
          <a:xfrm>
            <a:off x="3837240" y="-655560"/>
            <a:ext cx="5303880" cy="16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a:lnSpc>
                <a:spcPct val="100000"/>
              </a:lnSpc>
              <a:tabLst>
                <a:tab pos="0" algn="l"/>
              </a:tabLst>
            </a:pPr>
            <a:r>
              <a:rPr lang="en" sz="800" b="0" u="none" strike="noStrike">
                <a:solidFill>
                  <a:srgbClr val="C8C8C8"/>
                </a:solidFill>
                <a:effectLst/>
                <a:uFillTx/>
                <a:latin typeface="Arial"/>
                <a:ea typeface="Arial"/>
              </a:rPr>
              <a:t>SNOWFLAKE GSLIDES THEME 2026.01</a:t>
            </a:r>
            <a:endParaRPr lang="en-GB" sz="800" b="0" u="none" strike="noStrike">
              <a:solidFill>
                <a:srgbClr val="FFFFFF"/>
              </a:solidFill>
              <a:effectLst/>
              <a:uFillTx/>
              <a:latin typeface="Arial"/>
            </a:endParaRPr>
          </a:p>
        </p:txBody>
      </p:sp>
      <p:sp>
        <p:nvSpPr>
          <p:cNvPr id="85" name="Google Shape;193;p21"/>
          <p:cNvSpPr/>
          <p:nvPr/>
        </p:nvSpPr>
        <p:spPr>
          <a:xfrm>
            <a:off x="660600" y="4866840"/>
            <a:ext cx="1705680" cy="8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tabLst>
                <a:tab pos="0" algn="l"/>
              </a:tabLst>
            </a:pPr>
            <a:r>
              <a:rPr lang="en" sz="600" b="0" u="none" strike="noStrike">
                <a:solidFill>
                  <a:schemeClr val="lt1"/>
                </a:solidFill>
                <a:effectLst/>
                <a:uFillTx/>
                <a:latin typeface="Arial"/>
                <a:ea typeface="Arial"/>
              </a:rPr>
              <a:t>© 2026 Snowflake Inc. All Rights Reserved</a:t>
            </a:r>
            <a:endParaRPr lang="en-GB" sz="600" b="0" u="none" strike="noStrike">
              <a:solidFill>
                <a:srgbClr val="FFFFFF"/>
              </a:solidFill>
              <a:effectLst/>
              <a:uFillTx/>
              <a:latin typeface="Arial"/>
            </a:endParaRPr>
          </a:p>
        </p:txBody>
      </p:sp>
      <p:sp>
        <p:nvSpPr>
          <p:cNvPr id="86" name="Google Shape;194;p21"/>
          <p:cNvSpPr/>
          <p:nvPr/>
        </p:nvSpPr>
        <p:spPr>
          <a:xfrm>
            <a:off x="457200" y="4846320"/>
            <a:ext cx="132480" cy="125640"/>
          </a:xfrm>
          <a:custGeom>
            <a:avLst/>
            <a:gdLst>
              <a:gd name="textAreaLeft" fmla="*/ 0 w 132480"/>
              <a:gd name="textAreaRight" fmla="*/ 135360 w 132480"/>
              <a:gd name="textAreaTop" fmla="*/ 0 h 125640"/>
              <a:gd name="textAreaBottom" fmla="*/ 128520 h 125640"/>
            </a:gdLst>
            <a:ahLst/>
            <a:cxnLst/>
            <a:rect l="textAreaLeft" t="textAreaTop" r="textAreaRight" b="textAreaBottom"/>
            <a:pathLst>
              <a:path w="5409981" h="514350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pic>
        <p:nvPicPr>
          <p:cNvPr id="87" name="Google Shape;195;p21"/>
          <p:cNvPicPr/>
          <p:nvPr/>
        </p:nvPicPr>
        <p:blipFill>
          <a:blip r:embed="rId2">
            <a:alphaModFix amt="27000"/>
          </a:blip>
          <a:srcRect l="21460"/>
          <a:stretch/>
        </p:blipFill>
        <p:spPr>
          <a:xfrm flipH="1">
            <a:off x="7050960" y="1780200"/>
            <a:ext cx="2093040" cy="2903040"/>
          </a:xfrm>
          <a:prstGeom prst="rect">
            <a:avLst/>
          </a:prstGeom>
          <a:noFill/>
          <a:ln w="0">
            <a:noFill/>
          </a:ln>
        </p:spPr>
      </p:pic>
      <p:pic>
        <p:nvPicPr>
          <p:cNvPr id="88" name="Google Shape;196;p21"/>
          <p:cNvPicPr/>
          <p:nvPr/>
        </p:nvPicPr>
        <p:blipFill>
          <a:blip r:embed="rId3"/>
          <a:srcRect l="20776" t="10977"/>
          <a:stretch/>
        </p:blipFill>
        <p:spPr>
          <a:xfrm>
            <a:off x="0" y="0"/>
            <a:ext cx="1317240" cy="1612440"/>
          </a:xfrm>
          <a:prstGeom prst="rect">
            <a:avLst/>
          </a:prstGeom>
          <a:noFill/>
          <a:ln w="0">
            <a:noFill/>
          </a:ln>
        </p:spPr>
      </p:pic>
      <p:sp>
        <p:nvSpPr>
          <p:cNvPr id="89" name="PlaceHolder 1"/>
          <p:cNvSpPr>
            <a:spLocks noGrp="1"/>
          </p:cNvSpPr>
          <p:nvPr>
            <p:ph type="body"/>
          </p:nvPr>
        </p:nvSpPr>
        <p:spPr>
          <a:xfrm>
            <a:off x="365760" y="1214280"/>
            <a:ext cx="7481520" cy="2711880"/>
          </a:xfrm>
          <a:prstGeom prst="rect">
            <a:avLst/>
          </a:prstGeom>
          <a:noFill/>
          <a:ln w="0">
            <a:noFill/>
          </a:ln>
        </p:spPr>
        <p:txBody>
          <a:bodyPr lIns="91440" tIns="45720" rIns="91440" bIns="45720" anchor="ctr">
            <a:noAutofit/>
          </a:bodyPr>
          <a:lstStyle/>
          <a:p>
            <a:pPr marL="432000" indent="-324000">
              <a:lnSpc>
                <a:spcPct val="100000"/>
              </a:lnSpc>
              <a:spcBef>
                <a:spcPts val="1417"/>
              </a:spcBef>
              <a:buClr>
                <a:srgbClr val="FFFFFF"/>
              </a:buClr>
              <a:buSzPct val="45000"/>
              <a:buFont typeface="Wingdings" charset="2"/>
              <a:buChar char=""/>
            </a:pPr>
            <a:r>
              <a:rPr lang="en-GB" sz="4000" b="0" u="none" strike="noStrike">
                <a:solidFill>
                  <a:srgbClr val="000000"/>
                </a:solidFill>
                <a:effectLst/>
                <a:uFillTx/>
                <a:latin typeface="Arial"/>
              </a:rPr>
              <a:t>Click to edit the outline text format</a:t>
            </a:r>
            <a:endParaRPr lang="en-GB" sz="4000" b="0" u="none" strike="noStrike">
              <a:solidFill>
                <a:srgbClr val="FFFFFF"/>
              </a:solidFill>
              <a:effectLst/>
              <a:uFillTx/>
              <a:latin typeface="Arial"/>
            </a:endParaRPr>
          </a:p>
          <a:p>
            <a:pPr marL="864000" lvl="1" indent="-324000">
              <a:lnSpc>
                <a:spcPct val="100000"/>
              </a:lnSpc>
              <a:spcBef>
                <a:spcPts val="1134"/>
              </a:spcBef>
              <a:buClr>
                <a:srgbClr val="FFFFFF"/>
              </a:buClr>
              <a:buSzPct val="75000"/>
              <a:buFont typeface="Symbol" charset="2"/>
              <a:buChar char=""/>
            </a:pPr>
            <a:r>
              <a:rPr lang="en-GB" sz="4000" b="0" u="none" strike="noStrike">
                <a:solidFill>
                  <a:srgbClr val="000000"/>
                </a:solidFill>
                <a:effectLst/>
                <a:uFillTx/>
                <a:latin typeface="Arial"/>
              </a:rPr>
              <a:t>Second Outline Level</a:t>
            </a:r>
            <a:endParaRPr lang="en-GB" sz="4000" b="0" u="none" strike="noStrike">
              <a:solidFill>
                <a:srgbClr val="FFFFFF"/>
              </a:solidFill>
              <a:effectLst/>
              <a:uFillTx/>
              <a:latin typeface="Arial"/>
            </a:endParaRPr>
          </a:p>
          <a:p>
            <a:pPr marL="1296000" lvl="2" indent="-288000">
              <a:lnSpc>
                <a:spcPct val="100000"/>
              </a:lnSpc>
              <a:spcBef>
                <a:spcPts val="850"/>
              </a:spcBef>
              <a:buClr>
                <a:srgbClr val="FFFFFF"/>
              </a:buClr>
              <a:buSzPct val="45000"/>
              <a:buFont typeface="Wingdings" charset="2"/>
              <a:buChar char=""/>
            </a:pPr>
            <a:r>
              <a:rPr lang="en-GB" sz="4000" b="0" u="none" strike="noStrike">
                <a:solidFill>
                  <a:srgbClr val="000000"/>
                </a:solidFill>
                <a:effectLst/>
                <a:uFillTx/>
                <a:latin typeface="Arial"/>
              </a:rPr>
              <a:t>Third Outline Level</a:t>
            </a:r>
            <a:endParaRPr lang="en-GB" sz="4000" b="0" u="none" strike="noStrike">
              <a:solidFill>
                <a:srgbClr val="FFFFFF"/>
              </a:solidFill>
              <a:effectLst/>
              <a:uFillTx/>
              <a:latin typeface="Arial"/>
            </a:endParaRPr>
          </a:p>
          <a:p>
            <a:pPr marL="1728000" lvl="3" indent="-216000">
              <a:lnSpc>
                <a:spcPct val="100000"/>
              </a:lnSpc>
              <a:spcBef>
                <a:spcPts val="567"/>
              </a:spcBef>
              <a:buClr>
                <a:srgbClr val="FFFFFF"/>
              </a:buClr>
              <a:buSzPct val="75000"/>
              <a:buFont typeface="Symbol" charset="2"/>
              <a:buChar char=""/>
            </a:pPr>
            <a:r>
              <a:rPr lang="en-GB" sz="4000" b="0" u="none" strike="noStrike">
                <a:solidFill>
                  <a:srgbClr val="000000"/>
                </a:solidFill>
                <a:effectLst/>
                <a:uFillTx/>
                <a:latin typeface="Arial"/>
              </a:rPr>
              <a:t>Fourth Outline Level</a:t>
            </a:r>
            <a:endParaRPr lang="en-GB" sz="4000" b="0" u="none" strike="noStrike">
              <a:solidFill>
                <a:srgbClr val="FFFFFF"/>
              </a:solidFill>
              <a:effectLst/>
              <a:uFillTx/>
              <a:latin typeface="Arial"/>
            </a:endParaRPr>
          </a:p>
          <a:p>
            <a:pPr marL="2160000" lvl="4" indent="-216000">
              <a:lnSpc>
                <a:spcPct val="100000"/>
              </a:lnSpc>
              <a:spcBef>
                <a:spcPts val="283"/>
              </a:spcBef>
              <a:buClr>
                <a:srgbClr val="FFFFFF"/>
              </a:buClr>
              <a:buSzPct val="45000"/>
              <a:buFont typeface="Wingdings" charset="2"/>
              <a:buChar char=""/>
            </a:pPr>
            <a:r>
              <a:rPr lang="en-GB" sz="4000" b="0" u="none" strike="noStrike">
                <a:solidFill>
                  <a:srgbClr val="000000"/>
                </a:solidFill>
                <a:effectLst/>
                <a:uFillTx/>
                <a:latin typeface="Arial"/>
              </a:rPr>
              <a:t>Fifth Outline Level</a:t>
            </a:r>
            <a:endParaRPr lang="en-GB" sz="4000" b="0" u="none" strike="noStrike">
              <a:solidFill>
                <a:srgbClr val="FFFFFF"/>
              </a:solidFill>
              <a:effectLst/>
              <a:uFillTx/>
              <a:latin typeface="Arial"/>
            </a:endParaRPr>
          </a:p>
          <a:p>
            <a:pPr marL="2592000" lvl="5" indent="-216000">
              <a:lnSpc>
                <a:spcPct val="100000"/>
              </a:lnSpc>
              <a:spcBef>
                <a:spcPts val="283"/>
              </a:spcBef>
              <a:buClr>
                <a:srgbClr val="FFFFFF"/>
              </a:buClr>
              <a:buSzPct val="45000"/>
              <a:buFont typeface="Wingdings" charset="2"/>
              <a:buChar char=""/>
            </a:pPr>
            <a:r>
              <a:rPr lang="en-GB" sz="4000" b="0" u="none" strike="noStrike">
                <a:solidFill>
                  <a:srgbClr val="000000"/>
                </a:solidFill>
                <a:effectLst/>
                <a:uFillTx/>
                <a:latin typeface="Arial"/>
              </a:rPr>
              <a:t>Sixth Outline Level</a:t>
            </a:r>
            <a:endParaRPr lang="en-GB" sz="4000" b="0" u="none" strike="noStrike">
              <a:solidFill>
                <a:srgbClr val="FFFFFF"/>
              </a:solidFill>
              <a:effectLst/>
              <a:uFillTx/>
              <a:latin typeface="Arial"/>
            </a:endParaRPr>
          </a:p>
          <a:p>
            <a:pPr marL="3024000" lvl="6" indent="-216000">
              <a:lnSpc>
                <a:spcPct val="100000"/>
              </a:lnSpc>
              <a:spcBef>
                <a:spcPts val="283"/>
              </a:spcBef>
              <a:buClr>
                <a:srgbClr val="FFFFFF"/>
              </a:buClr>
              <a:buSzPct val="45000"/>
              <a:buFont typeface="Wingdings" charset="2"/>
              <a:buChar char=""/>
            </a:pPr>
            <a:r>
              <a:rPr lang="en-GB" sz="4000" b="0" u="none" strike="noStrike">
                <a:solidFill>
                  <a:srgbClr val="000000"/>
                </a:solidFill>
                <a:effectLst/>
                <a:uFillTx/>
                <a:latin typeface="Arial"/>
              </a:rPr>
              <a:t>Seventh Outline Level</a:t>
            </a:r>
            <a:endParaRPr lang="en-GB" sz="4000" b="0" u="none" strike="noStrike">
              <a:solidFill>
                <a:srgbClr val="FFFFFF"/>
              </a:solidFill>
              <a:effectLst/>
              <a:uFillTx/>
              <a:latin typeface="Arial"/>
            </a:endParaRPr>
          </a:p>
        </p:txBody>
      </p:sp>
      <p:sp>
        <p:nvSpPr>
          <p:cNvPr id="90" name="PlaceHolder 2"/>
          <p:cNvSpPr>
            <a:spLocks noGrp="1"/>
          </p:cNvSpPr>
          <p:nvPr>
            <p:ph type="title"/>
          </p:nvPr>
        </p:nvSpPr>
        <p:spPr>
          <a:xfrm>
            <a:off x="457200" y="205200"/>
            <a:ext cx="8226720" cy="856080"/>
          </a:xfrm>
          <a:prstGeom prst="rect">
            <a:avLst/>
          </a:prstGeom>
          <a:noFill/>
          <a:ln w="0">
            <a:noFill/>
          </a:ln>
        </p:spPr>
        <p:txBody>
          <a:bodyPr lIns="0" tIns="0" rIns="0" bIns="0" anchor="ctr">
            <a:noAutofit/>
          </a:bodyPr>
          <a:lstStyle/>
          <a:p>
            <a:pPr indent="0">
              <a:lnSpc>
                <a:spcPct val="100000"/>
              </a:lnSpc>
              <a:buNone/>
              <a:tabLst>
                <a:tab pos="0" algn="l"/>
              </a:tabLst>
            </a:pPr>
            <a:r>
              <a:rPr lang="en-GB" sz="1400" b="0" u="none" strike="noStrike">
                <a:solidFill>
                  <a:srgbClr val="000000"/>
                </a:solidFill>
                <a:effectLst/>
                <a:uFillTx/>
                <a:latin typeface="Arial"/>
              </a:rPr>
              <a:t>Click to edit the title text format</a:t>
            </a:r>
            <a:endParaRPr lang="en-GB" sz="1400" b="0" u="none" strike="noStrike">
              <a:solidFill>
                <a:srgbClr val="FFFFFF"/>
              </a:solidFill>
              <a:effectLst/>
              <a:uFillTx/>
              <a:latin typeface="Arial"/>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preserve="1">
  <p:cSld name="Quote - Violet_1_1_2_1_1">
    <p:bg>
      <p:bgPr>
        <a:solidFill>
          <a:schemeClr val="dk2"/>
        </a:solidFill>
        <a:effectLst/>
      </p:bgPr>
    </p:bg>
    <p:spTree>
      <p:nvGrpSpPr>
        <p:cNvPr id="1" name=""/>
        <p:cNvGrpSpPr/>
        <p:nvPr/>
      </p:nvGrpSpPr>
      <p:grpSpPr>
        <a:xfrm>
          <a:off x="0" y="0"/>
          <a:ext cx="0" cy="0"/>
          <a:chOff x="0" y="0"/>
          <a:chExt cx="0" cy="0"/>
        </a:xfrm>
      </p:grpSpPr>
      <p:sp>
        <p:nvSpPr>
          <p:cNvPr id="91" name="Google Shape;9;p1"/>
          <p:cNvSpPr/>
          <p:nvPr/>
        </p:nvSpPr>
        <p:spPr>
          <a:xfrm>
            <a:off x="3837240" y="-655560"/>
            <a:ext cx="5303880" cy="16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a:lnSpc>
                <a:spcPct val="100000"/>
              </a:lnSpc>
              <a:tabLst>
                <a:tab pos="0" algn="l"/>
              </a:tabLst>
            </a:pPr>
            <a:r>
              <a:rPr lang="en" sz="800" b="0" u="none" strike="noStrike">
                <a:solidFill>
                  <a:srgbClr val="C8C8C8"/>
                </a:solidFill>
                <a:effectLst/>
                <a:uFillTx/>
                <a:latin typeface="Arial"/>
                <a:ea typeface="Arial"/>
              </a:rPr>
              <a:t>SNOWFLAKE GSLIDES THEME 2026.01</a:t>
            </a:r>
            <a:endParaRPr lang="en-GB" sz="800" b="0" u="none" strike="noStrike">
              <a:solidFill>
                <a:srgbClr val="FFFFFF"/>
              </a:solidFill>
              <a:effectLst/>
              <a:uFillTx/>
              <a:latin typeface="Arial"/>
            </a:endParaRPr>
          </a:p>
        </p:txBody>
      </p:sp>
      <p:grpSp>
        <p:nvGrpSpPr>
          <p:cNvPr id="92" name="Google Shape;199;p22"/>
          <p:cNvGrpSpPr/>
          <p:nvPr/>
        </p:nvGrpSpPr>
        <p:grpSpPr>
          <a:xfrm>
            <a:off x="0" y="3770280"/>
            <a:ext cx="9141120" cy="1368720"/>
            <a:chOff x="0" y="3770280"/>
            <a:chExt cx="9141120" cy="1368720"/>
          </a:xfrm>
        </p:grpSpPr>
        <p:pic>
          <p:nvPicPr>
            <p:cNvPr id="93" name="Google Shape;200;p22"/>
            <p:cNvPicPr/>
            <p:nvPr/>
          </p:nvPicPr>
          <p:blipFill>
            <a:blip r:embed="rId2">
              <a:alphaModFix amt="72000"/>
            </a:blip>
            <a:stretch/>
          </p:blipFill>
          <p:spPr>
            <a:xfrm>
              <a:off x="0" y="3770280"/>
              <a:ext cx="3043440" cy="1368720"/>
            </a:xfrm>
            <a:prstGeom prst="rect">
              <a:avLst/>
            </a:prstGeom>
            <a:noFill/>
            <a:ln w="0">
              <a:noFill/>
            </a:ln>
          </p:spPr>
        </p:pic>
        <p:pic>
          <p:nvPicPr>
            <p:cNvPr id="94" name="Google Shape;201;p22"/>
            <p:cNvPicPr/>
            <p:nvPr/>
          </p:nvPicPr>
          <p:blipFill>
            <a:blip r:embed="rId3">
              <a:alphaModFix amt="72000"/>
            </a:blip>
            <a:srcRect t="138" b="138"/>
            <a:stretch/>
          </p:blipFill>
          <p:spPr>
            <a:xfrm>
              <a:off x="3051000" y="3770280"/>
              <a:ext cx="3043440" cy="1368720"/>
            </a:xfrm>
            <a:prstGeom prst="rect">
              <a:avLst/>
            </a:prstGeom>
            <a:noFill/>
            <a:ln w="0">
              <a:noFill/>
            </a:ln>
          </p:spPr>
        </p:pic>
        <p:pic>
          <p:nvPicPr>
            <p:cNvPr id="95" name="Google Shape;202;p22"/>
            <p:cNvPicPr/>
            <p:nvPr/>
          </p:nvPicPr>
          <p:blipFill>
            <a:blip r:embed="rId4">
              <a:alphaModFix amt="72000"/>
            </a:blip>
            <a:srcRect t="138" b="138"/>
            <a:stretch/>
          </p:blipFill>
          <p:spPr>
            <a:xfrm>
              <a:off x="6097680" y="3770280"/>
              <a:ext cx="3043440" cy="1368720"/>
            </a:xfrm>
            <a:prstGeom prst="rect">
              <a:avLst/>
            </a:prstGeom>
            <a:noFill/>
            <a:ln w="0">
              <a:noFill/>
            </a:ln>
          </p:spPr>
        </p:pic>
      </p:grpSp>
      <p:sp>
        <p:nvSpPr>
          <p:cNvPr id="96" name="Google Shape;203;p22"/>
          <p:cNvSpPr/>
          <p:nvPr/>
        </p:nvSpPr>
        <p:spPr>
          <a:xfrm>
            <a:off x="660600" y="4866840"/>
            <a:ext cx="1705680" cy="8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tabLst>
                <a:tab pos="0" algn="l"/>
              </a:tabLst>
            </a:pPr>
            <a:r>
              <a:rPr lang="en" sz="600" b="0" u="none" strike="noStrike">
                <a:solidFill>
                  <a:schemeClr val="lt1"/>
                </a:solidFill>
                <a:effectLst/>
                <a:uFillTx/>
                <a:latin typeface="Arial"/>
                <a:ea typeface="Arial"/>
              </a:rPr>
              <a:t>© 2026 Snowflake Inc. All Rights Reserved</a:t>
            </a:r>
            <a:endParaRPr lang="en-GB" sz="600" b="0" u="none" strike="noStrike">
              <a:solidFill>
                <a:srgbClr val="FFFFFF"/>
              </a:solidFill>
              <a:effectLst/>
              <a:uFillTx/>
              <a:latin typeface="Arial"/>
            </a:endParaRPr>
          </a:p>
        </p:txBody>
      </p:sp>
      <p:sp>
        <p:nvSpPr>
          <p:cNvPr id="97" name="Google Shape;204;p22"/>
          <p:cNvSpPr/>
          <p:nvPr/>
        </p:nvSpPr>
        <p:spPr>
          <a:xfrm>
            <a:off x="457200" y="4846320"/>
            <a:ext cx="132480" cy="125640"/>
          </a:xfrm>
          <a:custGeom>
            <a:avLst/>
            <a:gdLst>
              <a:gd name="textAreaLeft" fmla="*/ 0 w 132480"/>
              <a:gd name="textAreaRight" fmla="*/ 135360 w 132480"/>
              <a:gd name="textAreaTop" fmla="*/ 0 h 125640"/>
              <a:gd name="textAreaBottom" fmla="*/ 128520 h 125640"/>
            </a:gdLst>
            <a:ahLst/>
            <a:cxnLst/>
            <a:rect l="textAreaLeft" t="textAreaTop" r="textAreaRight" b="textAreaBottom"/>
            <a:pathLst>
              <a:path w="5409981" h="514350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98" name="PlaceHolder 1"/>
          <p:cNvSpPr>
            <a:spLocks noGrp="1"/>
          </p:cNvSpPr>
          <p:nvPr>
            <p:ph type="body"/>
          </p:nvPr>
        </p:nvSpPr>
        <p:spPr>
          <a:xfrm>
            <a:off x="365760" y="1214280"/>
            <a:ext cx="7481520" cy="2711880"/>
          </a:xfrm>
          <a:prstGeom prst="rect">
            <a:avLst/>
          </a:prstGeom>
          <a:noFill/>
          <a:ln w="0">
            <a:noFill/>
          </a:ln>
        </p:spPr>
        <p:txBody>
          <a:bodyPr lIns="91440" tIns="45720" rIns="91440" bIns="45720" anchor="ctr">
            <a:noAutofit/>
          </a:bodyPr>
          <a:lstStyle/>
          <a:p>
            <a:pPr marL="432000" indent="-324000">
              <a:lnSpc>
                <a:spcPct val="100000"/>
              </a:lnSpc>
              <a:spcBef>
                <a:spcPts val="1417"/>
              </a:spcBef>
              <a:buClr>
                <a:srgbClr val="FFFFFF"/>
              </a:buClr>
              <a:buSzPct val="45000"/>
              <a:buFont typeface="Wingdings" charset="2"/>
              <a:buChar char=""/>
            </a:pPr>
            <a:r>
              <a:rPr lang="en-GB" sz="4000" b="0" u="none" strike="noStrike">
                <a:solidFill>
                  <a:srgbClr val="000000"/>
                </a:solidFill>
                <a:effectLst/>
                <a:uFillTx/>
                <a:latin typeface="Arial"/>
              </a:rPr>
              <a:t>Click to edit the outline text format</a:t>
            </a:r>
            <a:endParaRPr lang="en-GB" sz="4000" b="0" u="none" strike="noStrike">
              <a:solidFill>
                <a:srgbClr val="FFFFFF"/>
              </a:solidFill>
              <a:effectLst/>
              <a:uFillTx/>
              <a:latin typeface="Arial"/>
            </a:endParaRPr>
          </a:p>
          <a:p>
            <a:pPr marL="864000" lvl="1" indent="-324000">
              <a:lnSpc>
                <a:spcPct val="100000"/>
              </a:lnSpc>
              <a:spcBef>
                <a:spcPts val="1134"/>
              </a:spcBef>
              <a:buClr>
                <a:srgbClr val="FFFFFF"/>
              </a:buClr>
              <a:buSzPct val="75000"/>
              <a:buFont typeface="Symbol" charset="2"/>
              <a:buChar char=""/>
            </a:pPr>
            <a:r>
              <a:rPr lang="en-GB" sz="4000" b="0" u="none" strike="noStrike">
                <a:solidFill>
                  <a:srgbClr val="000000"/>
                </a:solidFill>
                <a:effectLst/>
                <a:uFillTx/>
                <a:latin typeface="Arial"/>
              </a:rPr>
              <a:t>Second Outline Level</a:t>
            </a:r>
            <a:endParaRPr lang="en-GB" sz="4000" b="0" u="none" strike="noStrike">
              <a:solidFill>
                <a:srgbClr val="FFFFFF"/>
              </a:solidFill>
              <a:effectLst/>
              <a:uFillTx/>
              <a:latin typeface="Arial"/>
            </a:endParaRPr>
          </a:p>
          <a:p>
            <a:pPr marL="1296000" lvl="2" indent="-288000">
              <a:lnSpc>
                <a:spcPct val="100000"/>
              </a:lnSpc>
              <a:spcBef>
                <a:spcPts val="850"/>
              </a:spcBef>
              <a:buClr>
                <a:srgbClr val="FFFFFF"/>
              </a:buClr>
              <a:buSzPct val="45000"/>
              <a:buFont typeface="Wingdings" charset="2"/>
              <a:buChar char=""/>
            </a:pPr>
            <a:r>
              <a:rPr lang="en-GB" sz="4000" b="0" u="none" strike="noStrike">
                <a:solidFill>
                  <a:srgbClr val="000000"/>
                </a:solidFill>
                <a:effectLst/>
                <a:uFillTx/>
                <a:latin typeface="Arial"/>
              </a:rPr>
              <a:t>Third Outline Level</a:t>
            </a:r>
            <a:endParaRPr lang="en-GB" sz="4000" b="0" u="none" strike="noStrike">
              <a:solidFill>
                <a:srgbClr val="FFFFFF"/>
              </a:solidFill>
              <a:effectLst/>
              <a:uFillTx/>
              <a:latin typeface="Arial"/>
            </a:endParaRPr>
          </a:p>
          <a:p>
            <a:pPr marL="1728000" lvl="3" indent="-216000">
              <a:lnSpc>
                <a:spcPct val="100000"/>
              </a:lnSpc>
              <a:spcBef>
                <a:spcPts val="567"/>
              </a:spcBef>
              <a:buClr>
                <a:srgbClr val="FFFFFF"/>
              </a:buClr>
              <a:buSzPct val="75000"/>
              <a:buFont typeface="Symbol" charset="2"/>
              <a:buChar char=""/>
            </a:pPr>
            <a:r>
              <a:rPr lang="en-GB" sz="4000" b="0" u="none" strike="noStrike">
                <a:solidFill>
                  <a:srgbClr val="000000"/>
                </a:solidFill>
                <a:effectLst/>
                <a:uFillTx/>
                <a:latin typeface="Arial"/>
              </a:rPr>
              <a:t>Fourth Outline Level</a:t>
            </a:r>
            <a:endParaRPr lang="en-GB" sz="4000" b="0" u="none" strike="noStrike">
              <a:solidFill>
                <a:srgbClr val="FFFFFF"/>
              </a:solidFill>
              <a:effectLst/>
              <a:uFillTx/>
              <a:latin typeface="Arial"/>
            </a:endParaRPr>
          </a:p>
          <a:p>
            <a:pPr marL="2160000" lvl="4" indent="-216000">
              <a:lnSpc>
                <a:spcPct val="100000"/>
              </a:lnSpc>
              <a:spcBef>
                <a:spcPts val="283"/>
              </a:spcBef>
              <a:buClr>
                <a:srgbClr val="FFFFFF"/>
              </a:buClr>
              <a:buSzPct val="45000"/>
              <a:buFont typeface="Wingdings" charset="2"/>
              <a:buChar char=""/>
            </a:pPr>
            <a:r>
              <a:rPr lang="en-GB" sz="4000" b="0" u="none" strike="noStrike">
                <a:solidFill>
                  <a:srgbClr val="000000"/>
                </a:solidFill>
                <a:effectLst/>
                <a:uFillTx/>
                <a:latin typeface="Arial"/>
              </a:rPr>
              <a:t>Fifth Outline Level</a:t>
            </a:r>
            <a:endParaRPr lang="en-GB" sz="4000" b="0" u="none" strike="noStrike">
              <a:solidFill>
                <a:srgbClr val="FFFFFF"/>
              </a:solidFill>
              <a:effectLst/>
              <a:uFillTx/>
              <a:latin typeface="Arial"/>
            </a:endParaRPr>
          </a:p>
          <a:p>
            <a:pPr marL="2592000" lvl="5" indent="-216000">
              <a:lnSpc>
                <a:spcPct val="100000"/>
              </a:lnSpc>
              <a:spcBef>
                <a:spcPts val="283"/>
              </a:spcBef>
              <a:buClr>
                <a:srgbClr val="FFFFFF"/>
              </a:buClr>
              <a:buSzPct val="45000"/>
              <a:buFont typeface="Wingdings" charset="2"/>
              <a:buChar char=""/>
            </a:pPr>
            <a:r>
              <a:rPr lang="en-GB" sz="4000" b="0" u="none" strike="noStrike">
                <a:solidFill>
                  <a:srgbClr val="000000"/>
                </a:solidFill>
                <a:effectLst/>
                <a:uFillTx/>
                <a:latin typeface="Arial"/>
              </a:rPr>
              <a:t>Sixth Outline Level</a:t>
            </a:r>
            <a:endParaRPr lang="en-GB" sz="4000" b="0" u="none" strike="noStrike">
              <a:solidFill>
                <a:srgbClr val="FFFFFF"/>
              </a:solidFill>
              <a:effectLst/>
              <a:uFillTx/>
              <a:latin typeface="Arial"/>
            </a:endParaRPr>
          </a:p>
          <a:p>
            <a:pPr marL="3024000" lvl="6" indent="-216000">
              <a:lnSpc>
                <a:spcPct val="100000"/>
              </a:lnSpc>
              <a:spcBef>
                <a:spcPts val="283"/>
              </a:spcBef>
              <a:buClr>
                <a:srgbClr val="FFFFFF"/>
              </a:buClr>
              <a:buSzPct val="45000"/>
              <a:buFont typeface="Wingdings" charset="2"/>
              <a:buChar char=""/>
            </a:pPr>
            <a:r>
              <a:rPr lang="en-GB" sz="4000" b="0" u="none" strike="noStrike">
                <a:solidFill>
                  <a:srgbClr val="000000"/>
                </a:solidFill>
                <a:effectLst/>
                <a:uFillTx/>
                <a:latin typeface="Arial"/>
              </a:rPr>
              <a:t>Seventh Outline Level</a:t>
            </a:r>
            <a:endParaRPr lang="en-GB" sz="4000" b="0" u="none" strike="noStrike">
              <a:solidFill>
                <a:srgbClr val="FFFFFF"/>
              </a:solidFill>
              <a:effectLst/>
              <a:uFillTx/>
              <a:latin typeface="Arial"/>
            </a:endParaRPr>
          </a:p>
        </p:txBody>
      </p:sp>
      <p:sp>
        <p:nvSpPr>
          <p:cNvPr id="99" name="PlaceHolder 2"/>
          <p:cNvSpPr>
            <a:spLocks noGrp="1"/>
          </p:cNvSpPr>
          <p:nvPr>
            <p:ph type="title"/>
          </p:nvPr>
        </p:nvSpPr>
        <p:spPr>
          <a:xfrm>
            <a:off x="457200" y="205200"/>
            <a:ext cx="8226720" cy="856080"/>
          </a:xfrm>
          <a:prstGeom prst="rect">
            <a:avLst/>
          </a:prstGeom>
          <a:noFill/>
          <a:ln w="0">
            <a:noFill/>
          </a:ln>
        </p:spPr>
        <p:txBody>
          <a:bodyPr lIns="0" tIns="0" rIns="0" bIns="0" anchor="ctr">
            <a:noAutofit/>
          </a:bodyPr>
          <a:lstStyle/>
          <a:p>
            <a:pPr indent="0">
              <a:lnSpc>
                <a:spcPct val="100000"/>
              </a:lnSpc>
              <a:buNone/>
              <a:tabLst>
                <a:tab pos="0" algn="l"/>
              </a:tabLst>
            </a:pPr>
            <a:r>
              <a:rPr lang="en-GB" sz="1400" b="0" u="none" strike="noStrike">
                <a:solidFill>
                  <a:srgbClr val="000000"/>
                </a:solidFill>
                <a:effectLst/>
                <a:uFillTx/>
                <a:latin typeface="Arial"/>
              </a:rPr>
              <a:t>Click to edit the title text format</a:t>
            </a:r>
            <a:endParaRPr lang="en-GB" sz="1400" b="0" u="none" strike="noStrike">
              <a:solidFill>
                <a:srgbClr val="FFFFFF"/>
              </a:solidFill>
              <a:effectLst/>
              <a:uFillTx/>
              <a:latin typeface="Arial"/>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CUSTOM">
    <p:bg>
      <p:bgPr>
        <a:solidFill>
          <a:schemeClr val="lt1"/>
        </a:solidFill>
        <a:effectLst/>
      </p:bgPr>
    </p:bg>
    <p:spTree>
      <p:nvGrpSpPr>
        <p:cNvPr id="1" name=""/>
        <p:cNvGrpSpPr/>
        <p:nvPr/>
      </p:nvGrpSpPr>
      <p:grpSpPr>
        <a:xfrm>
          <a:off x="0" y="0"/>
          <a:ext cx="0" cy="0"/>
          <a:chOff x="0" y="0"/>
          <a:chExt cx="0" cy="0"/>
        </a:xfrm>
      </p:grpSpPr>
      <p:sp>
        <p:nvSpPr>
          <p:cNvPr id="100" name="Google Shape;9;p1"/>
          <p:cNvSpPr/>
          <p:nvPr/>
        </p:nvSpPr>
        <p:spPr>
          <a:xfrm>
            <a:off x="3837240" y="-655560"/>
            <a:ext cx="5303880" cy="16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a:lnSpc>
                <a:spcPct val="100000"/>
              </a:lnSpc>
              <a:tabLst>
                <a:tab pos="0" algn="l"/>
              </a:tabLst>
            </a:pPr>
            <a:r>
              <a:rPr lang="en" sz="800" b="0" u="none" strike="noStrike">
                <a:solidFill>
                  <a:srgbClr val="C8C8C8"/>
                </a:solidFill>
                <a:effectLst/>
                <a:uFillTx/>
                <a:latin typeface="Arial"/>
                <a:ea typeface="Arial"/>
              </a:rPr>
              <a:t>SNOWFLAKE GSLIDES THEME 2026.01</a:t>
            </a:r>
            <a:endParaRPr lang="en-GB" sz="800" b="0" u="none" strike="noStrike">
              <a:solidFill>
                <a:srgbClr val="000000"/>
              </a:solidFill>
              <a:effectLst/>
              <a:uFillTx/>
              <a:latin typeface="Arial"/>
            </a:endParaRPr>
          </a:p>
        </p:txBody>
      </p:sp>
      <p:sp>
        <p:nvSpPr>
          <p:cNvPr id="101" name="Google Shape;248;p28"/>
          <p:cNvSpPr/>
          <p:nvPr/>
        </p:nvSpPr>
        <p:spPr>
          <a:xfrm>
            <a:off x="0" y="1120320"/>
            <a:ext cx="9141120" cy="4020480"/>
          </a:xfrm>
          <a:prstGeom prst="rect">
            <a:avLst/>
          </a:prstGeom>
          <a:solidFill>
            <a:schemeClr val="dk2"/>
          </a:solidFill>
          <a:ln w="0">
            <a:noFill/>
          </a:ln>
        </p:spPr>
        <p:style>
          <a:lnRef idx="0">
            <a:scrgbClr r="0" g="0" b="0"/>
          </a:lnRef>
          <a:fillRef idx="0">
            <a:scrgbClr r="0" g="0" b="0"/>
          </a:fillRef>
          <a:effectRef idx="0">
            <a:scrgbClr r="0" g="0" b="0"/>
          </a:effectRef>
          <a:fontRef idx="minor"/>
        </p:style>
        <p:txBody>
          <a:bodyPr lIns="90000" tIns="91440" rIns="90000" bIns="91440" anchor="ctr">
            <a:noAutofit/>
          </a:bodyPr>
          <a:lstStyle/>
          <a:p>
            <a:pPr>
              <a:lnSpc>
                <a:spcPct val="100000"/>
              </a:lnSpc>
              <a:tabLst>
                <a:tab pos="0" algn="l"/>
              </a:tabLst>
            </a:pPr>
            <a:endParaRPr lang="en-GB" sz="1400" b="0" u="none" strike="noStrike">
              <a:solidFill>
                <a:srgbClr val="FFFFFF"/>
              </a:solidFill>
              <a:effectLst/>
              <a:uFillTx/>
              <a:latin typeface="Arial"/>
            </a:endParaRPr>
          </a:p>
        </p:txBody>
      </p:sp>
      <p:sp>
        <p:nvSpPr>
          <p:cNvPr id="102" name="PlaceHolder 1"/>
          <p:cNvSpPr>
            <a:spLocks noGrp="1"/>
          </p:cNvSpPr>
          <p:nvPr>
            <p:ph type="title"/>
          </p:nvPr>
        </p:nvSpPr>
        <p:spPr>
          <a:xfrm>
            <a:off x="366480" y="274320"/>
            <a:ext cx="8345520" cy="457560"/>
          </a:xfrm>
          <a:prstGeom prst="rect">
            <a:avLst/>
          </a:prstGeom>
          <a:noFill/>
          <a:ln w="0">
            <a:noFill/>
          </a:ln>
        </p:spPr>
        <p:txBody>
          <a:bodyPr lIns="91440" tIns="91440" rIns="91440" bIns="91440" anchor="t">
            <a:spAutoFit/>
          </a:bodyPr>
          <a:lstStyle/>
          <a:p>
            <a:pPr indent="0">
              <a:lnSpc>
                <a:spcPct val="100000"/>
              </a:lnSpc>
              <a:buNone/>
              <a:tabLst>
                <a:tab pos="0" algn="l"/>
              </a:tabLst>
            </a:pPr>
            <a:r>
              <a:rPr lang="en-GB" sz="2600" b="0" u="none" strike="noStrike">
                <a:solidFill>
                  <a:srgbClr val="000000"/>
                </a:solidFill>
                <a:effectLst/>
                <a:uFillTx/>
                <a:latin typeface="Arial"/>
              </a:rPr>
              <a:t>Click to edit the title text format</a:t>
            </a:r>
          </a:p>
        </p:txBody>
      </p:sp>
      <p:sp>
        <p:nvSpPr>
          <p:cNvPr id="103" name="Google Shape;250;p28"/>
          <p:cNvSpPr/>
          <p:nvPr/>
        </p:nvSpPr>
        <p:spPr>
          <a:xfrm>
            <a:off x="660600" y="4866840"/>
            <a:ext cx="1705680" cy="8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tabLst>
                <a:tab pos="0" algn="l"/>
              </a:tabLst>
            </a:pPr>
            <a:r>
              <a:rPr lang="en" sz="600" b="0" u="none" strike="noStrike">
                <a:solidFill>
                  <a:schemeClr val="lt1"/>
                </a:solidFill>
                <a:effectLst/>
                <a:uFillTx/>
                <a:latin typeface="Arial"/>
                <a:ea typeface="Arial"/>
              </a:rPr>
              <a:t>© 2026 Snowflake Inc. All Rights Reserved</a:t>
            </a:r>
            <a:endParaRPr lang="en-GB" sz="600" b="0" u="none" strike="noStrike">
              <a:solidFill>
                <a:srgbClr val="000000"/>
              </a:solidFill>
              <a:effectLst/>
              <a:uFillTx/>
              <a:latin typeface="Arial"/>
            </a:endParaRPr>
          </a:p>
        </p:txBody>
      </p:sp>
      <p:sp>
        <p:nvSpPr>
          <p:cNvPr id="104" name="Google Shape;251;p28"/>
          <p:cNvSpPr/>
          <p:nvPr/>
        </p:nvSpPr>
        <p:spPr>
          <a:xfrm>
            <a:off x="457200" y="4846320"/>
            <a:ext cx="132480" cy="125640"/>
          </a:xfrm>
          <a:custGeom>
            <a:avLst/>
            <a:gdLst>
              <a:gd name="textAreaLeft" fmla="*/ 0 w 132480"/>
              <a:gd name="textAreaRight" fmla="*/ 135360 w 132480"/>
              <a:gd name="textAreaTop" fmla="*/ 0 h 125640"/>
              <a:gd name="textAreaBottom" fmla="*/ 128520 h 125640"/>
            </a:gdLst>
            <a:ahLst/>
            <a:cxnLst/>
            <a:rect l="textAreaLeft" t="textAreaTop" r="textAreaRight" b="textAreaBottom"/>
            <a:pathLst>
              <a:path w="5409981" h="514350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105" name="PlaceHolder 2"/>
          <p:cNvSpPr>
            <a:spLocks noGrp="1"/>
          </p:cNvSpPr>
          <p:nvPr>
            <p:ph type="sldNum" idx="5"/>
          </p:nvPr>
        </p:nvSpPr>
        <p:spPr>
          <a:xfrm>
            <a:off x="8229600" y="4864680"/>
            <a:ext cx="470880" cy="91800"/>
          </a:xfrm>
          <a:prstGeom prst="rect">
            <a:avLst/>
          </a:prstGeom>
          <a:noFill/>
          <a:ln w="0">
            <a:noFill/>
          </a:ln>
        </p:spPr>
        <p:txBody>
          <a:bodyPr lIns="0" tIns="0" rIns="0" bIns="0" anchor="b">
            <a:spAutoFit/>
          </a:bodyPr>
          <a:lstStyle>
            <a:lvl1pPr indent="0" algn="r">
              <a:lnSpc>
                <a:spcPct val="100000"/>
              </a:lnSpc>
              <a:buNone/>
              <a:tabLst>
                <a:tab pos="0" algn="l"/>
              </a:tabLst>
              <a:defRPr lang="en" sz="600" b="0" u="none" strike="noStrike">
                <a:solidFill>
                  <a:srgbClr val="FFFFFF"/>
                </a:solidFill>
                <a:effectLst/>
                <a:uFillTx/>
                <a:latin typeface="Arial"/>
                <a:ea typeface="Arial"/>
              </a:defRPr>
            </a:lvl1pPr>
          </a:lstStyle>
          <a:p>
            <a:pPr indent="0" algn="r">
              <a:lnSpc>
                <a:spcPct val="100000"/>
              </a:lnSpc>
              <a:buNone/>
              <a:tabLst>
                <a:tab pos="0" algn="l"/>
              </a:tabLst>
            </a:pPr>
            <a:fld id="{8EC84266-43A1-4D7D-B9BB-125B59B9308F}" type="slidenum">
              <a:rPr lang="en" sz="600" b="0" u="none" strike="noStrike">
                <a:solidFill>
                  <a:srgbClr val="FFFFFF"/>
                </a:solidFill>
                <a:effectLst/>
                <a:uFillTx/>
                <a:latin typeface="Arial"/>
                <a:ea typeface="Arial"/>
              </a:rPr>
              <a:t>‹#›</a:t>
            </a:fld>
            <a:endParaRPr lang="en-GB" sz="600" b="0" u="none" strike="noStrike">
              <a:solidFill>
                <a:srgbClr val="000000"/>
              </a:solidFill>
              <a:effectLst/>
              <a:uFillTx/>
              <a:latin typeface="Times New Roman"/>
            </a:endParaRPr>
          </a:p>
        </p:txBody>
      </p:sp>
      <p:sp>
        <p:nvSpPr>
          <p:cNvPr id="106" name="Google Shape;253;p28"/>
          <p:cNvSpPr/>
          <p:nvPr/>
        </p:nvSpPr>
        <p:spPr>
          <a:xfrm>
            <a:off x="0" y="343440"/>
            <a:ext cx="134280" cy="362880"/>
          </a:xfrm>
          <a:prstGeom prst="rect">
            <a:avLst/>
          </a:prstGeom>
          <a:solidFill>
            <a:schemeClr val="accent1"/>
          </a:solidFill>
          <a:ln w="0">
            <a:noFill/>
          </a:ln>
        </p:spPr>
        <p:style>
          <a:lnRef idx="0">
            <a:scrgbClr r="0" g="0" b="0"/>
          </a:lnRef>
          <a:fillRef idx="0">
            <a:scrgbClr r="0" g="0" b="0"/>
          </a:fillRef>
          <a:effectRef idx="0">
            <a:scrgbClr r="0" g="0" b="0"/>
          </a:effectRef>
          <a:fontRef idx="minor"/>
        </p:style>
        <p:txBody>
          <a:bodyPr lIns="90000" tIns="91440" rIns="90000" bIns="9144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107" name="PlaceHolder 3"/>
          <p:cNvSpPr>
            <a:spLocks noGrp="1"/>
          </p:cNvSpPr>
          <p:nvPr>
            <p:ph type="body"/>
          </p:nvPr>
        </p:nvSpPr>
        <p:spPr>
          <a:xfrm>
            <a:off x="457200" y="1203480"/>
            <a:ext cx="8226720" cy="2980440"/>
          </a:xfrm>
          <a:prstGeom prst="rect">
            <a:avLst/>
          </a:prstGeom>
          <a:noFill/>
          <a:ln w="0">
            <a:noFill/>
          </a:ln>
        </p:spPr>
        <p:txBody>
          <a:bodyPr lIns="0" tIns="0" rIns="0" bIns="0" anchor="t">
            <a:normAutofit/>
          </a:bodyPr>
          <a:lstStyle/>
          <a:p>
            <a:pPr marL="432000" indent="-324000">
              <a:lnSpc>
                <a:spcPct val="100000"/>
              </a:lnSpc>
              <a:spcBef>
                <a:spcPts val="1417"/>
              </a:spcBef>
              <a:buClr>
                <a:srgbClr val="000000"/>
              </a:buClr>
              <a:buSzPct val="45000"/>
              <a:buFont typeface="Wingdings" charset="2"/>
              <a:buChar char=""/>
            </a:pPr>
            <a:r>
              <a:rPr lang="en-GB" sz="14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4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4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4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Seventh Outline Level</a:t>
            </a: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Quote - Violet_1_1_2_1_1_1">
    <p:bg>
      <p:bgPr>
        <a:solidFill>
          <a:schemeClr val="dk2"/>
        </a:solidFill>
        <a:effectLst/>
      </p:bgPr>
    </p:bg>
    <p:spTree>
      <p:nvGrpSpPr>
        <p:cNvPr id="1" name=""/>
        <p:cNvGrpSpPr/>
        <p:nvPr/>
      </p:nvGrpSpPr>
      <p:grpSpPr>
        <a:xfrm>
          <a:off x="0" y="0"/>
          <a:ext cx="0" cy="0"/>
          <a:chOff x="0" y="0"/>
          <a:chExt cx="0" cy="0"/>
        </a:xfrm>
      </p:grpSpPr>
      <p:sp>
        <p:nvSpPr>
          <p:cNvPr id="108" name="Google Shape;9;p1"/>
          <p:cNvSpPr/>
          <p:nvPr/>
        </p:nvSpPr>
        <p:spPr>
          <a:xfrm>
            <a:off x="3837240" y="-655560"/>
            <a:ext cx="5303880" cy="16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a:lnSpc>
                <a:spcPct val="100000"/>
              </a:lnSpc>
              <a:tabLst>
                <a:tab pos="0" algn="l"/>
              </a:tabLst>
            </a:pPr>
            <a:r>
              <a:rPr lang="en" sz="800" b="0" u="none" strike="noStrike">
                <a:solidFill>
                  <a:srgbClr val="C8C8C8"/>
                </a:solidFill>
                <a:effectLst/>
                <a:uFillTx/>
                <a:latin typeface="Arial"/>
                <a:ea typeface="Arial"/>
              </a:rPr>
              <a:t>SNOWFLAKE GSLIDES THEME 2026.01</a:t>
            </a:r>
            <a:endParaRPr lang="en-GB" sz="800" b="0" u="none" strike="noStrike">
              <a:solidFill>
                <a:srgbClr val="FFFFFF"/>
              </a:solidFill>
              <a:effectLst/>
              <a:uFillTx/>
              <a:latin typeface="Arial"/>
            </a:endParaRPr>
          </a:p>
        </p:txBody>
      </p:sp>
      <p:sp>
        <p:nvSpPr>
          <p:cNvPr id="109" name="Google Shape;207;p23"/>
          <p:cNvSpPr/>
          <p:nvPr/>
        </p:nvSpPr>
        <p:spPr>
          <a:xfrm>
            <a:off x="660600" y="4866840"/>
            <a:ext cx="1705680" cy="8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tabLst>
                <a:tab pos="0" algn="l"/>
              </a:tabLst>
            </a:pPr>
            <a:r>
              <a:rPr lang="en" sz="600" b="0" u="none" strike="noStrike">
                <a:solidFill>
                  <a:schemeClr val="lt1"/>
                </a:solidFill>
                <a:effectLst/>
                <a:uFillTx/>
                <a:latin typeface="Arial"/>
                <a:ea typeface="Arial"/>
              </a:rPr>
              <a:t>© 2026 Snowflake Inc. All Rights Reserved</a:t>
            </a:r>
            <a:endParaRPr lang="en-GB" sz="600" b="0" u="none" strike="noStrike">
              <a:solidFill>
                <a:srgbClr val="FFFFFF"/>
              </a:solidFill>
              <a:effectLst/>
              <a:uFillTx/>
              <a:latin typeface="Arial"/>
            </a:endParaRPr>
          </a:p>
        </p:txBody>
      </p:sp>
      <p:sp>
        <p:nvSpPr>
          <p:cNvPr id="110" name="Google Shape;208;p23"/>
          <p:cNvSpPr/>
          <p:nvPr/>
        </p:nvSpPr>
        <p:spPr>
          <a:xfrm>
            <a:off x="457200" y="4846320"/>
            <a:ext cx="132480" cy="125640"/>
          </a:xfrm>
          <a:custGeom>
            <a:avLst/>
            <a:gdLst>
              <a:gd name="textAreaLeft" fmla="*/ 0 w 132480"/>
              <a:gd name="textAreaRight" fmla="*/ 135360 w 132480"/>
              <a:gd name="textAreaTop" fmla="*/ 0 h 125640"/>
              <a:gd name="textAreaBottom" fmla="*/ 128520 h 125640"/>
            </a:gdLst>
            <a:ahLst/>
            <a:cxnLst/>
            <a:rect l="textAreaLeft" t="textAreaTop" r="textAreaRight" b="textAreaBottom"/>
            <a:pathLst>
              <a:path w="5409981" h="514350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grpSp>
        <p:nvGrpSpPr>
          <p:cNvPr id="111" name="Google Shape;209;p23"/>
          <p:cNvGrpSpPr/>
          <p:nvPr/>
        </p:nvGrpSpPr>
        <p:grpSpPr>
          <a:xfrm>
            <a:off x="2880" y="1803960"/>
            <a:ext cx="9141120" cy="3336480"/>
            <a:chOff x="2880" y="1803960"/>
            <a:chExt cx="9141120" cy="3336480"/>
          </a:xfrm>
        </p:grpSpPr>
        <p:pic>
          <p:nvPicPr>
            <p:cNvPr id="112" name="Google Shape;210;p23"/>
            <p:cNvPicPr/>
            <p:nvPr/>
          </p:nvPicPr>
          <p:blipFill>
            <a:blip r:embed="rId2">
              <a:alphaModFix amt="57000"/>
            </a:blip>
            <a:srcRect l="32574" b="34220"/>
            <a:stretch/>
          </p:blipFill>
          <p:spPr>
            <a:xfrm flipH="1">
              <a:off x="5039640" y="1803960"/>
              <a:ext cx="4104360" cy="3336480"/>
            </a:xfrm>
            <a:prstGeom prst="rect">
              <a:avLst/>
            </a:prstGeom>
            <a:noFill/>
            <a:ln w="0">
              <a:noFill/>
            </a:ln>
          </p:spPr>
        </p:pic>
        <p:pic>
          <p:nvPicPr>
            <p:cNvPr id="113" name="Google Shape;211;p23"/>
            <p:cNvPicPr/>
            <p:nvPr/>
          </p:nvPicPr>
          <p:blipFill>
            <a:blip r:embed="rId3">
              <a:alphaModFix amt="57000"/>
            </a:blip>
            <a:srcRect r="17482" b="34224"/>
            <a:stretch/>
          </p:blipFill>
          <p:spPr>
            <a:xfrm flipH="1">
              <a:off x="2880" y="1803960"/>
              <a:ext cx="5024880" cy="3336480"/>
            </a:xfrm>
            <a:prstGeom prst="rect">
              <a:avLst/>
            </a:prstGeom>
            <a:noFill/>
            <a:ln w="0">
              <a:noFill/>
            </a:ln>
          </p:spPr>
        </p:pic>
      </p:grpSp>
      <p:sp>
        <p:nvSpPr>
          <p:cNvPr id="114" name="PlaceHolder 1"/>
          <p:cNvSpPr>
            <a:spLocks noGrp="1"/>
          </p:cNvSpPr>
          <p:nvPr>
            <p:ph type="body"/>
          </p:nvPr>
        </p:nvSpPr>
        <p:spPr>
          <a:xfrm>
            <a:off x="365760" y="1214280"/>
            <a:ext cx="7481520" cy="2711880"/>
          </a:xfrm>
          <a:prstGeom prst="rect">
            <a:avLst/>
          </a:prstGeom>
          <a:noFill/>
          <a:ln w="0">
            <a:noFill/>
          </a:ln>
        </p:spPr>
        <p:txBody>
          <a:bodyPr lIns="91440" tIns="45720" rIns="91440" bIns="45720" anchor="ctr">
            <a:noAutofit/>
          </a:bodyPr>
          <a:lstStyle/>
          <a:p>
            <a:pPr marL="432000" indent="-324000">
              <a:lnSpc>
                <a:spcPct val="100000"/>
              </a:lnSpc>
              <a:spcBef>
                <a:spcPts val="1417"/>
              </a:spcBef>
              <a:buClr>
                <a:srgbClr val="FFFFFF"/>
              </a:buClr>
              <a:buSzPct val="45000"/>
              <a:buFont typeface="Wingdings" charset="2"/>
              <a:buChar char=""/>
            </a:pPr>
            <a:r>
              <a:rPr lang="en-GB" sz="4000" b="0" u="none" strike="noStrike">
                <a:solidFill>
                  <a:srgbClr val="000000"/>
                </a:solidFill>
                <a:effectLst/>
                <a:uFillTx/>
                <a:latin typeface="Arial"/>
              </a:rPr>
              <a:t>Click to edit the outline text format</a:t>
            </a:r>
            <a:endParaRPr lang="en-GB" sz="4000" b="0" u="none" strike="noStrike">
              <a:solidFill>
                <a:srgbClr val="FFFFFF"/>
              </a:solidFill>
              <a:effectLst/>
              <a:uFillTx/>
              <a:latin typeface="Arial"/>
            </a:endParaRPr>
          </a:p>
          <a:p>
            <a:pPr marL="864000" lvl="1" indent="-324000">
              <a:lnSpc>
                <a:spcPct val="100000"/>
              </a:lnSpc>
              <a:spcBef>
                <a:spcPts val="1134"/>
              </a:spcBef>
              <a:buClr>
                <a:srgbClr val="FFFFFF"/>
              </a:buClr>
              <a:buSzPct val="75000"/>
              <a:buFont typeface="Symbol" charset="2"/>
              <a:buChar char=""/>
            </a:pPr>
            <a:r>
              <a:rPr lang="en-GB" sz="4000" b="0" u="none" strike="noStrike">
                <a:solidFill>
                  <a:srgbClr val="000000"/>
                </a:solidFill>
                <a:effectLst/>
                <a:uFillTx/>
                <a:latin typeface="Arial"/>
              </a:rPr>
              <a:t>Second Outline Level</a:t>
            </a:r>
            <a:endParaRPr lang="en-GB" sz="4000" b="0" u="none" strike="noStrike">
              <a:solidFill>
                <a:srgbClr val="FFFFFF"/>
              </a:solidFill>
              <a:effectLst/>
              <a:uFillTx/>
              <a:latin typeface="Arial"/>
            </a:endParaRPr>
          </a:p>
          <a:p>
            <a:pPr marL="1296000" lvl="2" indent="-288000">
              <a:lnSpc>
                <a:spcPct val="100000"/>
              </a:lnSpc>
              <a:spcBef>
                <a:spcPts val="850"/>
              </a:spcBef>
              <a:buClr>
                <a:srgbClr val="FFFFFF"/>
              </a:buClr>
              <a:buSzPct val="45000"/>
              <a:buFont typeface="Wingdings" charset="2"/>
              <a:buChar char=""/>
            </a:pPr>
            <a:r>
              <a:rPr lang="en-GB" sz="4000" b="0" u="none" strike="noStrike">
                <a:solidFill>
                  <a:srgbClr val="000000"/>
                </a:solidFill>
                <a:effectLst/>
                <a:uFillTx/>
                <a:latin typeface="Arial"/>
              </a:rPr>
              <a:t>Third Outline Level</a:t>
            </a:r>
            <a:endParaRPr lang="en-GB" sz="4000" b="0" u="none" strike="noStrike">
              <a:solidFill>
                <a:srgbClr val="FFFFFF"/>
              </a:solidFill>
              <a:effectLst/>
              <a:uFillTx/>
              <a:latin typeface="Arial"/>
            </a:endParaRPr>
          </a:p>
          <a:p>
            <a:pPr marL="1728000" lvl="3" indent="-216000">
              <a:lnSpc>
                <a:spcPct val="100000"/>
              </a:lnSpc>
              <a:spcBef>
                <a:spcPts val="567"/>
              </a:spcBef>
              <a:buClr>
                <a:srgbClr val="FFFFFF"/>
              </a:buClr>
              <a:buSzPct val="75000"/>
              <a:buFont typeface="Symbol" charset="2"/>
              <a:buChar char=""/>
            </a:pPr>
            <a:r>
              <a:rPr lang="en-GB" sz="4000" b="0" u="none" strike="noStrike">
                <a:solidFill>
                  <a:srgbClr val="000000"/>
                </a:solidFill>
                <a:effectLst/>
                <a:uFillTx/>
                <a:latin typeface="Arial"/>
              </a:rPr>
              <a:t>Fourth Outline Level</a:t>
            </a:r>
            <a:endParaRPr lang="en-GB" sz="4000" b="0" u="none" strike="noStrike">
              <a:solidFill>
                <a:srgbClr val="FFFFFF"/>
              </a:solidFill>
              <a:effectLst/>
              <a:uFillTx/>
              <a:latin typeface="Arial"/>
            </a:endParaRPr>
          </a:p>
          <a:p>
            <a:pPr marL="2160000" lvl="4" indent="-216000">
              <a:lnSpc>
                <a:spcPct val="100000"/>
              </a:lnSpc>
              <a:spcBef>
                <a:spcPts val="283"/>
              </a:spcBef>
              <a:buClr>
                <a:srgbClr val="FFFFFF"/>
              </a:buClr>
              <a:buSzPct val="45000"/>
              <a:buFont typeface="Wingdings" charset="2"/>
              <a:buChar char=""/>
            </a:pPr>
            <a:r>
              <a:rPr lang="en-GB" sz="4000" b="0" u="none" strike="noStrike">
                <a:solidFill>
                  <a:srgbClr val="000000"/>
                </a:solidFill>
                <a:effectLst/>
                <a:uFillTx/>
                <a:latin typeface="Arial"/>
              </a:rPr>
              <a:t>Fifth Outline Level</a:t>
            </a:r>
            <a:endParaRPr lang="en-GB" sz="4000" b="0" u="none" strike="noStrike">
              <a:solidFill>
                <a:srgbClr val="FFFFFF"/>
              </a:solidFill>
              <a:effectLst/>
              <a:uFillTx/>
              <a:latin typeface="Arial"/>
            </a:endParaRPr>
          </a:p>
          <a:p>
            <a:pPr marL="2592000" lvl="5" indent="-216000">
              <a:lnSpc>
                <a:spcPct val="100000"/>
              </a:lnSpc>
              <a:spcBef>
                <a:spcPts val="283"/>
              </a:spcBef>
              <a:buClr>
                <a:srgbClr val="FFFFFF"/>
              </a:buClr>
              <a:buSzPct val="45000"/>
              <a:buFont typeface="Wingdings" charset="2"/>
              <a:buChar char=""/>
            </a:pPr>
            <a:r>
              <a:rPr lang="en-GB" sz="4000" b="0" u="none" strike="noStrike">
                <a:solidFill>
                  <a:srgbClr val="000000"/>
                </a:solidFill>
                <a:effectLst/>
                <a:uFillTx/>
                <a:latin typeface="Arial"/>
              </a:rPr>
              <a:t>Sixth Outline Level</a:t>
            </a:r>
            <a:endParaRPr lang="en-GB" sz="4000" b="0" u="none" strike="noStrike">
              <a:solidFill>
                <a:srgbClr val="FFFFFF"/>
              </a:solidFill>
              <a:effectLst/>
              <a:uFillTx/>
              <a:latin typeface="Arial"/>
            </a:endParaRPr>
          </a:p>
          <a:p>
            <a:pPr marL="3024000" lvl="6" indent="-216000">
              <a:lnSpc>
                <a:spcPct val="100000"/>
              </a:lnSpc>
              <a:spcBef>
                <a:spcPts val="283"/>
              </a:spcBef>
              <a:buClr>
                <a:srgbClr val="FFFFFF"/>
              </a:buClr>
              <a:buSzPct val="45000"/>
              <a:buFont typeface="Wingdings" charset="2"/>
              <a:buChar char=""/>
            </a:pPr>
            <a:r>
              <a:rPr lang="en-GB" sz="4000" b="0" u="none" strike="noStrike">
                <a:solidFill>
                  <a:srgbClr val="000000"/>
                </a:solidFill>
                <a:effectLst/>
                <a:uFillTx/>
                <a:latin typeface="Arial"/>
              </a:rPr>
              <a:t>Seventh Outline Level</a:t>
            </a:r>
            <a:endParaRPr lang="en-GB" sz="4000" b="0" u="none" strike="noStrike">
              <a:solidFill>
                <a:srgbClr val="FFFFFF"/>
              </a:solidFill>
              <a:effectLst/>
              <a:uFillTx/>
              <a:latin typeface="Arial"/>
            </a:endParaRPr>
          </a:p>
        </p:txBody>
      </p:sp>
      <p:sp>
        <p:nvSpPr>
          <p:cNvPr id="115" name="PlaceHolder 2"/>
          <p:cNvSpPr>
            <a:spLocks noGrp="1"/>
          </p:cNvSpPr>
          <p:nvPr>
            <p:ph type="title"/>
          </p:nvPr>
        </p:nvSpPr>
        <p:spPr>
          <a:xfrm>
            <a:off x="457200" y="205200"/>
            <a:ext cx="8226720" cy="856080"/>
          </a:xfrm>
          <a:prstGeom prst="rect">
            <a:avLst/>
          </a:prstGeom>
          <a:noFill/>
          <a:ln w="0">
            <a:noFill/>
          </a:ln>
        </p:spPr>
        <p:txBody>
          <a:bodyPr lIns="0" tIns="0" rIns="0" bIns="0" anchor="ctr">
            <a:noAutofit/>
          </a:bodyPr>
          <a:lstStyle/>
          <a:p>
            <a:pPr indent="0">
              <a:lnSpc>
                <a:spcPct val="100000"/>
              </a:lnSpc>
              <a:buNone/>
              <a:tabLst>
                <a:tab pos="0" algn="l"/>
              </a:tabLst>
            </a:pPr>
            <a:r>
              <a:rPr lang="en-GB" sz="1400" b="0" u="none" strike="noStrike">
                <a:solidFill>
                  <a:srgbClr val="000000"/>
                </a:solidFill>
                <a:effectLst/>
                <a:uFillTx/>
                <a:latin typeface="Arial"/>
              </a:rPr>
              <a:t>Click to edit the title text format</a:t>
            </a:r>
            <a:endParaRPr lang="en-GB" sz="1400" b="0" u="none" strike="noStrike">
              <a:solidFill>
                <a:srgbClr val="FFFFFF"/>
              </a:solidFill>
              <a:effectLst/>
              <a:uFillTx/>
              <a:latin typeface="Arial"/>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One Column Layout">
    <p:bg>
      <p:bgPr>
        <a:solidFill>
          <a:schemeClr val="lt1"/>
        </a:solidFill>
        <a:effectLst/>
      </p:bgPr>
    </p:bg>
    <p:spTree>
      <p:nvGrpSpPr>
        <p:cNvPr id="1" name=""/>
        <p:cNvGrpSpPr/>
        <p:nvPr/>
      </p:nvGrpSpPr>
      <p:grpSpPr>
        <a:xfrm>
          <a:off x="0" y="0"/>
          <a:ext cx="0" cy="0"/>
          <a:chOff x="0" y="0"/>
          <a:chExt cx="0" cy="0"/>
        </a:xfrm>
      </p:grpSpPr>
      <p:sp>
        <p:nvSpPr>
          <p:cNvPr id="116" name="Google Shape;9;p1"/>
          <p:cNvSpPr/>
          <p:nvPr/>
        </p:nvSpPr>
        <p:spPr>
          <a:xfrm>
            <a:off x="3837240" y="-655560"/>
            <a:ext cx="5303880" cy="16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a:lnSpc>
                <a:spcPct val="100000"/>
              </a:lnSpc>
              <a:tabLst>
                <a:tab pos="0" algn="l"/>
              </a:tabLst>
            </a:pPr>
            <a:r>
              <a:rPr lang="en" sz="800" b="0" u="none" strike="noStrike">
                <a:solidFill>
                  <a:srgbClr val="C8C8C8"/>
                </a:solidFill>
                <a:effectLst/>
                <a:uFillTx/>
                <a:latin typeface="Arial"/>
                <a:ea typeface="Arial"/>
              </a:rPr>
              <a:t>SNOWFLAKE GSLIDES THEME 2026.01</a:t>
            </a:r>
            <a:endParaRPr lang="en-GB" sz="800" b="0" u="none" strike="noStrike">
              <a:solidFill>
                <a:srgbClr val="000000"/>
              </a:solidFill>
              <a:effectLst/>
              <a:uFillTx/>
              <a:latin typeface="Arial"/>
            </a:endParaRPr>
          </a:p>
        </p:txBody>
      </p:sp>
      <p:sp>
        <p:nvSpPr>
          <p:cNvPr id="117" name="PlaceHolder 1"/>
          <p:cNvSpPr>
            <a:spLocks noGrp="1"/>
          </p:cNvSpPr>
          <p:nvPr>
            <p:ph type="body"/>
          </p:nvPr>
        </p:nvSpPr>
        <p:spPr>
          <a:xfrm>
            <a:off x="365760" y="1371600"/>
            <a:ext cx="6258600" cy="2535480"/>
          </a:xfrm>
          <a:prstGeom prst="rect">
            <a:avLst/>
          </a:prstGeom>
          <a:noFill/>
          <a:ln w="0">
            <a:noFill/>
          </a:ln>
        </p:spPr>
        <p:txBody>
          <a:bodyPr lIns="91440" tIns="91440" rIns="91440" bIns="91440" anchor="t">
            <a:spAutoFit/>
          </a:bodyPr>
          <a:lstStyle/>
          <a:p>
            <a:pPr marL="432000" indent="-324000">
              <a:lnSpc>
                <a:spcPct val="100000"/>
              </a:lnSpc>
              <a:spcBef>
                <a:spcPts val="1417"/>
              </a:spcBef>
              <a:buClr>
                <a:srgbClr val="000000"/>
              </a:buClr>
              <a:buSzPct val="45000"/>
              <a:buFont typeface="Wingdings" charset="2"/>
              <a:buChar char=""/>
            </a:pPr>
            <a:r>
              <a:rPr lang="en-GB" sz="18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8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8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8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Seventh Outline Level</a:t>
            </a:r>
          </a:p>
        </p:txBody>
      </p:sp>
      <p:sp>
        <p:nvSpPr>
          <p:cNvPr id="118" name="PlaceHolder 2"/>
          <p:cNvSpPr>
            <a:spLocks noGrp="1"/>
          </p:cNvSpPr>
          <p:nvPr>
            <p:ph type="title"/>
          </p:nvPr>
        </p:nvSpPr>
        <p:spPr>
          <a:xfrm>
            <a:off x="365760" y="274320"/>
            <a:ext cx="8318160" cy="457560"/>
          </a:xfrm>
          <a:prstGeom prst="rect">
            <a:avLst/>
          </a:prstGeom>
          <a:noFill/>
          <a:ln w="0">
            <a:noFill/>
          </a:ln>
        </p:spPr>
        <p:txBody>
          <a:bodyPr lIns="91440" tIns="91440" rIns="91440" bIns="91440" anchor="t">
            <a:spAutoFit/>
          </a:bodyPr>
          <a:lstStyle/>
          <a:p>
            <a:pPr indent="0">
              <a:lnSpc>
                <a:spcPct val="100000"/>
              </a:lnSpc>
              <a:buNone/>
              <a:tabLst>
                <a:tab pos="0" algn="l"/>
              </a:tabLst>
            </a:pPr>
            <a:r>
              <a:rPr lang="en-GB" sz="2600" b="0" u="none" strike="noStrike">
                <a:solidFill>
                  <a:srgbClr val="000000"/>
                </a:solidFill>
                <a:effectLst/>
                <a:uFillTx/>
                <a:latin typeface="Arial"/>
              </a:rPr>
              <a:t>Click to edit the title text format</a:t>
            </a:r>
          </a:p>
        </p:txBody>
      </p:sp>
      <p:sp>
        <p:nvSpPr>
          <p:cNvPr id="119" name="PlaceHolder 3"/>
          <p:cNvSpPr>
            <a:spLocks noGrp="1"/>
          </p:cNvSpPr>
          <p:nvPr>
            <p:ph type="sldNum" idx="6"/>
          </p:nvPr>
        </p:nvSpPr>
        <p:spPr>
          <a:xfrm>
            <a:off x="8229600" y="4864680"/>
            <a:ext cx="470880" cy="91800"/>
          </a:xfrm>
          <a:prstGeom prst="rect">
            <a:avLst/>
          </a:prstGeom>
          <a:noFill/>
          <a:ln w="0">
            <a:noFill/>
          </a:ln>
        </p:spPr>
        <p:txBody>
          <a:bodyPr lIns="0" tIns="0" rIns="0" bIns="0" anchor="b">
            <a:spAutoFit/>
          </a:bodyPr>
          <a:lstStyle>
            <a:lvl1pPr indent="0" algn="r">
              <a:lnSpc>
                <a:spcPct val="100000"/>
              </a:lnSpc>
              <a:buNone/>
              <a:tabLst>
                <a:tab pos="0" algn="l"/>
              </a:tabLst>
              <a:defRPr lang="en" sz="600" b="0" u="none" strike="noStrike">
                <a:solidFill>
                  <a:srgbClr val="929292"/>
                </a:solidFill>
                <a:effectLst/>
                <a:uFillTx/>
                <a:latin typeface="Arial"/>
                <a:ea typeface="Arial"/>
              </a:defRPr>
            </a:lvl1pPr>
          </a:lstStyle>
          <a:p>
            <a:pPr indent="0" algn="r">
              <a:lnSpc>
                <a:spcPct val="100000"/>
              </a:lnSpc>
              <a:buNone/>
              <a:tabLst>
                <a:tab pos="0" algn="l"/>
              </a:tabLst>
            </a:pPr>
            <a:fld id="{006A37DB-B197-40A1-B9F5-9F25DC482E5E}" type="slidenum">
              <a:rPr lang="en" sz="600" b="0" u="none" strike="noStrike">
                <a:solidFill>
                  <a:srgbClr val="929292"/>
                </a:solidFill>
                <a:effectLst/>
                <a:uFillTx/>
                <a:latin typeface="Arial"/>
                <a:ea typeface="Arial"/>
              </a:rPr>
              <a:t>‹#›</a:t>
            </a:fld>
            <a:endParaRPr lang="en-GB" sz="600" b="0" u="none" strike="noStrike">
              <a:solidFill>
                <a:srgbClr val="000000"/>
              </a:solidFill>
              <a:effectLst/>
              <a:uFillTx/>
              <a:latin typeface="Times New Roman"/>
            </a:endParaRPr>
          </a:p>
        </p:txBody>
      </p:sp>
      <p:sp>
        <p:nvSpPr>
          <p:cNvPr id="120" name="Google Shape;63;p7"/>
          <p:cNvSpPr/>
          <p:nvPr/>
        </p:nvSpPr>
        <p:spPr>
          <a:xfrm>
            <a:off x="457200" y="4846320"/>
            <a:ext cx="132480" cy="125640"/>
          </a:xfrm>
          <a:custGeom>
            <a:avLst/>
            <a:gdLst>
              <a:gd name="textAreaLeft" fmla="*/ 0 w 132480"/>
              <a:gd name="textAreaRight" fmla="*/ 135360 w 132480"/>
              <a:gd name="textAreaTop" fmla="*/ 0 h 125640"/>
              <a:gd name="textAreaBottom" fmla="*/ 128520 h 125640"/>
            </a:gdLst>
            <a:ahLst/>
            <a:cxnLst/>
            <a:rect l="textAreaLeft" t="textAreaTop" r="textAreaRight" b="textAreaBottom"/>
            <a:pathLst>
              <a:path w="5409981" h="514350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121" name="Google Shape;64;p7"/>
          <p:cNvSpPr/>
          <p:nvPr/>
        </p:nvSpPr>
        <p:spPr>
          <a:xfrm>
            <a:off x="660600" y="4866840"/>
            <a:ext cx="1678320" cy="8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tabLst>
                <a:tab pos="0" algn="l"/>
              </a:tabLst>
            </a:pPr>
            <a:r>
              <a:rPr lang="en" sz="600" b="0" u="none" strike="noStrike">
                <a:solidFill>
                  <a:srgbClr val="929292"/>
                </a:solidFill>
                <a:effectLst/>
                <a:uFillTx/>
                <a:latin typeface="Arial"/>
                <a:ea typeface="Arial"/>
              </a:rPr>
              <a:t>© 2026 Snowflake Inc. All Rights Reserved</a:t>
            </a:r>
            <a:endParaRPr lang="en-GB" sz="600" b="0" u="none" strike="noStrike">
              <a:solidFill>
                <a:srgbClr val="000000"/>
              </a:solidFill>
              <a:effectLst/>
              <a:uFillTx/>
              <a:latin typeface="Arial"/>
            </a:endParaRPr>
          </a:p>
        </p:txBody>
      </p:sp>
      <p:sp>
        <p:nvSpPr>
          <p:cNvPr id="122" name="Google Shape;66;p7"/>
          <p:cNvSpPr/>
          <p:nvPr/>
        </p:nvSpPr>
        <p:spPr>
          <a:xfrm>
            <a:off x="0" y="343440"/>
            <a:ext cx="134280" cy="362880"/>
          </a:xfrm>
          <a:prstGeom prst="rect">
            <a:avLst/>
          </a:prstGeom>
          <a:solidFill>
            <a:schemeClr val="accent1"/>
          </a:solidFill>
          <a:ln w="0">
            <a:noFill/>
          </a:ln>
        </p:spPr>
        <p:style>
          <a:lnRef idx="0">
            <a:scrgbClr r="0" g="0" b="0"/>
          </a:lnRef>
          <a:fillRef idx="0">
            <a:scrgbClr r="0" g="0" b="0"/>
          </a:fillRef>
          <a:effectRef idx="0">
            <a:scrgbClr r="0" g="0" b="0"/>
          </a:effectRef>
          <a:fontRef idx="minor"/>
        </p:style>
        <p:txBody>
          <a:bodyPr lIns="90000" tIns="91440" rIns="90000" bIns="9144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Quote - Violet_1_1_2_1_1_1_1">
    <p:bg>
      <p:bgPr>
        <a:solidFill>
          <a:schemeClr val="dk2"/>
        </a:solidFill>
        <a:effectLst/>
      </p:bgPr>
    </p:bg>
    <p:spTree>
      <p:nvGrpSpPr>
        <p:cNvPr id="1" name=""/>
        <p:cNvGrpSpPr/>
        <p:nvPr/>
      </p:nvGrpSpPr>
      <p:grpSpPr>
        <a:xfrm>
          <a:off x="0" y="0"/>
          <a:ext cx="0" cy="0"/>
          <a:chOff x="0" y="0"/>
          <a:chExt cx="0" cy="0"/>
        </a:xfrm>
      </p:grpSpPr>
      <p:sp>
        <p:nvSpPr>
          <p:cNvPr id="123" name="Google Shape;9;p1"/>
          <p:cNvSpPr/>
          <p:nvPr/>
        </p:nvSpPr>
        <p:spPr>
          <a:xfrm>
            <a:off x="3837240" y="-655560"/>
            <a:ext cx="5303880" cy="16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a:lnSpc>
                <a:spcPct val="100000"/>
              </a:lnSpc>
              <a:tabLst>
                <a:tab pos="0" algn="l"/>
              </a:tabLst>
            </a:pPr>
            <a:r>
              <a:rPr lang="en" sz="800" b="0" u="none" strike="noStrike">
                <a:solidFill>
                  <a:srgbClr val="C8C8C8"/>
                </a:solidFill>
                <a:effectLst/>
                <a:uFillTx/>
                <a:latin typeface="Arial"/>
                <a:ea typeface="Arial"/>
              </a:rPr>
              <a:t>SNOWFLAKE GSLIDES THEME 2026.01</a:t>
            </a:r>
            <a:endParaRPr lang="en-GB" sz="800" b="0" u="none" strike="noStrike">
              <a:solidFill>
                <a:srgbClr val="FFFFFF"/>
              </a:solidFill>
              <a:effectLst/>
              <a:uFillTx/>
              <a:latin typeface="Arial"/>
            </a:endParaRPr>
          </a:p>
        </p:txBody>
      </p:sp>
      <p:sp>
        <p:nvSpPr>
          <p:cNvPr id="124" name="Google Shape;214;p24"/>
          <p:cNvSpPr/>
          <p:nvPr/>
        </p:nvSpPr>
        <p:spPr>
          <a:xfrm>
            <a:off x="660600" y="4866840"/>
            <a:ext cx="1705680" cy="8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tabLst>
                <a:tab pos="0" algn="l"/>
              </a:tabLst>
            </a:pPr>
            <a:r>
              <a:rPr lang="en" sz="600" b="0" u="none" strike="noStrike">
                <a:solidFill>
                  <a:schemeClr val="lt1"/>
                </a:solidFill>
                <a:effectLst/>
                <a:uFillTx/>
                <a:latin typeface="Arial"/>
                <a:ea typeface="Arial"/>
              </a:rPr>
              <a:t>© 2026 Snowflake Inc. All Rights Reserved</a:t>
            </a:r>
            <a:endParaRPr lang="en-GB" sz="600" b="0" u="none" strike="noStrike">
              <a:solidFill>
                <a:srgbClr val="FFFFFF"/>
              </a:solidFill>
              <a:effectLst/>
              <a:uFillTx/>
              <a:latin typeface="Arial"/>
            </a:endParaRPr>
          </a:p>
        </p:txBody>
      </p:sp>
      <p:sp>
        <p:nvSpPr>
          <p:cNvPr id="125" name="Google Shape;215;p24"/>
          <p:cNvSpPr/>
          <p:nvPr/>
        </p:nvSpPr>
        <p:spPr>
          <a:xfrm>
            <a:off x="457200" y="4846320"/>
            <a:ext cx="132480" cy="125640"/>
          </a:xfrm>
          <a:custGeom>
            <a:avLst/>
            <a:gdLst>
              <a:gd name="textAreaLeft" fmla="*/ 0 w 132480"/>
              <a:gd name="textAreaRight" fmla="*/ 135360 w 132480"/>
              <a:gd name="textAreaTop" fmla="*/ 0 h 125640"/>
              <a:gd name="textAreaBottom" fmla="*/ 128520 h 125640"/>
            </a:gdLst>
            <a:ahLst/>
            <a:cxnLst/>
            <a:rect l="textAreaLeft" t="textAreaTop" r="textAreaRight" b="textAreaBottom"/>
            <a:pathLst>
              <a:path w="5409981" h="514350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grpSp>
        <p:nvGrpSpPr>
          <p:cNvPr id="126" name="Google Shape;216;p24"/>
          <p:cNvGrpSpPr/>
          <p:nvPr/>
        </p:nvGrpSpPr>
        <p:grpSpPr>
          <a:xfrm>
            <a:off x="6431760" y="-6480"/>
            <a:ext cx="2744640" cy="5158800"/>
            <a:chOff x="6431760" y="-6480"/>
            <a:chExt cx="2744640" cy="5158800"/>
          </a:xfrm>
        </p:grpSpPr>
        <p:pic>
          <p:nvPicPr>
            <p:cNvPr id="127" name="Google Shape;217;p24"/>
            <p:cNvPicPr/>
            <p:nvPr/>
          </p:nvPicPr>
          <p:blipFill>
            <a:blip r:embed="rId2">
              <a:alphaModFix amt="58000"/>
            </a:blip>
            <a:srcRect l="37876" t="24688" b="10225"/>
            <a:stretch/>
          </p:blipFill>
          <p:spPr>
            <a:xfrm rot="16200000">
              <a:off x="6233760" y="2221200"/>
              <a:ext cx="3129120" cy="2733120"/>
            </a:xfrm>
            <a:prstGeom prst="rect">
              <a:avLst/>
            </a:prstGeom>
            <a:noFill/>
            <a:ln w="0">
              <a:noFill/>
            </a:ln>
          </p:spPr>
        </p:pic>
        <p:pic>
          <p:nvPicPr>
            <p:cNvPr id="128" name="Google Shape;218;p24"/>
            <p:cNvPicPr/>
            <p:nvPr/>
          </p:nvPicPr>
          <p:blipFill>
            <a:blip r:embed="rId3">
              <a:alphaModFix amt="58000"/>
            </a:blip>
            <a:srcRect t="25252" r="59813" b="9946"/>
            <a:stretch/>
          </p:blipFill>
          <p:spPr>
            <a:xfrm rot="16200000">
              <a:off x="6804720" y="-356040"/>
              <a:ext cx="2021760" cy="2721240"/>
            </a:xfrm>
            <a:prstGeom prst="rect">
              <a:avLst/>
            </a:prstGeom>
            <a:noFill/>
            <a:ln w="0">
              <a:noFill/>
            </a:ln>
          </p:spPr>
        </p:pic>
      </p:grpSp>
      <p:sp>
        <p:nvSpPr>
          <p:cNvPr id="129" name="PlaceHolder 1"/>
          <p:cNvSpPr>
            <a:spLocks noGrp="1"/>
          </p:cNvSpPr>
          <p:nvPr>
            <p:ph type="body"/>
          </p:nvPr>
        </p:nvSpPr>
        <p:spPr>
          <a:xfrm>
            <a:off x="365760" y="1214280"/>
            <a:ext cx="7481520" cy="2711880"/>
          </a:xfrm>
          <a:prstGeom prst="rect">
            <a:avLst/>
          </a:prstGeom>
          <a:noFill/>
          <a:ln w="0">
            <a:noFill/>
          </a:ln>
        </p:spPr>
        <p:txBody>
          <a:bodyPr lIns="91440" tIns="45720" rIns="91440" bIns="45720" anchor="ctr">
            <a:noAutofit/>
          </a:bodyPr>
          <a:lstStyle/>
          <a:p>
            <a:pPr marL="432000" indent="-324000">
              <a:lnSpc>
                <a:spcPct val="100000"/>
              </a:lnSpc>
              <a:spcBef>
                <a:spcPts val="1417"/>
              </a:spcBef>
              <a:buClr>
                <a:srgbClr val="FFFFFF"/>
              </a:buClr>
              <a:buSzPct val="45000"/>
              <a:buFont typeface="Wingdings" charset="2"/>
              <a:buChar char=""/>
            </a:pPr>
            <a:r>
              <a:rPr lang="en-GB" sz="4000" b="0" u="none" strike="noStrike">
                <a:solidFill>
                  <a:srgbClr val="000000"/>
                </a:solidFill>
                <a:effectLst/>
                <a:uFillTx/>
                <a:latin typeface="Arial"/>
              </a:rPr>
              <a:t>Click to edit the outline text format</a:t>
            </a:r>
            <a:endParaRPr lang="en-GB" sz="4000" b="0" u="none" strike="noStrike">
              <a:solidFill>
                <a:srgbClr val="FFFFFF"/>
              </a:solidFill>
              <a:effectLst/>
              <a:uFillTx/>
              <a:latin typeface="Arial"/>
            </a:endParaRPr>
          </a:p>
          <a:p>
            <a:pPr marL="864000" lvl="1" indent="-324000">
              <a:lnSpc>
                <a:spcPct val="100000"/>
              </a:lnSpc>
              <a:spcBef>
                <a:spcPts val="1134"/>
              </a:spcBef>
              <a:buClr>
                <a:srgbClr val="FFFFFF"/>
              </a:buClr>
              <a:buSzPct val="75000"/>
              <a:buFont typeface="Symbol" charset="2"/>
              <a:buChar char=""/>
            </a:pPr>
            <a:r>
              <a:rPr lang="en-GB" sz="4000" b="0" u="none" strike="noStrike">
                <a:solidFill>
                  <a:srgbClr val="000000"/>
                </a:solidFill>
                <a:effectLst/>
                <a:uFillTx/>
                <a:latin typeface="Arial"/>
              </a:rPr>
              <a:t>Second Outline Level</a:t>
            </a:r>
            <a:endParaRPr lang="en-GB" sz="4000" b="0" u="none" strike="noStrike">
              <a:solidFill>
                <a:srgbClr val="FFFFFF"/>
              </a:solidFill>
              <a:effectLst/>
              <a:uFillTx/>
              <a:latin typeface="Arial"/>
            </a:endParaRPr>
          </a:p>
          <a:p>
            <a:pPr marL="1296000" lvl="2" indent="-288000">
              <a:lnSpc>
                <a:spcPct val="100000"/>
              </a:lnSpc>
              <a:spcBef>
                <a:spcPts val="850"/>
              </a:spcBef>
              <a:buClr>
                <a:srgbClr val="FFFFFF"/>
              </a:buClr>
              <a:buSzPct val="45000"/>
              <a:buFont typeface="Wingdings" charset="2"/>
              <a:buChar char=""/>
            </a:pPr>
            <a:r>
              <a:rPr lang="en-GB" sz="4000" b="0" u="none" strike="noStrike">
                <a:solidFill>
                  <a:srgbClr val="000000"/>
                </a:solidFill>
                <a:effectLst/>
                <a:uFillTx/>
                <a:latin typeface="Arial"/>
              </a:rPr>
              <a:t>Third Outline Level</a:t>
            </a:r>
            <a:endParaRPr lang="en-GB" sz="4000" b="0" u="none" strike="noStrike">
              <a:solidFill>
                <a:srgbClr val="FFFFFF"/>
              </a:solidFill>
              <a:effectLst/>
              <a:uFillTx/>
              <a:latin typeface="Arial"/>
            </a:endParaRPr>
          </a:p>
          <a:p>
            <a:pPr marL="1728000" lvl="3" indent="-216000">
              <a:lnSpc>
                <a:spcPct val="100000"/>
              </a:lnSpc>
              <a:spcBef>
                <a:spcPts val="567"/>
              </a:spcBef>
              <a:buClr>
                <a:srgbClr val="FFFFFF"/>
              </a:buClr>
              <a:buSzPct val="75000"/>
              <a:buFont typeface="Symbol" charset="2"/>
              <a:buChar char=""/>
            </a:pPr>
            <a:r>
              <a:rPr lang="en-GB" sz="4000" b="0" u="none" strike="noStrike">
                <a:solidFill>
                  <a:srgbClr val="000000"/>
                </a:solidFill>
                <a:effectLst/>
                <a:uFillTx/>
                <a:latin typeface="Arial"/>
              </a:rPr>
              <a:t>Fourth Outline Level</a:t>
            </a:r>
            <a:endParaRPr lang="en-GB" sz="4000" b="0" u="none" strike="noStrike">
              <a:solidFill>
                <a:srgbClr val="FFFFFF"/>
              </a:solidFill>
              <a:effectLst/>
              <a:uFillTx/>
              <a:latin typeface="Arial"/>
            </a:endParaRPr>
          </a:p>
          <a:p>
            <a:pPr marL="2160000" lvl="4" indent="-216000">
              <a:lnSpc>
                <a:spcPct val="100000"/>
              </a:lnSpc>
              <a:spcBef>
                <a:spcPts val="283"/>
              </a:spcBef>
              <a:buClr>
                <a:srgbClr val="FFFFFF"/>
              </a:buClr>
              <a:buSzPct val="45000"/>
              <a:buFont typeface="Wingdings" charset="2"/>
              <a:buChar char=""/>
            </a:pPr>
            <a:r>
              <a:rPr lang="en-GB" sz="4000" b="0" u="none" strike="noStrike">
                <a:solidFill>
                  <a:srgbClr val="000000"/>
                </a:solidFill>
                <a:effectLst/>
                <a:uFillTx/>
                <a:latin typeface="Arial"/>
              </a:rPr>
              <a:t>Fifth Outline Level</a:t>
            </a:r>
            <a:endParaRPr lang="en-GB" sz="4000" b="0" u="none" strike="noStrike">
              <a:solidFill>
                <a:srgbClr val="FFFFFF"/>
              </a:solidFill>
              <a:effectLst/>
              <a:uFillTx/>
              <a:latin typeface="Arial"/>
            </a:endParaRPr>
          </a:p>
          <a:p>
            <a:pPr marL="2592000" lvl="5" indent="-216000">
              <a:lnSpc>
                <a:spcPct val="100000"/>
              </a:lnSpc>
              <a:spcBef>
                <a:spcPts val="283"/>
              </a:spcBef>
              <a:buClr>
                <a:srgbClr val="FFFFFF"/>
              </a:buClr>
              <a:buSzPct val="45000"/>
              <a:buFont typeface="Wingdings" charset="2"/>
              <a:buChar char=""/>
            </a:pPr>
            <a:r>
              <a:rPr lang="en-GB" sz="4000" b="0" u="none" strike="noStrike">
                <a:solidFill>
                  <a:srgbClr val="000000"/>
                </a:solidFill>
                <a:effectLst/>
                <a:uFillTx/>
                <a:latin typeface="Arial"/>
              </a:rPr>
              <a:t>Sixth Outline Level</a:t>
            </a:r>
            <a:endParaRPr lang="en-GB" sz="4000" b="0" u="none" strike="noStrike">
              <a:solidFill>
                <a:srgbClr val="FFFFFF"/>
              </a:solidFill>
              <a:effectLst/>
              <a:uFillTx/>
              <a:latin typeface="Arial"/>
            </a:endParaRPr>
          </a:p>
          <a:p>
            <a:pPr marL="3024000" lvl="6" indent="-216000">
              <a:lnSpc>
                <a:spcPct val="100000"/>
              </a:lnSpc>
              <a:spcBef>
                <a:spcPts val="283"/>
              </a:spcBef>
              <a:buClr>
                <a:srgbClr val="FFFFFF"/>
              </a:buClr>
              <a:buSzPct val="45000"/>
              <a:buFont typeface="Wingdings" charset="2"/>
              <a:buChar char=""/>
            </a:pPr>
            <a:r>
              <a:rPr lang="en-GB" sz="4000" b="0" u="none" strike="noStrike">
                <a:solidFill>
                  <a:srgbClr val="000000"/>
                </a:solidFill>
                <a:effectLst/>
                <a:uFillTx/>
                <a:latin typeface="Arial"/>
              </a:rPr>
              <a:t>Seventh Outline Level</a:t>
            </a:r>
            <a:endParaRPr lang="en-GB" sz="4000" b="0" u="none" strike="noStrike">
              <a:solidFill>
                <a:srgbClr val="FFFFFF"/>
              </a:solidFill>
              <a:effectLst/>
              <a:uFillTx/>
              <a:latin typeface="Arial"/>
            </a:endParaRPr>
          </a:p>
        </p:txBody>
      </p:sp>
      <p:sp>
        <p:nvSpPr>
          <p:cNvPr id="130" name="PlaceHolder 2"/>
          <p:cNvSpPr>
            <a:spLocks noGrp="1"/>
          </p:cNvSpPr>
          <p:nvPr>
            <p:ph type="title"/>
          </p:nvPr>
        </p:nvSpPr>
        <p:spPr>
          <a:xfrm>
            <a:off x="457200" y="205200"/>
            <a:ext cx="8226720" cy="856080"/>
          </a:xfrm>
          <a:prstGeom prst="rect">
            <a:avLst/>
          </a:prstGeom>
          <a:noFill/>
          <a:ln w="0">
            <a:noFill/>
          </a:ln>
        </p:spPr>
        <p:txBody>
          <a:bodyPr lIns="0" tIns="0" rIns="0" bIns="0" anchor="ctr">
            <a:noAutofit/>
          </a:bodyPr>
          <a:lstStyle/>
          <a:p>
            <a:pPr indent="0">
              <a:lnSpc>
                <a:spcPct val="100000"/>
              </a:lnSpc>
              <a:buNone/>
              <a:tabLst>
                <a:tab pos="0" algn="l"/>
              </a:tabLst>
            </a:pPr>
            <a:r>
              <a:rPr lang="en-GB" sz="1400" b="0" u="none" strike="noStrike">
                <a:solidFill>
                  <a:srgbClr val="000000"/>
                </a:solidFill>
                <a:effectLst/>
                <a:uFillTx/>
                <a:latin typeface="Arial"/>
              </a:rPr>
              <a:t>Click to edit the title text format</a:t>
            </a:r>
            <a:endParaRPr lang="en-GB" sz="1400" b="0" u="none" strike="noStrike">
              <a:solidFill>
                <a:srgbClr val="FFFFFF"/>
              </a:solidFill>
              <a:effectLst/>
              <a:uFillTx/>
              <a:latin typeface="Arial"/>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blank" preserve="1">
  <p:cSld name="Thank You">
    <p:bg>
      <p:bgPr>
        <a:solidFill>
          <a:schemeClr val="accent1"/>
        </a:solidFill>
        <a:effectLst/>
      </p:bgPr>
    </p:bg>
    <p:spTree>
      <p:nvGrpSpPr>
        <p:cNvPr id="1" name=""/>
        <p:cNvGrpSpPr/>
        <p:nvPr/>
      </p:nvGrpSpPr>
      <p:grpSpPr>
        <a:xfrm>
          <a:off x="0" y="0"/>
          <a:ext cx="0" cy="0"/>
          <a:chOff x="0" y="0"/>
          <a:chExt cx="0" cy="0"/>
        </a:xfrm>
      </p:grpSpPr>
      <p:sp>
        <p:nvSpPr>
          <p:cNvPr id="131" name="Google Shape;9;p1"/>
          <p:cNvSpPr/>
          <p:nvPr/>
        </p:nvSpPr>
        <p:spPr>
          <a:xfrm>
            <a:off x="3837240" y="-655560"/>
            <a:ext cx="5303880" cy="16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a:lnSpc>
                <a:spcPct val="100000"/>
              </a:lnSpc>
              <a:tabLst>
                <a:tab pos="0" algn="l"/>
              </a:tabLst>
            </a:pPr>
            <a:r>
              <a:rPr lang="en" sz="800" b="0" u="none" strike="noStrike">
                <a:solidFill>
                  <a:srgbClr val="C8C8C8"/>
                </a:solidFill>
                <a:effectLst/>
                <a:uFillTx/>
                <a:latin typeface="Arial"/>
                <a:ea typeface="Arial"/>
              </a:rPr>
              <a:t>SNOWFLAKE GSLIDES THEME 2026.01</a:t>
            </a:r>
            <a:endParaRPr lang="en-GB" sz="800" b="0" u="none" strike="noStrike">
              <a:solidFill>
                <a:srgbClr val="000000"/>
              </a:solidFill>
              <a:effectLst/>
              <a:uFillTx/>
              <a:latin typeface="Arial"/>
            </a:endParaRPr>
          </a:p>
        </p:txBody>
      </p:sp>
      <p:sp>
        <p:nvSpPr>
          <p:cNvPr id="132" name="Google Shape;255;p29"/>
          <p:cNvSpPr/>
          <p:nvPr/>
        </p:nvSpPr>
        <p:spPr>
          <a:xfrm>
            <a:off x="457200" y="4444200"/>
            <a:ext cx="1442160" cy="327600"/>
          </a:xfrm>
          <a:custGeom>
            <a:avLst/>
            <a:gdLst>
              <a:gd name="textAreaLeft" fmla="*/ 0 w 1442160"/>
              <a:gd name="textAreaRight" fmla="*/ 1445040 w 1442160"/>
              <a:gd name="textAreaTop" fmla="*/ 0 h 327600"/>
              <a:gd name="textAreaBottom" fmla="*/ 330480 h 327600"/>
            </a:gdLst>
            <a:ahLst/>
            <a:cxnLst/>
            <a:rect l="textAreaLeft" t="textAreaTop" r="textAreaRight" b="textAreaBottom"/>
            <a:pathLst>
              <a:path w="10771" h="2451">
                <a:moveTo>
                  <a:pt x="10625" y="726"/>
                </a:moveTo>
                <a:lnTo>
                  <a:pt x="10597" y="726"/>
                </a:lnTo>
                <a:lnTo>
                  <a:pt x="10597" y="761"/>
                </a:lnTo>
                <a:lnTo>
                  <a:pt x="10625" y="761"/>
                </a:lnTo>
                <a:cubicBezTo>
                  <a:pt x="10638" y="761"/>
                  <a:pt x="10646" y="756"/>
                  <a:pt x="10646" y="744"/>
                </a:cubicBezTo>
                <a:cubicBezTo>
                  <a:pt x="10646" y="731"/>
                  <a:pt x="10639" y="726"/>
                  <a:pt x="10625" y="726"/>
                </a:cubicBezTo>
                <a:close/>
                <a:moveTo>
                  <a:pt x="10562" y="693"/>
                </a:moveTo>
                <a:lnTo>
                  <a:pt x="10625" y="693"/>
                </a:lnTo>
                <a:cubicBezTo>
                  <a:pt x="10660" y="693"/>
                  <a:pt x="10683" y="712"/>
                  <a:pt x="10683" y="742"/>
                </a:cubicBezTo>
                <a:cubicBezTo>
                  <a:pt x="10683" y="760"/>
                  <a:pt x="10675" y="774"/>
                  <a:pt x="10660" y="783"/>
                </a:cubicBezTo>
                <a:lnTo>
                  <a:pt x="10685" y="820"/>
                </a:lnTo>
                <a:lnTo>
                  <a:pt x="10685" y="827"/>
                </a:lnTo>
                <a:lnTo>
                  <a:pt x="10648" y="827"/>
                </a:lnTo>
                <a:lnTo>
                  <a:pt x="10623" y="791"/>
                </a:lnTo>
                <a:lnTo>
                  <a:pt x="10595" y="791"/>
                </a:lnTo>
                <a:lnTo>
                  <a:pt x="10595" y="827"/>
                </a:lnTo>
                <a:lnTo>
                  <a:pt x="10560" y="827"/>
                </a:lnTo>
                <a:lnTo>
                  <a:pt x="10560" y="693"/>
                </a:lnTo>
                <a:lnTo>
                  <a:pt x="10562" y="693"/>
                </a:lnTo>
                <a:close/>
                <a:moveTo>
                  <a:pt x="10742" y="761"/>
                </a:moveTo>
                <a:cubicBezTo>
                  <a:pt x="10742" y="691"/>
                  <a:pt x="10694" y="636"/>
                  <a:pt x="10622" y="636"/>
                </a:cubicBezTo>
                <a:cubicBezTo>
                  <a:pt x="10551" y="636"/>
                  <a:pt x="10504" y="687"/>
                  <a:pt x="10504" y="761"/>
                </a:cubicBezTo>
                <a:cubicBezTo>
                  <a:pt x="10504" y="832"/>
                  <a:pt x="10551" y="887"/>
                  <a:pt x="10622" y="887"/>
                </a:cubicBezTo>
                <a:cubicBezTo>
                  <a:pt x="10694" y="888"/>
                  <a:pt x="10742" y="834"/>
                  <a:pt x="10742" y="761"/>
                </a:cubicBezTo>
                <a:close/>
                <a:moveTo>
                  <a:pt x="10770" y="761"/>
                </a:moveTo>
                <a:cubicBezTo>
                  <a:pt x="10770" y="846"/>
                  <a:pt x="10713" y="915"/>
                  <a:pt x="10620" y="915"/>
                </a:cubicBezTo>
                <a:cubicBezTo>
                  <a:pt x="10527" y="915"/>
                  <a:pt x="10472" y="844"/>
                  <a:pt x="10472" y="761"/>
                </a:cubicBezTo>
                <a:cubicBezTo>
                  <a:pt x="10472" y="677"/>
                  <a:pt x="10527" y="608"/>
                  <a:pt x="10620" y="608"/>
                </a:cubicBezTo>
                <a:cubicBezTo>
                  <a:pt x="10715" y="608"/>
                  <a:pt x="10770" y="679"/>
                  <a:pt x="10770" y="761"/>
                </a:cubicBezTo>
                <a:close/>
                <a:moveTo>
                  <a:pt x="2384" y="1061"/>
                </a:moveTo>
                <a:lnTo>
                  <a:pt x="2095" y="1228"/>
                </a:lnTo>
                <a:lnTo>
                  <a:pt x="2384" y="1395"/>
                </a:lnTo>
                <a:cubicBezTo>
                  <a:pt x="2457" y="1437"/>
                  <a:pt x="2483" y="1530"/>
                  <a:pt x="2441" y="1603"/>
                </a:cubicBezTo>
                <a:cubicBezTo>
                  <a:pt x="2398" y="1675"/>
                  <a:pt x="2305" y="1700"/>
                  <a:pt x="2233" y="1659"/>
                </a:cubicBezTo>
                <a:lnTo>
                  <a:pt x="1717" y="1361"/>
                </a:lnTo>
                <a:cubicBezTo>
                  <a:pt x="1681" y="1342"/>
                  <a:pt x="1658" y="1310"/>
                  <a:pt x="1648" y="1275"/>
                </a:cubicBezTo>
                <a:cubicBezTo>
                  <a:pt x="1642" y="1259"/>
                  <a:pt x="1641" y="1242"/>
                  <a:pt x="1641" y="1227"/>
                </a:cubicBezTo>
                <a:cubicBezTo>
                  <a:pt x="1641" y="1214"/>
                  <a:pt x="1642" y="1202"/>
                  <a:pt x="1646" y="1191"/>
                </a:cubicBezTo>
                <a:cubicBezTo>
                  <a:pt x="1657" y="1154"/>
                  <a:pt x="1681" y="1121"/>
                  <a:pt x="1717" y="1100"/>
                </a:cubicBezTo>
                <a:lnTo>
                  <a:pt x="2233" y="802"/>
                </a:lnTo>
                <a:cubicBezTo>
                  <a:pt x="2305" y="760"/>
                  <a:pt x="2398" y="784"/>
                  <a:pt x="2441" y="858"/>
                </a:cubicBezTo>
                <a:cubicBezTo>
                  <a:pt x="2483" y="925"/>
                  <a:pt x="2457" y="1019"/>
                  <a:pt x="2384" y="1061"/>
                </a:cubicBezTo>
                <a:close/>
                <a:moveTo>
                  <a:pt x="2111" y="1869"/>
                </a:moveTo>
                <a:lnTo>
                  <a:pt x="1595" y="1571"/>
                </a:lnTo>
                <a:cubicBezTo>
                  <a:pt x="1567" y="1555"/>
                  <a:pt x="1537" y="1548"/>
                  <a:pt x="1507" y="1552"/>
                </a:cubicBezTo>
                <a:cubicBezTo>
                  <a:pt x="1428" y="1557"/>
                  <a:pt x="1366" y="1624"/>
                  <a:pt x="1366" y="1703"/>
                </a:cubicBezTo>
                <a:lnTo>
                  <a:pt x="1366" y="2299"/>
                </a:lnTo>
                <a:cubicBezTo>
                  <a:pt x="1366" y="2383"/>
                  <a:pt x="1435" y="2450"/>
                  <a:pt x="1517" y="2450"/>
                </a:cubicBezTo>
                <a:cubicBezTo>
                  <a:pt x="1602" y="2450"/>
                  <a:pt x="1669" y="2382"/>
                  <a:pt x="1669" y="2299"/>
                </a:cubicBezTo>
                <a:lnTo>
                  <a:pt x="1669" y="1964"/>
                </a:lnTo>
                <a:lnTo>
                  <a:pt x="1958" y="2131"/>
                </a:lnTo>
                <a:cubicBezTo>
                  <a:pt x="2030" y="2174"/>
                  <a:pt x="2124" y="2149"/>
                  <a:pt x="2166" y="2077"/>
                </a:cubicBezTo>
                <a:cubicBezTo>
                  <a:pt x="2208" y="2005"/>
                  <a:pt x="2183" y="1911"/>
                  <a:pt x="2111" y="1869"/>
                </a:cubicBezTo>
                <a:close/>
                <a:moveTo>
                  <a:pt x="1514" y="1284"/>
                </a:moveTo>
                <a:lnTo>
                  <a:pt x="1299" y="1499"/>
                </a:lnTo>
                <a:cubicBezTo>
                  <a:pt x="1294" y="1506"/>
                  <a:pt x="1281" y="1511"/>
                  <a:pt x="1272" y="1511"/>
                </a:cubicBezTo>
                <a:lnTo>
                  <a:pt x="1257" y="1511"/>
                </a:lnTo>
                <a:lnTo>
                  <a:pt x="1225" y="1511"/>
                </a:lnTo>
                <a:lnTo>
                  <a:pt x="1209" y="1511"/>
                </a:lnTo>
                <a:cubicBezTo>
                  <a:pt x="1200" y="1511"/>
                  <a:pt x="1188" y="1506"/>
                  <a:pt x="1183" y="1499"/>
                </a:cubicBezTo>
                <a:lnTo>
                  <a:pt x="968" y="1284"/>
                </a:lnTo>
                <a:cubicBezTo>
                  <a:pt x="962" y="1279"/>
                  <a:pt x="957" y="1266"/>
                  <a:pt x="957" y="1257"/>
                </a:cubicBezTo>
                <a:lnTo>
                  <a:pt x="957" y="1243"/>
                </a:lnTo>
                <a:lnTo>
                  <a:pt x="957" y="1211"/>
                </a:lnTo>
                <a:lnTo>
                  <a:pt x="957" y="1195"/>
                </a:lnTo>
                <a:cubicBezTo>
                  <a:pt x="957" y="1186"/>
                  <a:pt x="962" y="1174"/>
                  <a:pt x="968" y="1168"/>
                </a:cubicBezTo>
                <a:lnTo>
                  <a:pt x="1183" y="954"/>
                </a:lnTo>
                <a:cubicBezTo>
                  <a:pt x="1190" y="946"/>
                  <a:pt x="1200" y="943"/>
                  <a:pt x="1209" y="943"/>
                </a:cubicBezTo>
                <a:lnTo>
                  <a:pt x="1225" y="943"/>
                </a:lnTo>
                <a:lnTo>
                  <a:pt x="1257" y="943"/>
                </a:lnTo>
                <a:lnTo>
                  <a:pt x="1272" y="943"/>
                </a:lnTo>
                <a:cubicBezTo>
                  <a:pt x="1281" y="943"/>
                  <a:pt x="1294" y="948"/>
                  <a:pt x="1299" y="954"/>
                </a:cubicBezTo>
                <a:lnTo>
                  <a:pt x="1514" y="1168"/>
                </a:lnTo>
                <a:cubicBezTo>
                  <a:pt x="1519" y="1174"/>
                  <a:pt x="1524" y="1186"/>
                  <a:pt x="1524" y="1195"/>
                </a:cubicBezTo>
                <a:lnTo>
                  <a:pt x="1524" y="1211"/>
                </a:lnTo>
                <a:lnTo>
                  <a:pt x="1524" y="1243"/>
                </a:lnTo>
                <a:lnTo>
                  <a:pt x="1524" y="1257"/>
                </a:lnTo>
                <a:cubicBezTo>
                  <a:pt x="1526" y="1266"/>
                  <a:pt x="1521" y="1279"/>
                  <a:pt x="1514" y="1284"/>
                </a:cubicBezTo>
                <a:close/>
                <a:moveTo>
                  <a:pt x="1343" y="1227"/>
                </a:moveTo>
                <a:cubicBezTo>
                  <a:pt x="1343" y="1218"/>
                  <a:pt x="1338" y="1205"/>
                  <a:pt x="1332" y="1200"/>
                </a:cubicBezTo>
                <a:lnTo>
                  <a:pt x="1271" y="1139"/>
                </a:lnTo>
                <a:cubicBezTo>
                  <a:pt x="1265" y="1133"/>
                  <a:pt x="1253" y="1128"/>
                  <a:pt x="1244" y="1128"/>
                </a:cubicBezTo>
                <a:lnTo>
                  <a:pt x="1242" y="1128"/>
                </a:lnTo>
                <a:cubicBezTo>
                  <a:pt x="1234" y="1128"/>
                  <a:pt x="1221" y="1133"/>
                  <a:pt x="1216" y="1139"/>
                </a:cubicBezTo>
                <a:lnTo>
                  <a:pt x="1154" y="1200"/>
                </a:lnTo>
                <a:cubicBezTo>
                  <a:pt x="1147" y="1207"/>
                  <a:pt x="1144" y="1220"/>
                  <a:pt x="1144" y="1227"/>
                </a:cubicBezTo>
                <a:lnTo>
                  <a:pt x="1144" y="1228"/>
                </a:lnTo>
                <a:cubicBezTo>
                  <a:pt x="1144" y="1237"/>
                  <a:pt x="1149" y="1249"/>
                  <a:pt x="1154" y="1254"/>
                </a:cubicBezTo>
                <a:lnTo>
                  <a:pt x="1216" y="1316"/>
                </a:lnTo>
                <a:cubicBezTo>
                  <a:pt x="1221" y="1321"/>
                  <a:pt x="1234" y="1326"/>
                  <a:pt x="1242" y="1326"/>
                </a:cubicBezTo>
                <a:lnTo>
                  <a:pt x="1244" y="1326"/>
                </a:lnTo>
                <a:cubicBezTo>
                  <a:pt x="1253" y="1326"/>
                  <a:pt x="1265" y="1321"/>
                  <a:pt x="1271" y="1316"/>
                </a:cubicBezTo>
                <a:lnTo>
                  <a:pt x="1332" y="1254"/>
                </a:lnTo>
                <a:cubicBezTo>
                  <a:pt x="1338" y="1247"/>
                  <a:pt x="1343" y="1237"/>
                  <a:pt x="1343" y="1228"/>
                </a:cubicBezTo>
                <a:lnTo>
                  <a:pt x="1343" y="1227"/>
                </a:lnTo>
                <a:close/>
                <a:moveTo>
                  <a:pt x="370" y="583"/>
                </a:moveTo>
                <a:lnTo>
                  <a:pt x="887" y="881"/>
                </a:lnTo>
                <a:cubicBezTo>
                  <a:pt x="915" y="897"/>
                  <a:pt x="945" y="904"/>
                  <a:pt x="975" y="901"/>
                </a:cubicBezTo>
                <a:cubicBezTo>
                  <a:pt x="1054" y="895"/>
                  <a:pt x="1116" y="828"/>
                  <a:pt x="1116" y="749"/>
                </a:cubicBezTo>
                <a:lnTo>
                  <a:pt x="1116" y="152"/>
                </a:lnTo>
                <a:cubicBezTo>
                  <a:pt x="1116" y="67"/>
                  <a:pt x="1047" y="0"/>
                  <a:pt x="964" y="0"/>
                </a:cubicBezTo>
                <a:cubicBezTo>
                  <a:pt x="879" y="0"/>
                  <a:pt x="812" y="69"/>
                  <a:pt x="812" y="152"/>
                </a:cubicBezTo>
                <a:lnTo>
                  <a:pt x="812" y="487"/>
                </a:lnTo>
                <a:lnTo>
                  <a:pt x="523" y="319"/>
                </a:lnTo>
                <a:cubicBezTo>
                  <a:pt x="451" y="277"/>
                  <a:pt x="358" y="302"/>
                  <a:pt x="316" y="376"/>
                </a:cubicBezTo>
                <a:cubicBezTo>
                  <a:pt x="273" y="450"/>
                  <a:pt x="298" y="543"/>
                  <a:pt x="370" y="583"/>
                </a:cubicBezTo>
                <a:close/>
                <a:moveTo>
                  <a:pt x="1505" y="902"/>
                </a:moveTo>
                <a:cubicBezTo>
                  <a:pt x="1535" y="904"/>
                  <a:pt x="1565" y="899"/>
                  <a:pt x="1593" y="883"/>
                </a:cubicBezTo>
                <a:lnTo>
                  <a:pt x="2109" y="585"/>
                </a:lnTo>
                <a:cubicBezTo>
                  <a:pt x="2182" y="543"/>
                  <a:pt x="2206" y="450"/>
                  <a:pt x="2166" y="377"/>
                </a:cubicBezTo>
                <a:cubicBezTo>
                  <a:pt x="2124" y="305"/>
                  <a:pt x="2030" y="280"/>
                  <a:pt x="1958" y="321"/>
                </a:cubicBezTo>
                <a:lnTo>
                  <a:pt x="1669" y="488"/>
                </a:lnTo>
                <a:lnTo>
                  <a:pt x="1669" y="153"/>
                </a:lnTo>
                <a:cubicBezTo>
                  <a:pt x="1669" y="69"/>
                  <a:pt x="1600" y="2"/>
                  <a:pt x="1517" y="2"/>
                </a:cubicBezTo>
                <a:cubicBezTo>
                  <a:pt x="1433" y="2"/>
                  <a:pt x="1366" y="71"/>
                  <a:pt x="1366" y="153"/>
                </a:cubicBezTo>
                <a:lnTo>
                  <a:pt x="1366" y="751"/>
                </a:lnTo>
                <a:cubicBezTo>
                  <a:pt x="1366" y="830"/>
                  <a:pt x="1428" y="897"/>
                  <a:pt x="1505" y="902"/>
                </a:cubicBezTo>
                <a:close/>
                <a:moveTo>
                  <a:pt x="976" y="1550"/>
                </a:moveTo>
                <a:cubicBezTo>
                  <a:pt x="946" y="1548"/>
                  <a:pt x="916" y="1553"/>
                  <a:pt x="888" y="1569"/>
                </a:cubicBezTo>
                <a:lnTo>
                  <a:pt x="372" y="1867"/>
                </a:lnTo>
                <a:cubicBezTo>
                  <a:pt x="300" y="1909"/>
                  <a:pt x="275" y="2003"/>
                  <a:pt x="316" y="2075"/>
                </a:cubicBezTo>
                <a:cubicBezTo>
                  <a:pt x="358" y="2147"/>
                  <a:pt x="451" y="2172"/>
                  <a:pt x="523" y="2130"/>
                </a:cubicBezTo>
                <a:lnTo>
                  <a:pt x="812" y="1962"/>
                </a:lnTo>
                <a:lnTo>
                  <a:pt x="812" y="2297"/>
                </a:lnTo>
                <a:cubicBezTo>
                  <a:pt x="812" y="2382"/>
                  <a:pt x="881" y="2449"/>
                  <a:pt x="964" y="2449"/>
                </a:cubicBezTo>
                <a:cubicBezTo>
                  <a:pt x="1049" y="2449"/>
                  <a:pt x="1116" y="2380"/>
                  <a:pt x="1116" y="2297"/>
                </a:cubicBezTo>
                <a:lnTo>
                  <a:pt x="1116" y="1700"/>
                </a:lnTo>
                <a:cubicBezTo>
                  <a:pt x="1117" y="1622"/>
                  <a:pt x="1056" y="1557"/>
                  <a:pt x="976" y="1550"/>
                </a:cubicBezTo>
                <a:close/>
                <a:moveTo>
                  <a:pt x="835" y="1271"/>
                </a:moveTo>
                <a:cubicBezTo>
                  <a:pt x="841" y="1256"/>
                  <a:pt x="842" y="1239"/>
                  <a:pt x="842" y="1223"/>
                </a:cubicBezTo>
                <a:cubicBezTo>
                  <a:pt x="842" y="1211"/>
                  <a:pt x="841" y="1198"/>
                  <a:pt x="837" y="1188"/>
                </a:cubicBezTo>
                <a:cubicBezTo>
                  <a:pt x="827" y="1151"/>
                  <a:pt x="802" y="1117"/>
                  <a:pt x="767" y="1096"/>
                </a:cubicBezTo>
                <a:lnTo>
                  <a:pt x="250" y="797"/>
                </a:lnTo>
                <a:cubicBezTo>
                  <a:pt x="178" y="754"/>
                  <a:pt x="85" y="779"/>
                  <a:pt x="42" y="853"/>
                </a:cubicBezTo>
                <a:cubicBezTo>
                  <a:pt x="0" y="925"/>
                  <a:pt x="25" y="1019"/>
                  <a:pt x="99" y="1061"/>
                </a:cubicBezTo>
                <a:lnTo>
                  <a:pt x="388" y="1228"/>
                </a:lnTo>
                <a:lnTo>
                  <a:pt x="99" y="1395"/>
                </a:lnTo>
                <a:cubicBezTo>
                  <a:pt x="27" y="1437"/>
                  <a:pt x="2" y="1530"/>
                  <a:pt x="42" y="1603"/>
                </a:cubicBezTo>
                <a:cubicBezTo>
                  <a:pt x="85" y="1675"/>
                  <a:pt x="178" y="1700"/>
                  <a:pt x="250" y="1659"/>
                </a:cubicBezTo>
                <a:lnTo>
                  <a:pt x="767" y="1361"/>
                </a:lnTo>
                <a:cubicBezTo>
                  <a:pt x="802" y="1338"/>
                  <a:pt x="825" y="1307"/>
                  <a:pt x="835" y="1271"/>
                </a:cubicBezTo>
                <a:close/>
                <a:moveTo>
                  <a:pt x="7251" y="379"/>
                </a:moveTo>
                <a:lnTo>
                  <a:pt x="7237" y="379"/>
                </a:lnTo>
                <a:cubicBezTo>
                  <a:pt x="7235" y="379"/>
                  <a:pt x="7233" y="379"/>
                  <a:pt x="7231" y="379"/>
                </a:cubicBezTo>
                <a:cubicBezTo>
                  <a:pt x="7229" y="379"/>
                  <a:pt x="7228" y="379"/>
                  <a:pt x="7226" y="379"/>
                </a:cubicBezTo>
                <a:cubicBezTo>
                  <a:pt x="7189" y="379"/>
                  <a:pt x="7154" y="383"/>
                  <a:pt x="7120" y="395"/>
                </a:cubicBezTo>
                <a:cubicBezTo>
                  <a:pt x="7087" y="405"/>
                  <a:pt x="7057" y="423"/>
                  <a:pt x="7034" y="451"/>
                </a:cubicBezTo>
                <a:lnTo>
                  <a:pt x="7034" y="451"/>
                </a:lnTo>
                <a:lnTo>
                  <a:pt x="7034" y="451"/>
                </a:lnTo>
                <a:lnTo>
                  <a:pt x="7034" y="451"/>
                </a:lnTo>
                <a:cubicBezTo>
                  <a:pt x="7009" y="478"/>
                  <a:pt x="6993" y="511"/>
                  <a:pt x="6985" y="546"/>
                </a:cubicBezTo>
                <a:cubicBezTo>
                  <a:pt x="6974" y="583"/>
                  <a:pt x="6970" y="624"/>
                  <a:pt x="6970" y="672"/>
                </a:cubicBezTo>
                <a:lnTo>
                  <a:pt x="6970" y="763"/>
                </a:lnTo>
                <a:lnTo>
                  <a:pt x="6870" y="763"/>
                </a:lnTo>
                <a:cubicBezTo>
                  <a:pt x="6835" y="763"/>
                  <a:pt x="6807" y="791"/>
                  <a:pt x="6807" y="825"/>
                </a:cubicBezTo>
                <a:cubicBezTo>
                  <a:pt x="6807" y="842"/>
                  <a:pt x="6814" y="860"/>
                  <a:pt x="6824" y="872"/>
                </a:cubicBezTo>
                <a:cubicBezTo>
                  <a:pt x="6836" y="885"/>
                  <a:pt x="6852" y="892"/>
                  <a:pt x="6870" y="894"/>
                </a:cubicBezTo>
                <a:lnTo>
                  <a:pt x="6970" y="894"/>
                </a:lnTo>
                <a:lnTo>
                  <a:pt x="6970" y="1634"/>
                </a:lnTo>
                <a:lnTo>
                  <a:pt x="6970" y="1636"/>
                </a:lnTo>
                <a:cubicBezTo>
                  <a:pt x="6970" y="1654"/>
                  <a:pt x="6977" y="1670"/>
                  <a:pt x="6990" y="1682"/>
                </a:cubicBezTo>
                <a:cubicBezTo>
                  <a:pt x="7002" y="1693"/>
                  <a:pt x="7018" y="1700"/>
                  <a:pt x="7036" y="1700"/>
                </a:cubicBezTo>
                <a:cubicBezTo>
                  <a:pt x="7069" y="1700"/>
                  <a:pt x="7097" y="1671"/>
                  <a:pt x="7097" y="1636"/>
                </a:cubicBezTo>
                <a:lnTo>
                  <a:pt x="7097" y="894"/>
                </a:lnTo>
                <a:lnTo>
                  <a:pt x="7205" y="894"/>
                </a:lnTo>
                <a:cubicBezTo>
                  <a:pt x="7222" y="892"/>
                  <a:pt x="7238" y="885"/>
                  <a:pt x="7251" y="874"/>
                </a:cubicBezTo>
                <a:cubicBezTo>
                  <a:pt x="7263" y="862"/>
                  <a:pt x="7270" y="846"/>
                  <a:pt x="7270" y="828"/>
                </a:cubicBezTo>
                <a:lnTo>
                  <a:pt x="7270" y="827"/>
                </a:lnTo>
                <a:cubicBezTo>
                  <a:pt x="7270" y="793"/>
                  <a:pt x="7242" y="765"/>
                  <a:pt x="7207" y="765"/>
                </a:cubicBezTo>
                <a:lnTo>
                  <a:pt x="7097" y="765"/>
                </a:lnTo>
                <a:lnTo>
                  <a:pt x="7097" y="673"/>
                </a:lnTo>
                <a:cubicBezTo>
                  <a:pt x="7097" y="633"/>
                  <a:pt x="7103" y="603"/>
                  <a:pt x="7108" y="582"/>
                </a:cubicBezTo>
                <a:cubicBezTo>
                  <a:pt x="7113" y="561"/>
                  <a:pt x="7122" y="546"/>
                  <a:pt x="7129" y="538"/>
                </a:cubicBezTo>
                <a:cubicBezTo>
                  <a:pt x="7136" y="531"/>
                  <a:pt x="7145" y="524"/>
                  <a:pt x="7161" y="518"/>
                </a:cubicBezTo>
                <a:cubicBezTo>
                  <a:pt x="7177" y="513"/>
                  <a:pt x="7196" y="509"/>
                  <a:pt x="7224" y="509"/>
                </a:cubicBezTo>
                <a:lnTo>
                  <a:pt x="7228" y="509"/>
                </a:lnTo>
                <a:cubicBezTo>
                  <a:pt x="7229" y="509"/>
                  <a:pt x="7231" y="509"/>
                  <a:pt x="7233" y="509"/>
                </a:cubicBezTo>
                <a:cubicBezTo>
                  <a:pt x="7235" y="509"/>
                  <a:pt x="7237" y="509"/>
                  <a:pt x="7238" y="509"/>
                </a:cubicBezTo>
                <a:lnTo>
                  <a:pt x="7247" y="509"/>
                </a:lnTo>
                <a:lnTo>
                  <a:pt x="7252" y="509"/>
                </a:lnTo>
                <a:cubicBezTo>
                  <a:pt x="7288" y="509"/>
                  <a:pt x="7318" y="481"/>
                  <a:pt x="7318" y="444"/>
                </a:cubicBezTo>
                <a:cubicBezTo>
                  <a:pt x="7314" y="409"/>
                  <a:pt x="7286" y="379"/>
                  <a:pt x="7251" y="379"/>
                </a:cubicBezTo>
                <a:close/>
                <a:moveTo>
                  <a:pt x="9482" y="862"/>
                </a:moveTo>
                <a:cubicBezTo>
                  <a:pt x="9494" y="850"/>
                  <a:pt x="9501" y="832"/>
                  <a:pt x="9501" y="816"/>
                </a:cubicBezTo>
                <a:cubicBezTo>
                  <a:pt x="9501" y="800"/>
                  <a:pt x="9494" y="784"/>
                  <a:pt x="9482" y="772"/>
                </a:cubicBezTo>
                <a:lnTo>
                  <a:pt x="9482" y="772"/>
                </a:lnTo>
                <a:lnTo>
                  <a:pt x="9482" y="772"/>
                </a:lnTo>
                <a:lnTo>
                  <a:pt x="9482" y="772"/>
                </a:lnTo>
                <a:lnTo>
                  <a:pt x="9482" y="772"/>
                </a:lnTo>
                <a:cubicBezTo>
                  <a:pt x="9469" y="760"/>
                  <a:pt x="9454" y="753"/>
                  <a:pt x="9438" y="753"/>
                </a:cubicBezTo>
                <a:cubicBezTo>
                  <a:pt x="9423" y="753"/>
                  <a:pt x="9406" y="760"/>
                  <a:pt x="9393" y="772"/>
                </a:cubicBezTo>
                <a:lnTo>
                  <a:pt x="8895" y="1256"/>
                </a:lnTo>
                <a:lnTo>
                  <a:pt x="8895" y="441"/>
                </a:lnTo>
                <a:cubicBezTo>
                  <a:pt x="8895" y="405"/>
                  <a:pt x="8865" y="377"/>
                  <a:pt x="8830" y="377"/>
                </a:cubicBezTo>
                <a:cubicBezTo>
                  <a:pt x="8812" y="377"/>
                  <a:pt x="8796" y="384"/>
                  <a:pt x="8785" y="397"/>
                </a:cubicBezTo>
                <a:cubicBezTo>
                  <a:pt x="8775" y="407"/>
                  <a:pt x="8766" y="425"/>
                  <a:pt x="8766" y="441"/>
                </a:cubicBezTo>
                <a:lnTo>
                  <a:pt x="8766" y="1634"/>
                </a:lnTo>
                <a:cubicBezTo>
                  <a:pt x="8766" y="1652"/>
                  <a:pt x="8773" y="1668"/>
                  <a:pt x="8785" y="1679"/>
                </a:cubicBezTo>
                <a:cubicBezTo>
                  <a:pt x="8796" y="1689"/>
                  <a:pt x="8814" y="1698"/>
                  <a:pt x="8830" y="1698"/>
                </a:cubicBezTo>
                <a:cubicBezTo>
                  <a:pt x="8867" y="1698"/>
                  <a:pt x="8895" y="1670"/>
                  <a:pt x="8895" y="1634"/>
                </a:cubicBezTo>
                <a:lnTo>
                  <a:pt x="8895" y="1437"/>
                </a:lnTo>
                <a:lnTo>
                  <a:pt x="9057" y="1275"/>
                </a:lnTo>
                <a:lnTo>
                  <a:pt x="9388" y="1673"/>
                </a:lnTo>
                <a:cubicBezTo>
                  <a:pt x="9395" y="1682"/>
                  <a:pt x="9402" y="1690"/>
                  <a:pt x="9411" y="1693"/>
                </a:cubicBezTo>
                <a:cubicBezTo>
                  <a:pt x="9420" y="1697"/>
                  <a:pt x="9430" y="1698"/>
                  <a:pt x="9438" y="1698"/>
                </a:cubicBezTo>
                <a:cubicBezTo>
                  <a:pt x="9448" y="1698"/>
                  <a:pt x="9466" y="1696"/>
                  <a:pt x="9480" y="1684"/>
                </a:cubicBezTo>
                <a:lnTo>
                  <a:pt x="9480" y="1684"/>
                </a:lnTo>
                <a:lnTo>
                  <a:pt x="9480" y="1684"/>
                </a:lnTo>
                <a:cubicBezTo>
                  <a:pt x="9494" y="1671"/>
                  <a:pt x="9501" y="1654"/>
                  <a:pt x="9501" y="1636"/>
                </a:cubicBezTo>
                <a:cubicBezTo>
                  <a:pt x="9501" y="1622"/>
                  <a:pt x="9496" y="1606"/>
                  <a:pt x="9485" y="1594"/>
                </a:cubicBezTo>
                <a:lnTo>
                  <a:pt x="9485" y="1594"/>
                </a:lnTo>
                <a:lnTo>
                  <a:pt x="9149" y="1186"/>
                </a:lnTo>
                <a:lnTo>
                  <a:pt x="9482" y="862"/>
                </a:lnTo>
                <a:close/>
                <a:moveTo>
                  <a:pt x="8581" y="779"/>
                </a:moveTo>
                <a:cubicBezTo>
                  <a:pt x="8593" y="790"/>
                  <a:pt x="8600" y="807"/>
                  <a:pt x="8600" y="825"/>
                </a:cubicBezTo>
                <a:lnTo>
                  <a:pt x="8600" y="1633"/>
                </a:lnTo>
                <a:cubicBezTo>
                  <a:pt x="8600" y="1650"/>
                  <a:pt x="8593" y="1666"/>
                  <a:pt x="8581" y="1677"/>
                </a:cubicBezTo>
                <a:cubicBezTo>
                  <a:pt x="8569" y="1687"/>
                  <a:pt x="8553" y="1696"/>
                  <a:pt x="8537" y="1696"/>
                </a:cubicBezTo>
                <a:cubicBezTo>
                  <a:pt x="8519" y="1696"/>
                  <a:pt x="8504" y="1689"/>
                  <a:pt x="8493" y="1677"/>
                </a:cubicBezTo>
                <a:cubicBezTo>
                  <a:pt x="8481" y="1666"/>
                  <a:pt x="8474" y="1650"/>
                  <a:pt x="8474" y="1633"/>
                </a:cubicBezTo>
                <a:lnTo>
                  <a:pt x="8474" y="1553"/>
                </a:lnTo>
                <a:cubicBezTo>
                  <a:pt x="8394" y="1640"/>
                  <a:pt x="8281" y="1696"/>
                  <a:pt x="8156" y="1696"/>
                </a:cubicBezTo>
                <a:cubicBezTo>
                  <a:pt x="8033" y="1696"/>
                  <a:pt x="7920" y="1643"/>
                  <a:pt x="7841" y="1557"/>
                </a:cubicBezTo>
                <a:cubicBezTo>
                  <a:pt x="7760" y="1472"/>
                  <a:pt x="7712" y="1354"/>
                  <a:pt x="7712" y="1228"/>
                </a:cubicBezTo>
                <a:cubicBezTo>
                  <a:pt x="7712" y="1100"/>
                  <a:pt x="7762" y="983"/>
                  <a:pt x="7841" y="899"/>
                </a:cubicBezTo>
                <a:cubicBezTo>
                  <a:pt x="7920" y="814"/>
                  <a:pt x="8033" y="760"/>
                  <a:pt x="8156" y="760"/>
                </a:cubicBezTo>
                <a:cubicBezTo>
                  <a:pt x="8281" y="760"/>
                  <a:pt x="8394" y="814"/>
                  <a:pt x="8474" y="901"/>
                </a:cubicBezTo>
                <a:lnTo>
                  <a:pt x="8474" y="823"/>
                </a:lnTo>
                <a:cubicBezTo>
                  <a:pt x="8474" y="805"/>
                  <a:pt x="8481" y="790"/>
                  <a:pt x="8493" y="777"/>
                </a:cubicBezTo>
                <a:cubicBezTo>
                  <a:pt x="8505" y="767"/>
                  <a:pt x="8521" y="760"/>
                  <a:pt x="8537" y="760"/>
                </a:cubicBezTo>
                <a:cubicBezTo>
                  <a:pt x="8555" y="761"/>
                  <a:pt x="8570" y="768"/>
                  <a:pt x="8581" y="779"/>
                </a:cubicBezTo>
                <a:close/>
                <a:moveTo>
                  <a:pt x="8474" y="1230"/>
                </a:moveTo>
                <a:cubicBezTo>
                  <a:pt x="8474" y="1135"/>
                  <a:pt x="8437" y="1049"/>
                  <a:pt x="8380" y="987"/>
                </a:cubicBezTo>
                <a:cubicBezTo>
                  <a:pt x="8322" y="925"/>
                  <a:pt x="8243" y="888"/>
                  <a:pt x="8156" y="888"/>
                </a:cubicBezTo>
                <a:cubicBezTo>
                  <a:pt x="8070" y="888"/>
                  <a:pt x="7992" y="925"/>
                  <a:pt x="7933" y="987"/>
                </a:cubicBezTo>
                <a:cubicBezTo>
                  <a:pt x="7875" y="1049"/>
                  <a:pt x="7837" y="1135"/>
                  <a:pt x="7837" y="1230"/>
                </a:cubicBezTo>
                <a:cubicBezTo>
                  <a:pt x="7837" y="1324"/>
                  <a:pt x="7874" y="1411"/>
                  <a:pt x="7933" y="1472"/>
                </a:cubicBezTo>
                <a:cubicBezTo>
                  <a:pt x="7991" y="1534"/>
                  <a:pt x="8070" y="1571"/>
                  <a:pt x="8156" y="1571"/>
                </a:cubicBezTo>
                <a:cubicBezTo>
                  <a:pt x="8243" y="1571"/>
                  <a:pt x="8322" y="1534"/>
                  <a:pt x="8380" y="1472"/>
                </a:cubicBezTo>
                <a:cubicBezTo>
                  <a:pt x="8437" y="1409"/>
                  <a:pt x="8474" y="1324"/>
                  <a:pt x="8474" y="1230"/>
                </a:cubicBezTo>
                <a:close/>
                <a:moveTo>
                  <a:pt x="3348" y="1207"/>
                </a:moveTo>
                <a:cubicBezTo>
                  <a:pt x="3297" y="1183"/>
                  <a:pt x="3239" y="1165"/>
                  <a:pt x="3181" y="1146"/>
                </a:cubicBezTo>
                <a:cubicBezTo>
                  <a:pt x="3128" y="1128"/>
                  <a:pt x="3073" y="1112"/>
                  <a:pt x="3035" y="1091"/>
                </a:cubicBezTo>
                <a:cubicBezTo>
                  <a:pt x="3015" y="1080"/>
                  <a:pt x="2999" y="1070"/>
                  <a:pt x="2991" y="1057"/>
                </a:cubicBezTo>
                <a:cubicBezTo>
                  <a:pt x="2980" y="1045"/>
                  <a:pt x="2976" y="1033"/>
                  <a:pt x="2975" y="1015"/>
                </a:cubicBezTo>
                <a:cubicBezTo>
                  <a:pt x="2975" y="992"/>
                  <a:pt x="2982" y="973"/>
                  <a:pt x="2992" y="955"/>
                </a:cubicBezTo>
                <a:cubicBezTo>
                  <a:pt x="3010" y="931"/>
                  <a:pt x="3038" y="911"/>
                  <a:pt x="3072" y="899"/>
                </a:cubicBezTo>
                <a:cubicBezTo>
                  <a:pt x="3103" y="887"/>
                  <a:pt x="3137" y="879"/>
                  <a:pt x="3162" y="879"/>
                </a:cubicBezTo>
                <a:cubicBezTo>
                  <a:pt x="3234" y="879"/>
                  <a:pt x="3280" y="904"/>
                  <a:pt x="3315" y="929"/>
                </a:cubicBezTo>
                <a:cubicBezTo>
                  <a:pt x="3332" y="941"/>
                  <a:pt x="3347" y="954"/>
                  <a:pt x="3361" y="964"/>
                </a:cubicBezTo>
                <a:cubicBezTo>
                  <a:pt x="3368" y="969"/>
                  <a:pt x="3375" y="975"/>
                  <a:pt x="3382" y="978"/>
                </a:cubicBezTo>
                <a:cubicBezTo>
                  <a:pt x="3389" y="982"/>
                  <a:pt x="3398" y="985"/>
                  <a:pt x="3406" y="985"/>
                </a:cubicBezTo>
                <a:cubicBezTo>
                  <a:pt x="3412" y="985"/>
                  <a:pt x="3419" y="983"/>
                  <a:pt x="3424" y="982"/>
                </a:cubicBezTo>
                <a:cubicBezTo>
                  <a:pt x="3429" y="980"/>
                  <a:pt x="3435" y="976"/>
                  <a:pt x="3440" y="971"/>
                </a:cubicBezTo>
                <a:cubicBezTo>
                  <a:pt x="3445" y="968"/>
                  <a:pt x="3449" y="962"/>
                  <a:pt x="3452" y="955"/>
                </a:cubicBezTo>
                <a:cubicBezTo>
                  <a:pt x="3454" y="950"/>
                  <a:pt x="3456" y="943"/>
                  <a:pt x="3456" y="938"/>
                </a:cubicBezTo>
                <a:cubicBezTo>
                  <a:pt x="3456" y="927"/>
                  <a:pt x="3452" y="916"/>
                  <a:pt x="3447" y="906"/>
                </a:cubicBezTo>
                <a:cubicBezTo>
                  <a:pt x="3438" y="888"/>
                  <a:pt x="3422" y="872"/>
                  <a:pt x="3403" y="855"/>
                </a:cubicBezTo>
                <a:cubicBezTo>
                  <a:pt x="3375" y="830"/>
                  <a:pt x="3337" y="805"/>
                  <a:pt x="3297" y="788"/>
                </a:cubicBezTo>
                <a:cubicBezTo>
                  <a:pt x="3256" y="770"/>
                  <a:pt x="3214" y="758"/>
                  <a:pt x="3174" y="758"/>
                </a:cubicBezTo>
                <a:cubicBezTo>
                  <a:pt x="3079" y="758"/>
                  <a:pt x="3001" y="779"/>
                  <a:pt x="2943" y="820"/>
                </a:cubicBezTo>
                <a:cubicBezTo>
                  <a:pt x="2913" y="841"/>
                  <a:pt x="2887" y="864"/>
                  <a:pt x="2869" y="894"/>
                </a:cubicBezTo>
                <a:cubicBezTo>
                  <a:pt x="2850" y="925"/>
                  <a:pt x="2839" y="964"/>
                  <a:pt x="2839" y="1013"/>
                </a:cubicBezTo>
                <a:cubicBezTo>
                  <a:pt x="2839" y="1015"/>
                  <a:pt x="2839" y="1019"/>
                  <a:pt x="2839" y="1020"/>
                </a:cubicBezTo>
                <a:cubicBezTo>
                  <a:pt x="2839" y="1070"/>
                  <a:pt x="2855" y="1109"/>
                  <a:pt x="2880" y="1140"/>
                </a:cubicBezTo>
                <a:cubicBezTo>
                  <a:pt x="2917" y="1188"/>
                  <a:pt x="2973" y="1215"/>
                  <a:pt x="3028" y="1235"/>
                </a:cubicBezTo>
                <a:cubicBezTo>
                  <a:pt x="3082" y="1254"/>
                  <a:pt x="3137" y="1266"/>
                  <a:pt x="3170" y="1279"/>
                </a:cubicBezTo>
                <a:cubicBezTo>
                  <a:pt x="3218" y="1294"/>
                  <a:pt x="3271" y="1312"/>
                  <a:pt x="3308" y="1335"/>
                </a:cubicBezTo>
                <a:cubicBezTo>
                  <a:pt x="3327" y="1347"/>
                  <a:pt x="3341" y="1360"/>
                  <a:pt x="3352" y="1374"/>
                </a:cubicBezTo>
                <a:cubicBezTo>
                  <a:pt x="3362" y="1388"/>
                  <a:pt x="3368" y="1404"/>
                  <a:pt x="3368" y="1421"/>
                </a:cubicBezTo>
                <a:lnTo>
                  <a:pt x="3368" y="1423"/>
                </a:lnTo>
                <a:cubicBezTo>
                  <a:pt x="3368" y="1449"/>
                  <a:pt x="3359" y="1471"/>
                  <a:pt x="3347" y="1490"/>
                </a:cubicBezTo>
                <a:cubicBezTo>
                  <a:pt x="3327" y="1516"/>
                  <a:pt x="3294" y="1538"/>
                  <a:pt x="3258" y="1550"/>
                </a:cubicBezTo>
                <a:cubicBezTo>
                  <a:pt x="3223" y="1562"/>
                  <a:pt x="3188" y="1568"/>
                  <a:pt x="3163" y="1568"/>
                </a:cubicBezTo>
                <a:cubicBezTo>
                  <a:pt x="3080" y="1568"/>
                  <a:pt x="3026" y="1548"/>
                  <a:pt x="2985" y="1527"/>
                </a:cubicBezTo>
                <a:cubicBezTo>
                  <a:pt x="2966" y="1516"/>
                  <a:pt x="2948" y="1508"/>
                  <a:pt x="2934" y="1499"/>
                </a:cubicBezTo>
                <a:cubicBezTo>
                  <a:pt x="2927" y="1495"/>
                  <a:pt x="2920" y="1492"/>
                  <a:pt x="2913" y="1488"/>
                </a:cubicBezTo>
                <a:cubicBezTo>
                  <a:pt x="2906" y="1485"/>
                  <a:pt x="2899" y="1483"/>
                  <a:pt x="2890" y="1483"/>
                </a:cubicBezTo>
                <a:cubicBezTo>
                  <a:pt x="2885" y="1483"/>
                  <a:pt x="2880" y="1483"/>
                  <a:pt x="2874" y="1486"/>
                </a:cubicBezTo>
                <a:cubicBezTo>
                  <a:pt x="2869" y="1488"/>
                  <a:pt x="2864" y="1492"/>
                  <a:pt x="2860" y="1495"/>
                </a:cubicBezTo>
                <a:cubicBezTo>
                  <a:pt x="2855" y="1501"/>
                  <a:pt x="2850" y="1506"/>
                  <a:pt x="2846" y="1513"/>
                </a:cubicBezTo>
                <a:cubicBezTo>
                  <a:pt x="2843" y="1520"/>
                  <a:pt x="2841" y="1527"/>
                  <a:pt x="2841" y="1534"/>
                </a:cubicBezTo>
                <a:cubicBezTo>
                  <a:pt x="2841" y="1546"/>
                  <a:pt x="2846" y="1559"/>
                  <a:pt x="2851" y="1568"/>
                </a:cubicBezTo>
                <a:cubicBezTo>
                  <a:pt x="2862" y="1582"/>
                  <a:pt x="2878" y="1596"/>
                  <a:pt x="2895" y="1610"/>
                </a:cubicBezTo>
                <a:cubicBezTo>
                  <a:pt x="2915" y="1622"/>
                  <a:pt x="2938" y="1636"/>
                  <a:pt x="2966" y="1649"/>
                </a:cubicBezTo>
                <a:cubicBezTo>
                  <a:pt x="3026" y="1677"/>
                  <a:pt x="3103" y="1691"/>
                  <a:pt x="3162" y="1693"/>
                </a:cubicBezTo>
                <a:lnTo>
                  <a:pt x="3162" y="1693"/>
                </a:lnTo>
                <a:cubicBezTo>
                  <a:pt x="3253" y="1693"/>
                  <a:pt x="3331" y="1671"/>
                  <a:pt x="3398" y="1622"/>
                </a:cubicBezTo>
                <a:lnTo>
                  <a:pt x="3398" y="1622"/>
                </a:lnTo>
                <a:lnTo>
                  <a:pt x="3398" y="1622"/>
                </a:lnTo>
                <a:cubicBezTo>
                  <a:pt x="3463" y="1573"/>
                  <a:pt x="3503" y="1501"/>
                  <a:pt x="3503" y="1419"/>
                </a:cubicBezTo>
                <a:cubicBezTo>
                  <a:pt x="3503" y="1375"/>
                  <a:pt x="3493" y="1337"/>
                  <a:pt x="3475" y="1305"/>
                </a:cubicBezTo>
                <a:cubicBezTo>
                  <a:pt x="3445" y="1261"/>
                  <a:pt x="3399" y="1232"/>
                  <a:pt x="3348" y="1207"/>
                </a:cubicBezTo>
                <a:close/>
                <a:moveTo>
                  <a:pt x="7513" y="377"/>
                </a:moveTo>
                <a:cubicBezTo>
                  <a:pt x="7496" y="377"/>
                  <a:pt x="7480" y="384"/>
                  <a:pt x="7469" y="397"/>
                </a:cubicBezTo>
                <a:cubicBezTo>
                  <a:pt x="7457" y="407"/>
                  <a:pt x="7450" y="425"/>
                  <a:pt x="7450" y="441"/>
                </a:cubicBezTo>
                <a:lnTo>
                  <a:pt x="7450" y="1634"/>
                </a:lnTo>
                <a:cubicBezTo>
                  <a:pt x="7450" y="1652"/>
                  <a:pt x="7457" y="1668"/>
                  <a:pt x="7469" y="1679"/>
                </a:cubicBezTo>
                <a:cubicBezTo>
                  <a:pt x="7481" y="1689"/>
                  <a:pt x="7497" y="1698"/>
                  <a:pt x="7513" y="1698"/>
                </a:cubicBezTo>
                <a:cubicBezTo>
                  <a:pt x="7550" y="1698"/>
                  <a:pt x="7578" y="1670"/>
                  <a:pt x="7578" y="1634"/>
                </a:cubicBezTo>
                <a:lnTo>
                  <a:pt x="7578" y="441"/>
                </a:lnTo>
                <a:cubicBezTo>
                  <a:pt x="7578" y="405"/>
                  <a:pt x="7548" y="377"/>
                  <a:pt x="7513" y="377"/>
                </a:cubicBezTo>
                <a:close/>
                <a:moveTo>
                  <a:pt x="10445" y="1200"/>
                </a:moveTo>
                <a:lnTo>
                  <a:pt x="10445" y="1207"/>
                </a:lnTo>
                <a:cubicBezTo>
                  <a:pt x="10445" y="1225"/>
                  <a:pt x="10438" y="1241"/>
                  <a:pt x="10426" y="1250"/>
                </a:cubicBezTo>
                <a:cubicBezTo>
                  <a:pt x="10414" y="1261"/>
                  <a:pt x="10398" y="1266"/>
                  <a:pt x="10382" y="1266"/>
                </a:cubicBezTo>
                <a:lnTo>
                  <a:pt x="9667" y="1266"/>
                </a:lnTo>
                <a:cubicBezTo>
                  <a:pt x="9684" y="1441"/>
                  <a:pt x="9823" y="1569"/>
                  <a:pt x="9991" y="1571"/>
                </a:cubicBezTo>
                <a:lnTo>
                  <a:pt x="10033" y="1571"/>
                </a:lnTo>
                <a:cubicBezTo>
                  <a:pt x="10088" y="1571"/>
                  <a:pt x="10142" y="1552"/>
                  <a:pt x="10188" y="1520"/>
                </a:cubicBezTo>
                <a:cubicBezTo>
                  <a:pt x="10236" y="1488"/>
                  <a:pt x="10276" y="1446"/>
                  <a:pt x="10305" y="1397"/>
                </a:cubicBezTo>
                <a:cubicBezTo>
                  <a:pt x="10310" y="1386"/>
                  <a:pt x="10319" y="1380"/>
                  <a:pt x="10327" y="1374"/>
                </a:cubicBezTo>
                <a:cubicBezTo>
                  <a:pt x="10336" y="1369"/>
                  <a:pt x="10347" y="1367"/>
                  <a:pt x="10357" y="1367"/>
                </a:cubicBezTo>
                <a:cubicBezTo>
                  <a:pt x="10368" y="1367"/>
                  <a:pt x="10380" y="1370"/>
                  <a:pt x="10389" y="1375"/>
                </a:cubicBezTo>
                <a:lnTo>
                  <a:pt x="10389" y="1375"/>
                </a:lnTo>
                <a:lnTo>
                  <a:pt x="10389" y="1375"/>
                </a:lnTo>
                <a:cubicBezTo>
                  <a:pt x="10407" y="1388"/>
                  <a:pt x="10419" y="1409"/>
                  <a:pt x="10419" y="1430"/>
                </a:cubicBezTo>
                <a:cubicBezTo>
                  <a:pt x="10419" y="1441"/>
                  <a:pt x="10416" y="1453"/>
                  <a:pt x="10410" y="1464"/>
                </a:cubicBezTo>
                <a:lnTo>
                  <a:pt x="10410" y="1464"/>
                </a:lnTo>
                <a:lnTo>
                  <a:pt x="10410" y="1464"/>
                </a:lnTo>
                <a:cubicBezTo>
                  <a:pt x="10370" y="1527"/>
                  <a:pt x="10315" y="1585"/>
                  <a:pt x="10252" y="1627"/>
                </a:cubicBezTo>
                <a:cubicBezTo>
                  <a:pt x="10186" y="1670"/>
                  <a:pt x="10112" y="1696"/>
                  <a:pt x="10031" y="1696"/>
                </a:cubicBezTo>
                <a:lnTo>
                  <a:pt x="9989" y="1696"/>
                </a:lnTo>
                <a:cubicBezTo>
                  <a:pt x="9864" y="1696"/>
                  <a:pt x="9749" y="1642"/>
                  <a:pt x="9668" y="1557"/>
                </a:cubicBezTo>
                <a:cubicBezTo>
                  <a:pt x="9587" y="1472"/>
                  <a:pt x="9536" y="1356"/>
                  <a:pt x="9536" y="1230"/>
                </a:cubicBezTo>
                <a:cubicBezTo>
                  <a:pt x="9536" y="1100"/>
                  <a:pt x="9587" y="983"/>
                  <a:pt x="9668" y="897"/>
                </a:cubicBezTo>
                <a:cubicBezTo>
                  <a:pt x="9751" y="813"/>
                  <a:pt x="9864" y="760"/>
                  <a:pt x="9991" y="760"/>
                </a:cubicBezTo>
                <a:cubicBezTo>
                  <a:pt x="10112" y="760"/>
                  <a:pt x="10220" y="807"/>
                  <a:pt x="10301" y="887"/>
                </a:cubicBezTo>
                <a:cubicBezTo>
                  <a:pt x="10382" y="966"/>
                  <a:pt x="10435" y="1075"/>
                  <a:pt x="10445" y="1200"/>
                </a:cubicBezTo>
                <a:close/>
                <a:moveTo>
                  <a:pt x="10305" y="1139"/>
                </a:moveTo>
                <a:cubicBezTo>
                  <a:pt x="10268" y="992"/>
                  <a:pt x="10139" y="887"/>
                  <a:pt x="9993" y="887"/>
                </a:cubicBezTo>
                <a:cubicBezTo>
                  <a:pt x="9841" y="887"/>
                  <a:pt x="9714" y="989"/>
                  <a:pt x="9675" y="1139"/>
                </a:cubicBezTo>
                <a:lnTo>
                  <a:pt x="10305" y="1139"/>
                </a:lnTo>
                <a:close/>
                <a:moveTo>
                  <a:pt x="4027" y="763"/>
                </a:moveTo>
                <a:cubicBezTo>
                  <a:pt x="3926" y="763"/>
                  <a:pt x="3836" y="802"/>
                  <a:pt x="3768" y="864"/>
                </a:cubicBezTo>
                <a:lnTo>
                  <a:pt x="3768" y="827"/>
                </a:lnTo>
                <a:cubicBezTo>
                  <a:pt x="3768" y="809"/>
                  <a:pt x="3761" y="793"/>
                  <a:pt x="3750" y="783"/>
                </a:cubicBezTo>
                <a:cubicBezTo>
                  <a:pt x="3740" y="770"/>
                  <a:pt x="3724" y="763"/>
                  <a:pt x="3706" y="763"/>
                </a:cubicBezTo>
                <a:cubicBezTo>
                  <a:pt x="3688" y="763"/>
                  <a:pt x="3670" y="770"/>
                  <a:pt x="3660" y="783"/>
                </a:cubicBezTo>
                <a:cubicBezTo>
                  <a:pt x="3649" y="795"/>
                  <a:pt x="3643" y="811"/>
                  <a:pt x="3643" y="827"/>
                </a:cubicBezTo>
                <a:lnTo>
                  <a:pt x="3643" y="1652"/>
                </a:lnTo>
                <a:lnTo>
                  <a:pt x="3644" y="1654"/>
                </a:lnTo>
                <a:lnTo>
                  <a:pt x="3644" y="1654"/>
                </a:lnTo>
                <a:cubicBezTo>
                  <a:pt x="3644" y="1657"/>
                  <a:pt x="3646" y="1659"/>
                  <a:pt x="3648" y="1663"/>
                </a:cubicBezTo>
                <a:cubicBezTo>
                  <a:pt x="3657" y="1679"/>
                  <a:pt x="3671" y="1689"/>
                  <a:pt x="3688" y="1694"/>
                </a:cubicBezTo>
                <a:lnTo>
                  <a:pt x="3690" y="1694"/>
                </a:lnTo>
                <a:lnTo>
                  <a:pt x="3704" y="1694"/>
                </a:lnTo>
                <a:cubicBezTo>
                  <a:pt x="3713" y="1694"/>
                  <a:pt x="3722" y="1693"/>
                  <a:pt x="3731" y="1689"/>
                </a:cubicBezTo>
                <a:cubicBezTo>
                  <a:pt x="3738" y="1686"/>
                  <a:pt x="3745" y="1680"/>
                  <a:pt x="3750" y="1673"/>
                </a:cubicBezTo>
                <a:lnTo>
                  <a:pt x="3750" y="1673"/>
                </a:lnTo>
                <a:cubicBezTo>
                  <a:pt x="3750" y="1673"/>
                  <a:pt x="3750" y="1671"/>
                  <a:pt x="3752" y="1671"/>
                </a:cubicBezTo>
                <a:lnTo>
                  <a:pt x="3752" y="1671"/>
                </a:lnTo>
                <a:cubicBezTo>
                  <a:pt x="3755" y="1668"/>
                  <a:pt x="3759" y="1663"/>
                  <a:pt x="3761" y="1659"/>
                </a:cubicBezTo>
                <a:cubicBezTo>
                  <a:pt x="3762" y="1654"/>
                  <a:pt x="3764" y="1650"/>
                  <a:pt x="3764" y="1645"/>
                </a:cubicBezTo>
                <a:lnTo>
                  <a:pt x="3764" y="1643"/>
                </a:lnTo>
                <a:lnTo>
                  <a:pt x="3764" y="1147"/>
                </a:lnTo>
                <a:cubicBezTo>
                  <a:pt x="3766" y="1077"/>
                  <a:pt x="3796" y="1012"/>
                  <a:pt x="3842" y="966"/>
                </a:cubicBezTo>
                <a:cubicBezTo>
                  <a:pt x="3888" y="920"/>
                  <a:pt x="3953" y="890"/>
                  <a:pt x="4023" y="890"/>
                </a:cubicBezTo>
                <a:cubicBezTo>
                  <a:pt x="4095" y="890"/>
                  <a:pt x="4159" y="918"/>
                  <a:pt x="4205" y="966"/>
                </a:cubicBezTo>
                <a:cubicBezTo>
                  <a:pt x="4251" y="1012"/>
                  <a:pt x="4279" y="1077"/>
                  <a:pt x="4279" y="1147"/>
                </a:cubicBezTo>
                <a:lnTo>
                  <a:pt x="4279" y="1634"/>
                </a:lnTo>
                <a:cubicBezTo>
                  <a:pt x="4279" y="1652"/>
                  <a:pt x="4286" y="1668"/>
                  <a:pt x="4298" y="1680"/>
                </a:cubicBezTo>
                <a:cubicBezTo>
                  <a:pt x="4310" y="1691"/>
                  <a:pt x="4326" y="1698"/>
                  <a:pt x="4342" y="1698"/>
                </a:cubicBezTo>
                <a:cubicBezTo>
                  <a:pt x="4360" y="1698"/>
                  <a:pt x="4376" y="1691"/>
                  <a:pt x="4386" y="1680"/>
                </a:cubicBezTo>
                <a:cubicBezTo>
                  <a:pt x="4399" y="1670"/>
                  <a:pt x="4406" y="1652"/>
                  <a:pt x="4406" y="1634"/>
                </a:cubicBezTo>
                <a:lnTo>
                  <a:pt x="4406" y="1147"/>
                </a:lnTo>
                <a:cubicBezTo>
                  <a:pt x="4413" y="936"/>
                  <a:pt x="4240" y="763"/>
                  <a:pt x="4027" y="763"/>
                </a:cubicBezTo>
                <a:close/>
                <a:moveTo>
                  <a:pt x="5294" y="901"/>
                </a:moveTo>
                <a:cubicBezTo>
                  <a:pt x="5375" y="985"/>
                  <a:pt x="5421" y="1103"/>
                  <a:pt x="5423" y="1230"/>
                </a:cubicBezTo>
                <a:cubicBezTo>
                  <a:pt x="5423" y="1356"/>
                  <a:pt x="5375" y="1472"/>
                  <a:pt x="5294" y="1559"/>
                </a:cubicBezTo>
                <a:cubicBezTo>
                  <a:pt x="5214" y="1643"/>
                  <a:pt x="5101" y="1698"/>
                  <a:pt x="4978" y="1698"/>
                </a:cubicBezTo>
                <a:cubicBezTo>
                  <a:pt x="4854" y="1698"/>
                  <a:pt x="4744" y="1644"/>
                  <a:pt x="4663" y="1559"/>
                </a:cubicBezTo>
                <a:cubicBezTo>
                  <a:pt x="4582" y="1475"/>
                  <a:pt x="4533" y="1356"/>
                  <a:pt x="4533" y="1230"/>
                </a:cubicBezTo>
                <a:cubicBezTo>
                  <a:pt x="4533" y="1103"/>
                  <a:pt x="4582" y="987"/>
                  <a:pt x="4663" y="901"/>
                </a:cubicBezTo>
                <a:cubicBezTo>
                  <a:pt x="4742" y="816"/>
                  <a:pt x="4855" y="761"/>
                  <a:pt x="4978" y="761"/>
                </a:cubicBezTo>
                <a:cubicBezTo>
                  <a:pt x="5103" y="761"/>
                  <a:pt x="5214" y="816"/>
                  <a:pt x="5294" y="901"/>
                </a:cubicBezTo>
                <a:close/>
                <a:moveTo>
                  <a:pt x="5296" y="1230"/>
                </a:moveTo>
                <a:cubicBezTo>
                  <a:pt x="5296" y="1135"/>
                  <a:pt x="5258" y="1049"/>
                  <a:pt x="5200" y="987"/>
                </a:cubicBezTo>
                <a:cubicBezTo>
                  <a:pt x="5141" y="925"/>
                  <a:pt x="5063" y="887"/>
                  <a:pt x="4978" y="887"/>
                </a:cubicBezTo>
                <a:cubicBezTo>
                  <a:pt x="4892" y="887"/>
                  <a:pt x="4813" y="925"/>
                  <a:pt x="4755" y="987"/>
                </a:cubicBezTo>
                <a:cubicBezTo>
                  <a:pt x="4696" y="1049"/>
                  <a:pt x="4659" y="1135"/>
                  <a:pt x="4659" y="1230"/>
                </a:cubicBezTo>
                <a:cubicBezTo>
                  <a:pt x="4659" y="1324"/>
                  <a:pt x="4696" y="1410"/>
                  <a:pt x="4755" y="1471"/>
                </a:cubicBezTo>
                <a:cubicBezTo>
                  <a:pt x="4813" y="1533"/>
                  <a:pt x="4892" y="1569"/>
                  <a:pt x="4978" y="1569"/>
                </a:cubicBezTo>
                <a:cubicBezTo>
                  <a:pt x="5065" y="1569"/>
                  <a:pt x="5144" y="1532"/>
                  <a:pt x="5200" y="1471"/>
                </a:cubicBezTo>
                <a:cubicBezTo>
                  <a:pt x="5259" y="1409"/>
                  <a:pt x="5296" y="1324"/>
                  <a:pt x="5296" y="1230"/>
                </a:cubicBezTo>
                <a:close/>
                <a:moveTo>
                  <a:pt x="6671" y="768"/>
                </a:moveTo>
                <a:lnTo>
                  <a:pt x="6671" y="768"/>
                </a:lnTo>
                <a:cubicBezTo>
                  <a:pt x="6669" y="768"/>
                  <a:pt x="6669" y="768"/>
                  <a:pt x="6671" y="768"/>
                </a:cubicBezTo>
                <a:cubicBezTo>
                  <a:pt x="6662" y="765"/>
                  <a:pt x="6655" y="763"/>
                  <a:pt x="6648" y="763"/>
                </a:cubicBezTo>
                <a:cubicBezTo>
                  <a:pt x="6636" y="763"/>
                  <a:pt x="6624" y="767"/>
                  <a:pt x="6613" y="774"/>
                </a:cubicBezTo>
                <a:cubicBezTo>
                  <a:pt x="6603" y="781"/>
                  <a:pt x="6593" y="790"/>
                  <a:pt x="6588" y="802"/>
                </a:cubicBezTo>
                <a:lnTo>
                  <a:pt x="6588" y="802"/>
                </a:lnTo>
                <a:lnTo>
                  <a:pt x="6345" y="1467"/>
                </a:lnTo>
                <a:lnTo>
                  <a:pt x="6158" y="1022"/>
                </a:lnTo>
                <a:lnTo>
                  <a:pt x="6158" y="1022"/>
                </a:lnTo>
                <a:cubicBezTo>
                  <a:pt x="6153" y="1010"/>
                  <a:pt x="6144" y="999"/>
                  <a:pt x="6133" y="994"/>
                </a:cubicBezTo>
                <a:cubicBezTo>
                  <a:pt x="6123" y="987"/>
                  <a:pt x="6110" y="983"/>
                  <a:pt x="6096" y="983"/>
                </a:cubicBezTo>
                <a:cubicBezTo>
                  <a:pt x="6084" y="983"/>
                  <a:pt x="6072" y="987"/>
                  <a:pt x="6061" y="994"/>
                </a:cubicBezTo>
                <a:cubicBezTo>
                  <a:pt x="6051" y="1001"/>
                  <a:pt x="6042" y="1010"/>
                  <a:pt x="6036" y="1022"/>
                </a:cubicBezTo>
                <a:lnTo>
                  <a:pt x="6036" y="1022"/>
                </a:lnTo>
                <a:lnTo>
                  <a:pt x="5848" y="1467"/>
                </a:lnTo>
                <a:lnTo>
                  <a:pt x="5603" y="802"/>
                </a:lnTo>
                <a:lnTo>
                  <a:pt x="5603" y="802"/>
                </a:lnTo>
                <a:cubicBezTo>
                  <a:pt x="5599" y="790"/>
                  <a:pt x="5591" y="779"/>
                  <a:pt x="5580" y="772"/>
                </a:cubicBezTo>
                <a:cubicBezTo>
                  <a:pt x="5569" y="765"/>
                  <a:pt x="5557" y="761"/>
                  <a:pt x="5545" y="761"/>
                </a:cubicBezTo>
                <a:cubicBezTo>
                  <a:pt x="5536" y="761"/>
                  <a:pt x="5529" y="763"/>
                  <a:pt x="5520" y="767"/>
                </a:cubicBezTo>
                <a:lnTo>
                  <a:pt x="5520" y="767"/>
                </a:lnTo>
                <a:lnTo>
                  <a:pt x="5520" y="767"/>
                </a:lnTo>
                <a:cubicBezTo>
                  <a:pt x="5497" y="777"/>
                  <a:pt x="5483" y="800"/>
                  <a:pt x="5483" y="825"/>
                </a:cubicBezTo>
                <a:cubicBezTo>
                  <a:pt x="5483" y="832"/>
                  <a:pt x="5485" y="841"/>
                  <a:pt x="5488" y="848"/>
                </a:cubicBezTo>
                <a:lnTo>
                  <a:pt x="5488" y="848"/>
                </a:lnTo>
                <a:lnTo>
                  <a:pt x="5790" y="1654"/>
                </a:lnTo>
                <a:lnTo>
                  <a:pt x="5790" y="1654"/>
                </a:lnTo>
                <a:cubicBezTo>
                  <a:pt x="5791" y="1659"/>
                  <a:pt x="5795" y="1666"/>
                  <a:pt x="5800" y="1671"/>
                </a:cubicBezTo>
                <a:cubicBezTo>
                  <a:pt x="5804" y="1675"/>
                  <a:pt x="5809" y="1679"/>
                  <a:pt x="5814" y="1682"/>
                </a:cubicBezTo>
                <a:cubicBezTo>
                  <a:pt x="5816" y="1684"/>
                  <a:pt x="5816" y="1684"/>
                  <a:pt x="5820" y="1686"/>
                </a:cubicBezTo>
                <a:cubicBezTo>
                  <a:pt x="5821" y="1687"/>
                  <a:pt x="5825" y="1687"/>
                  <a:pt x="5829" y="1689"/>
                </a:cubicBezTo>
                <a:cubicBezTo>
                  <a:pt x="5834" y="1691"/>
                  <a:pt x="5841" y="1693"/>
                  <a:pt x="5850" y="1693"/>
                </a:cubicBezTo>
                <a:cubicBezTo>
                  <a:pt x="5862" y="1693"/>
                  <a:pt x="5873" y="1689"/>
                  <a:pt x="5883" y="1682"/>
                </a:cubicBezTo>
                <a:cubicBezTo>
                  <a:pt x="5892" y="1675"/>
                  <a:pt x="5901" y="1666"/>
                  <a:pt x="5906" y="1654"/>
                </a:cubicBezTo>
                <a:lnTo>
                  <a:pt x="5906" y="1654"/>
                </a:lnTo>
                <a:lnTo>
                  <a:pt x="6096" y="1200"/>
                </a:lnTo>
                <a:lnTo>
                  <a:pt x="6287" y="1652"/>
                </a:lnTo>
                <a:lnTo>
                  <a:pt x="6287" y="1652"/>
                </a:lnTo>
                <a:cubicBezTo>
                  <a:pt x="6290" y="1664"/>
                  <a:pt x="6299" y="1673"/>
                  <a:pt x="6308" y="1680"/>
                </a:cubicBezTo>
                <a:cubicBezTo>
                  <a:pt x="6317" y="1687"/>
                  <a:pt x="6327" y="1693"/>
                  <a:pt x="6340" y="1693"/>
                </a:cubicBezTo>
                <a:lnTo>
                  <a:pt x="6348" y="1693"/>
                </a:lnTo>
                <a:cubicBezTo>
                  <a:pt x="6355" y="1693"/>
                  <a:pt x="6364" y="1691"/>
                  <a:pt x="6370" y="1689"/>
                </a:cubicBezTo>
                <a:cubicBezTo>
                  <a:pt x="6377" y="1687"/>
                  <a:pt x="6382" y="1684"/>
                  <a:pt x="6385" y="1680"/>
                </a:cubicBezTo>
                <a:cubicBezTo>
                  <a:pt x="6396" y="1673"/>
                  <a:pt x="6403" y="1661"/>
                  <a:pt x="6408" y="1650"/>
                </a:cubicBezTo>
                <a:lnTo>
                  <a:pt x="6408" y="1650"/>
                </a:lnTo>
                <a:lnTo>
                  <a:pt x="6708" y="848"/>
                </a:lnTo>
                <a:cubicBezTo>
                  <a:pt x="6711" y="841"/>
                  <a:pt x="6713" y="832"/>
                  <a:pt x="6713" y="825"/>
                </a:cubicBezTo>
                <a:cubicBezTo>
                  <a:pt x="6708" y="802"/>
                  <a:pt x="6694" y="779"/>
                  <a:pt x="6671" y="768"/>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133" name="Google Shape;256;p29"/>
          <p:cNvSpPr/>
          <p:nvPr/>
        </p:nvSpPr>
        <p:spPr>
          <a:xfrm>
            <a:off x="457200" y="4864680"/>
            <a:ext cx="1705680" cy="8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tabLst>
                <a:tab pos="0" algn="l"/>
              </a:tabLst>
            </a:pPr>
            <a:r>
              <a:rPr lang="en" sz="600" b="0" u="none" strike="noStrike">
                <a:solidFill>
                  <a:schemeClr val="lt1"/>
                </a:solidFill>
                <a:effectLst/>
                <a:uFillTx/>
                <a:latin typeface="Arial"/>
                <a:ea typeface="Arial"/>
              </a:rPr>
              <a:t>© 2026 Snowflake Inc. All Rights Reserved</a:t>
            </a:r>
            <a:endParaRPr lang="en-GB" sz="600" b="0" u="none" strike="noStrike">
              <a:solidFill>
                <a:srgbClr val="000000"/>
              </a:solidFill>
              <a:effectLst/>
              <a:uFillTx/>
              <a:latin typeface="Arial"/>
            </a:endParaRPr>
          </a:p>
        </p:txBody>
      </p:sp>
      <p:sp>
        <p:nvSpPr>
          <p:cNvPr id="134" name="PlaceHolder 1"/>
          <p:cNvSpPr>
            <a:spLocks noGrp="1"/>
          </p:cNvSpPr>
          <p:nvPr>
            <p:ph type="body"/>
          </p:nvPr>
        </p:nvSpPr>
        <p:spPr>
          <a:xfrm>
            <a:off x="365760" y="1886400"/>
            <a:ext cx="7481520" cy="1354320"/>
          </a:xfrm>
          <a:prstGeom prst="rect">
            <a:avLst/>
          </a:prstGeom>
          <a:noFill/>
          <a:ln w="0">
            <a:noFill/>
          </a:ln>
        </p:spPr>
        <p:txBody>
          <a:bodyPr lIns="91440" tIns="45720" rIns="91440" bIns="45720" anchor="ctr">
            <a:noAutofit/>
          </a:bodyPr>
          <a:lstStyle/>
          <a:p>
            <a:pPr marL="432000" indent="-324000">
              <a:lnSpc>
                <a:spcPct val="100000"/>
              </a:lnSpc>
              <a:spcBef>
                <a:spcPts val="1417"/>
              </a:spcBef>
              <a:buClr>
                <a:srgbClr val="000000"/>
              </a:buClr>
              <a:buSzPct val="45000"/>
              <a:buFont typeface="Wingdings" charset="2"/>
              <a:buChar char=""/>
            </a:pPr>
            <a:r>
              <a:rPr lang="en-GB" sz="52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52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52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52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52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52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5200" b="0" u="none" strike="noStrike">
                <a:solidFill>
                  <a:srgbClr val="000000"/>
                </a:solidFill>
                <a:effectLst/>
                <a:uFillTx/>
                <a:latin typeface="Arial"/>
              </a:rPr>
              <a:t>Seventh Outline Level</a:t>
            </a: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blank" preserve="1">
  <p:cSld name="Multi-use layout_1">
    <p:bg>
      <p:bgPr>
        <a:solidFill>
          <a:schemeClr val="lt1"/>
        </a:solidFill>
        <a:effectLst/>
      </p:bgPr>
    </p:bg>
    <p:spTree>
      <p:nvGrpSpPr>
        <p:cNvPr id="1" name=""/>
        <p:cNvGrpSpPr/>
        <p:nvPr/>
      </p:nvGrpSpPr>
      <p:grpSpPr>
        <a:xfrm>
          <a:off x="0" y="0"/>
          <a:ext cx="0" cy="0"/>
          <a:chOff x="0" y="0"/>
          <a:chExt cx="0" cy="0"/>
        </a:xfrm>
      </p:grpSpPr>
      <p:sp>
        <p:nvSpPr>
          <p:cNvPr id="135" name="Google Shape;9;p1"/>
          <p:cNvSpPr/>
          <p:nvPr/>
        </p:nvSpPr>
        <p:spPr>
          <a:xfrm>
            <a:off x="3837240" y="-655560"/>
            <a:ext cx="5303880" cy="16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a:lnSpc>
                <a:spcPct val="100000"/>
              </a:lnSpc>
              <a:tabLst>
                <a:tab pos="0" algn="l"/>
              </a:tabLst>
            </a:pPr>
            <a:r>
              <a:rPr lang="en" sz="800" b="0" u="none" strike="noStrike">
                <a:solidFill>
                  <a:srgbClr val="C8C8C8"/>
                </a:solidFill>
                <a:effectLst/>
                <a:uFillTx/>
                <a:latin typeface="Arial"/>
                <a:ea typeface="Arial"/>
              </a:rPr>
              <a:t>SNOWFLAKE GSLIDES THEME 2026.01</a:t>
            </a:r>
            <a:endParaRPr lang="en-GB" sz="800" b="0" u="none" strike="noStrike">
              <a:solidFill>
                <a:srgbClr val="000000"/>
              </a:solidFill>
              <a:effectLst/>
              <a:uFillTx/>
              <a:latin typeface="Arial"/>
            </a:endParaRPr>
          </a:p>
        </p:txBody>
      </p:sp>
      <p:grpSp>
        <p:nvGrpSpPr>
          <p:cNvPr id="136" name="Google Shape;27;p4"/>
          <p:cNvGrpSpPr/>
          <p:nvPr/>
        </p:nvGrpSpPr>
        <p:grpSpPr>
          <a:xfrm>
            <a:off x="0" y="3762000"/>
            <a:ext cx="9141120" cy="1368720"/>
            <a:chOff x="0" y="3762000"/>
            <a:chExt cx="9141120" cy="1368720"/>
          </a:xfrm>
        </p:grpSpPr>
        <p:pic>
          <p:nvPicPr>
            <p:cNvPr id="137" name="Google Shape;28;p4"/>
            <p:cNvPicPr/>
            <p:nvPr/>
          </p:nvPicPr>
          <p:blipFill>
            <a:blip r:embed="rId2">
              <a:alphaModFix amt="29000"/>
            </a:blip>
            <a:srcRect t="138" b="138"/>
            <a:stretch/>
          </p:blipFill>
          <p:spPr>
            <a:xfrm>
              <a:off x="0" y="3762000"/>
              <a:ext cx="3043440" cy="1368720"/>
            </a:xfrm>
            <a:prstGeom prst="rect">
              <a:avLst/>
            </a:prstGeom>
            <a:noFill/>
            <a:ln w="0">
              <a:noFill/>
            </a:ln>
          </p:spPr>
        </p:pic>
        <p:pic>
          <p:nvPicPr>
            <p:cNvPr id="138" name="Google Shape;29;p4"/>
            <p:cNvPicPr/>
            <p:nvPr/>
          </p:nvPicPr>
          <p:blipFill>
            <a:blip r:embed="rId3">
              <a:alphaModFix amt="29000"/>
            </a:blip>
            <a:srcRect t="138" b="138"/>
            <a:stretch/>
          </p:blipFill>
          <p:spPr>
            <a:xfrm>
              <a:off x="3051000" y="3762000"/>
              <a:ext cx="3043440" cy="1368720"/>
            </a:xfrm>
            <a:prstGeom prst="rect">
              <a:avLst/>
            </a:prstGeom>
            <a:noFill/>
            <a:ln w="0">
              <a:noFill/>
            </a:ln>
          </p:spPr>
        </p:pic>
        <p:pic>
          <p:nvPicPr>
            <p:cNvPr id="139" name="Google Shape;30;p4"/>
            <p:cNvPicPr/>
            <p:nvPr/>
          </p:nvPicPr>
          <p:blipFill>
            <a:blip r:embed="rId4">
              <a:alphaModFix amt="29000"/>
            </a:blip>
            <a:srcRect t="138" b="138"/>
            <a:stretch/>
          </p:blipFill>
          <p:spPr>
            <a:xfrm>
              <a:off x="6097680" y="3762000"/>
              <a:ext cx="3043440" cy="1368720"/>
            </a:xfrm>
            <a:prstGeom prst="rect">
              <a:avLst/>
            </a:prstGeom>
            <a:noFill/>
            <a:ln w="0">
              <a:noFill/>
            </a:ln>
          </p:spPr>
        </p:pic>
      </p:grpSp>
      <p:sp>
        <p:nvSpPr>
          <p:cNvPr id="140" name="PlaceHolder 1"/>
          <p:cNvSpPr>
            <a:spLocks noGrp="1"/>
          </p:cNvSpPr>
          <p:nvPr>
            <p:ph type="sldNum" idx="7"/>
          </p:nvPr>
        </p:nvSpPr>
        <p:spPr>
          <a:xfrm>
            <a:off x="8229600" y="4864680"/>
            <a:ext cx="470880" cy="91800"/>
          </a:xfrm>
          <a:prstGeom prst="rect">
            <a:avLst/>
          </a:prstGeom>
          <a:noFill/>
          <a:ln w="0">
            <a:noFill/>
          </a:ln>
        </p:spPr>
        <p:txBody>
          <a:bodyPr lIns="0" tIns="0" rIns="0" bIns="0" anchor="b">
            <a:spAutoFit/>
          </a:bodyPr>
          <a:lstStyle>
            <a:lvl1pPr indent="0" algn="r">
              <a:lnSpc>
                <a:spcPct val="100000"/>
              </a:lnSpc>
              <a:buNone/>
              <a:tabLst>
                <a:tab pos="0" algn="l"/>
              </a:tabLst>
              <a:defRPr lang="en" sz="600" b="0" u="none" strike="noStrike">
                <a:solidFill>
                  <a:srgbClr val="929292"/>
                </a:solidFill>
                <a:effectLst/>
                <a:uFillTx/>
                <a:latin typeface="Arial"/>
                <a:ea typeface="Arial"/>
              </a:defRPr>
            </a:lvl1pPr>
          </a:lstStyle>
          <a:p>
            <a:pPr indent="0" algn="r">
              <a:lnSpc>
                <a:spcPct val="100000"/>
              </a:lnSpc>
              <a:buNone/>
              <a:tabLst>
                <a:tab pos="0" algn="l"/>
              </a:tabLst>
            </a:pPr>
            <a:fld id="{3FE33C91-3A39-4C44-8788-8831B2A5D3E6}" type="slidenum">
              <a:rPr lang="en" sz="600" b="0" u="none" strike="noStrike">
                <a:solidFill>
                  <a:srgbClr val="929292"/>
                </a:solidFill>
                <a:effectLst/>
                <a:uFillTx/>
                <a:latin typeface="Arial"/>
                <a:ea typeface="Arial"/>
              </a:rPr>
              <a:t>‹#›</a:t>
            </a:fld>
            <a:endParaRPr lang="en-GB" sz="600" b="0" u="none" strike="noStrike">
              <a:solidFill>
                <a:srgbClr val="000000"/>
              </a:solidFill>
              <a:effectLst/>
              <a:uFillTx/>
              <a:latin typeface="Times New Roman"/>
            </a:endParaRPr>
          </a:p>
        </p:txBody>
      </p:sp>
      <p:sp>
        <p:nvSpPr>
          <p:cNvPr id="141" name="Google Shape;32;p4"/>
          <p:cNvSpPr/>
          <p:nvPr/>
        </p:nvSpPr>
        <p:spPr>
          <a:xfrm>
            <a:off x="457200" y="4846320"/>
            <a:ext cx="132480" cy="125640"/>
          </a:xfrm>
          <a:custGeom>
            <a:avLst/>
            <a:gdLst>
              <a:gd name="textAreaLeft" fmla="*/ 0 w 132480"/>
              <a:gd name="textAreaRight" fmla="*/ 135360 w 132480"/>
              <a:gd name="textAreaTop" fmla="*/ 0 h 125640"/>
              <a:gd name="textAreaBottom" fmla="*/ 128520 h 125640"/>
            </a:gdLst>
            <a:ahLst/>
            <a:cxnLst/>
            <a:rect l="textAreaLeft" t="textAreaTop" r="textAreaRight" b="textAreaBottom"/>
            <a:pathLst>
              <a:path w="5409981" h="514350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142" name="PlaceHolder 2"/>
          <p:cNvSpPr>
            <a:spLocks noGrp="1"/>
          </p:cNvSpPr>
          <p:nvPr>
            <p:ph type="title"/>
          </p:nvPr>
        </p:nvSpPr>
        <p:spPr>
          <a:xfrm>
            <a:off x="367920" y="274320"/>
            <a:ext cx="8341920" cy="362880"/>
          </a:xfrm>
          <a:prstGeom prst="rect">
            <a:avLst/>
          </a:prstGeom>
          <a:noFill/>
          <a:ln w="0">
            <a:noFill/>
          </a:ln>
        </p:spPr>
        <p:txBody>
          <a:bodyPr lIns="91440" tIns="91440" rIns="91440" bIns="91440" anchor="t">
            <a:noAutofit/>
          </a:bodyPr>
          <a:lstStyle/>
          <a:p>
            <a:pPr indent="0">
              <a:lnSpc>
                <a:spcPct val="100000"/>
              </a:lnSpc>
              <a:buNone/>
              <a:tabLst>
                <a:tab pos="0" algn="l"/>
              </a:tabLst>
            </a:pPr>
            <a:r>
              <a:rPr lang="en-GB" sz="2600" b="0" u="none" strike="noStrike">
                <a:solidFill>
                  <a:srgbClr val="000000"/>
                </a:solidFill>
                <a:effectLst/>
                <a:uFillTx/>
                <a:latin typeface="Arial"/>
              </a:rPr>
              <a:t>Click to edit the title text format</a:t>
            </a:r>
          </a:p>
        </p:txBody>
      </p:sp>
      <p:sp>
        <p:nvSpPr>
          <p:cNvPr id="143" name="Google Shape;35;p4"/>
          <p:cNvSpPr/>
          <p:nvPr/>
        </p:nvSpPr>
        <p:spPr>
          <a:xfrm>
            <a:off x="2883240" y="1954080"/>
            <a:ext cx="2665800" cy="397440"/>
          </a:xfrm>
          <a:prstGeom prst="rect">
            <a:avLst/>
          </a:prstGeom>
          <a:noFill/>
          <a:ln w="0">
            <a:noFill/>
          </a:ln>
        </p:spPr>
        <p:style>
          <a:lnRef idx="0">
            <a:scrgbClr r="0" g="0" b="0"/>
          </a:lnRef>
          <a:fillRef idx="0">
            <a:scrgbClr r="0" g="0" b="0"/>
          </a:fillRef>
          <a:effectRef idx="0">
            <a:scrgbClr r="0" g="0" b="0"/>
          </a:effectRef>
          <a:fontRef idx="minor"/>
        </p:style>
        <p:txBody>
          <a:bodyPr lIns="90000" tIns="91440" rIns="90000" bIns="91440" anchor="t">
            <a:sp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144" name="Google Shape;36;p4"/>
          <p:cNvSpPr/>
          <p:nvPr/>
        </p:nvSpPr>
        <p:spPr>
          <a:xfrm>
            <a:off x="660600" y="4866840"/>
            <a:ext cx="1678320" cy="8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tabLst>
                <a:tab pos="0" algn="l"/>
              </a:tabLst>
            </a:pPr>
            <a:r>
              <a:rPr lang="en" sz="600" b="0" u="none" strike="noStrike">
                <a:solidFill>
                  <a:srgbClr val="929292"/>
                </a:solidFill>
                <a:effectLst/>
                <a:uFillTx/>
                <a:latin typeface="Arial"/>
                <a:ea typeface="Arial"/>
              </a:rPr>
              <a:t>© 2026 Snowflake Inc. All Rights Reserved</a:t>
            </a:r>
            <a:endParaRPr lang="en-GB" sz="600" b="0" u="none" strike="noStrike">
              <a:solidFill>
                <a:srgbClr val="000000"/>
              </a:solidFill>
              <a:effectLst/>
              <a:uFillTx/>
              <a:latin typeface="Arial"/>
            </a:endParaRPr>
          </a:p>
        </p:txBody>
      </p:sp>
      <p:sp>
        <p:nvSpPr>
          <p:cNvPr id="145" name="Google Shape;37;p4"/>
          <p:cNvSpPr/>
          <p:nvPr/>
        </p:nvSpPr>
        <p:spPr>
          <a:xfrm>
            <a:off x="0" y="343440"/>
            <a:ext cx="134280" cy="362880"/>
          </a:xfrm>
          <a:prstGeom prst="rect">
            <a:avLst/>
          </a:prstGeom>
          <a:solidFill>
            <a:schemeClr val="accent1"/>
          </a:solidFill>
          <a:ln w="0">
            <a:noFill/>
          </a:ln>
        </p:spPr>
        <p:style>
          <a:lnRef idx="0">
            <a:scrgbClr r="0" g="0" b="0"/>
          </a:lnRef>
          <a:fillRef idx="0">
            <a:scrgbClr r="0" g="0" b="0"/>
          </a:fillRef>
          <a:effectRef idx="0">
            <a:scrgbClr r="0" g="0" b="0"/>
          </a:effectRef>
          <a:fontRef idx="minor"/>
        </p:style>
        <p:txBody>
          <a:bodyPr lIns="90000" tIns="91440" rIns="90000" bIns="9144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146" name="PlaceHolder 3"/>
          <p:cNvSpPr>
            <a:spLocks noGrp="1"/>
          </p:cNvSpPr>
          <p:nvPr>
            <p:ph type="body"/>
          </p:nvPr>
        </p:nvSpPr>
        <p:spPr>
          <a:xfrm>
            <a:off x="457200" y="1203480"/>
            <a:ext cx="8226720" cy="2980440"/>
          </a:xfrm>
          <a:prstGeom prst="rect">
            <a:avLst/>
          </a:prstGeom>
          <a:noFill/>
          <a:ln w="0">
            <a:noFill/>
          </a:ln>
        </p:spPr>
        <p:txBody>
          <a:bodyPr lIns="0" tIns="0" rIns="0" bIns="0" anchor="t">
            <a:normAutofit/>
          </a:bodyPr>
          <a:lstStyle/>
          <a:p>
            <a:pPr marL="432000" indent="-324000">
              <a:lnSpc>
                <a:spcPct val="100000"/>
              </a:lnSpc>
              <a:spcBef>
                <a:spcPts val="1417"/>
              </a:spcBef>
              <a:buClr>
                <a:srgbClr val="000000"/>
              </a:buClr>
              <a:buSzPct val="45000"/>
              <a:buFont typeface="Wingdings" charset="2"/>
              <a:buChar char=""/>
            </a:pPr>
            <a:r>
              <a:rPr lang="en-GB" sz="14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4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4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4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Seventh Outline Level</a:t>
            </a: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Multi-use layout_1_1">
    <p:bg>
      <p:bgPr>
        <a:solidFill>
          <a:schemeClr val="lt1"/>
        </a:solidFill>
        <a:effectLst/>
      </p:bgPr>
    </p:bg>
    <p:spTree>
      <p:nvGrpSpPr>
        <p:cNvPr id="1" name=""/>
        <p:cNvGrpSpPr/>
        <p:nvPr/>
      </p:nvGrpSpPr>
      <p:grpSpPr>
        <a:xfrm>
          <a:off x="0" y="0"/>
          <a:ext cx="0" cy="0"/>
          <a:chOff x="0" y="0"/>
          <a:chExt cx="0" cy="0"/>
        </a:xfrm>
      </p:grpSpPr>
      <p:sp>
        <p:nvSpPr>
          <p:cNvPr id="147" name="Google Shape;9;p1"/>
          <p:cNvSpPr/>
          <p:nvPr/>
        </p:nvSpPr>
        <p:spPr>
          <a:xfrm>
            <a:off x="3837240" y="-655560"/>
            <a:ext cx="5303880" cy="16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a:lnSpc>
                <a:spcPct val="100000"/>
              </a:lnSpc>
              <a:tabLst>
                <a:tab pos="0" algn="l"/>
              </a:tabLst>
            </a:pPr>
            <a:r>
              <a:rPr lang="en" sz="800" b="0" u="none" strike="noStrike">
                <a:solidFill>
                  <a:srgbClr val="C8C8C8"/>
                </a:solidFill>
                <a:effectLst/>
                <a:uFillTx/>
                <a:latin typeface="Arial"/>
                <a:ea typeface="Arial"/>
              </a:rPr>
              <a:t>SNOWFLAKE GSLIDES THEME 2026.01</a:t>
            </a:r>
            <a:endParaRPr lang="en-GB" sz="800" b="0" u="none" strike="noStrike">
              <a:solidFill>
                <a:srgbClr val="000000"/>
              </a:solidFill>
              <a:effectLst/>
              <a:uFillTx/>
              <a:latin typeface="Arial"/>
            </a:endParaRPr>
          </a:p>
        </p:txBody>
      </p:sp>
      <p:grpSp>
        <p:nvGrpSpPr>
          <p:cNvPr id="148" name="Google Shape;39;p5"/>
          <p:cNvGrpSpPr/>
          <p:nvPr/>
        </p:nvGrpSpPr>
        <p:grpSpPr>
          <a:xfrm>
            <a:off x="0" y="4370400"/>
            <a:ext cx="9141120" cy="770040"/>
            <a:chOff x="0" y="4370400"/>
            <a:chExt cx="9141120" cy="770040"/>
          </a:xfrm>
        </p:grpSpPr>
        <p:pic>
          <p:nvPicPr>
            <p:cNvPr id="149" name="Google Shape;40;p5"/>
            <p:cNvPicPr/>
            <p:nvPr/>
          </p:nvPicPr>
          <p:blipFill>
            <a:blip r:embed="rId2">
              <a:alphaModFix amt="29000"/>
            </a:blip>
            <a:srcRect t="138" b="43623"/>
            <a:stretch/>
          </p:blipFill>
          <p:spPr>
            <a:xfrm>
              <a:off x="0" y="4370400"/>
              <a:ext cx="3043440" cy="770040"/>
            </a:xfrm>
            <a:prstGeom prst="rect">
              <a:avLst/>
            </a:prstGeom>
            <a:noFill/>
            <a:ln w="0">
              <a:noFill/>
            </a:ln>
          </p:spPr>
        </p:pic>
        <p:pic>
          <p:nvPicPr>
            <p:cNvPr id="150" name="Google Shape;41;p5"/>
            <p:cNvPicPr/>
            <p:nvPr/>
          </p:nvPicPr>
          <p:blipFill>
            <a:blip r:embed="rId3">
              <a:alphaModFix amt="29000"/>
            </a:blip>
            <a:srcRect t="138" b="43623"/>
            <a:stretch/>
          </p:blipFill>
          <p:spPr>
            <a:xfrm>
              <a:off x="3051000" y="4370400"/>
              <a:ext cx="3043440" cy="770040"/>
            </a:xfrm>
            <a:prstGeom prst="rect">
              <a:avLst/>
            </a:prstGeom>
            <a:noFill/>
            <a:ln w="0">
              <a:noFill/>
            </a:ln>
          </p:spPr>
        </p:pic>
        <p:pic>
          <p:nvPicPr>
            <p:cNvPr id="151" name="Google Shape;42;p5"/>
            <p:cNvPicPr/>
            <p:nvPr/>
          </p:nvPicPr>
          <p:blipFill>
            <a:blip r:embed="rId4">
              <a:alphaModFix amt="29000"/>
            </a:blip>
            <a:srcRect t="138" b="43623"/>
            <a:stretch/>
          </p:blipFill>
          <p:spPr>
            <a:xfrm>
              <a:off x="6097680" y="4370400"/>
              <a:ext cx="3043440" cy="770040"/>
            </a:xfrm>
            <a:prstGeom prst="rect">
              <a:avLst/>
            </a:prstGeom>
            <a:noFill/>
            <a:ln w="0">
              <a:noFill/>
            </a:ln>
          </p:spPr>
        </p:pic>
      </p:grpSp>
      <p:sp>
        <p:nvSpPr>
          <p:cNvPr id="152" name="PlaceHolder 1"/>
          <p:cNvSpPr>
            <a:spLocks noGrp="1"/>
          </p:cNvSpPr>
          <p:nvPr>
            <p:ph type="sldNum" idx="8"/>
          </p:nvPr>
        </p:nvSpPr>
        <p:spPr>
          <a:xfrm>
            <a:off x="8229600" y="4864680"/>
            <a:ext cx="470880" cy="91800"/>
          </a:xfrm>
          <a:prstGeom prst="rect">
            <a:avLst/>
          </a:prstGeom>
          <a:noFill/>
          <a:ln w="0">
            <a:noFill/>
          </a:ln>
        </p:spPr>
        <p:txBody>
          <a:bodyPr lIns="0" tIns="0" rIns="0" bIns="0" anchor="b">
            <a:spAutoFit/>
          </a:bodyPr>
          <a:lstStyle>
            <a:lvl1pPr indent="0" algn="r">
              <a:lnSpc>
                <a:spcPct val="100000"/>
              </a:lnSpc>
              <a:buNone/>
              <a:tabLst>
                <a:tab pos="0" algn="l"/>
              </a:tabLst>
              <a:defRPr lang="en" sz="600" b="0" u="none" strike="noStrike">
                <a:solidFill>
                  <a:srgbClr val="929292"/>
                </a:solidFill>
                <a:effectLst/>
                <a:uFillTx/>
                <a:latin typeface="Arial"/>
                <a:ea typeface="Arial"/>
              </a:defRPr>
            </a:lvl1pPr>
          </a:lstStyle>
          <a:p>
            <a:pPr indent="0" algn="r">
              <a:lnSpc>
                <a:spcPct val="100000"/>
              </a:lnSpc>
              <a:buNone/>
              <a:tabLst>
                <a:tab pos="0" algn="l"/>
              </a:tabLst>
            </a:pPr>
            <a:fld id="{E88EF71F-1C86-45D4-B33D-E867BB467DB2}" type="slidenum">
              <a:rPr lang="en" sz="600" b="0" u="none" strike="noStrike">
                <a:solidFill>
                  <a:srgbClr val="929292"/>
                </a:solidFill>
                <a:effectLst/>
                <a:uFillTx/>
                <a:latin typeface="Arial"/>
                <a:ea typeface="Arial"/>
              </a:rPr>
              <a:t>‹#›</a:t>
            </a:fld>
            <a:endParaRPr lang="en-GB" sz="600" b="0" u="none" strike="noStrike">
              <a:solidFill>
                <a:srgbClr val="000000"/>
              </a:solidFill>
              <a:effectLst/>
              <a:uFillTx/>
              <a:latin typeface="Times New Roman"/>
            </a:endParaRPr>
          </a:p>
        </p:txBody>
      </p:sp>
      <p:sp>
        <p:nvSpPr>
          <p:cNvPr id="153" name="Google Shape;44;p5"/>
          <p:cNvSpPr/>
          <p:nvPr/>
        </p:nvSpPr>
        <p:spPr>
          <a:xfrm>
            <a:off x="457200" y="4846320"/>
            <a:ext cx="132480" cy="125640"/>
          </a:xfrm>
          <a:custGeom>
            <a:avLst/>
            <a:gdLst>
              <a:gd name="textAreaLeft" fmla="*/ 0 w 132480"/>
              <a:gd name="textAreaRight" fmla="*/ 135360 w 132480"/>
              <a:gd name="textAreaTop" fmla="*/ 0 h 125640"/>
              <a:gd name="textAreaBottom" fmla="*/ 128520 h 125640"/>
            </a:gdLst>
            <a:ahLst/>
            <a:cxnLst/>
            <a:rect l="textAreaLeft" t="textAreaTop" r="textAreaRight" b="textAreaBottom"/>
            <a:pathLst>
              <a:path w="5409981" h="514350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154" name="PlaceHolder 2"/>
          <p:cNvSpPr>
            <a:spLocks noGrp="1"/>
          </p:cNvSpPr>
          <p:nvPr>
            <p:ph type="title"/>
          </p:nvPr>
        </p:nvSpPr>
        <p:spPr>
          <a:xfrm>
            <a:off x="367920" y="274320"/>
            <a:ext cx="8341920" cy="362880"/>
          </a:xfrm>
          <a:prstGeom prst="rect">
            <a:avLst/>
          </a:prstGeom>
          <a:noFill/>
          <a:ln w="0">
            <a:noFill/>
          </a:ln>
        </p:spPr>
        <p:txBody>
          <a:bodyPr lIns="91440" tIns="91440" rIns="91440" bIns="91440" anchor="t">
            <a:noAutofit/>
          </a:bodyPr>
          <a:lstStyle/>
          <a:p>
            <a:pPr indent="0">
              <a:lnSpc>
                <a:spcPct val="100000"/>
              </a:lnSpc>
              <a:buNone/>
              <a:tabLst>
                <a:tab pos="0" algn="l"/>
              </a:tabLst>
            </a:pPr>
            <a:r>
              <a:rPr lang="en-GB" sz="2600" b="0" u="none" strike="noStrike">
                <a:solidFill>
                  <a:srgbClr val="000000"/>
                </a:solidFill>
                <a:effectLst/>
                <a:uFillTx/>
                <a:latin typeface="Arial"/>
              </a:rPr>
              <a:t>Click to edit the title text format</a:t>
            </a:r>
          </a:p>
        </p:txBody>
      </p:sp>
      <p:sp>
        <p:nvSpPr>
          <p:cNvPr id="155" name="Google Shape;47;p5"/>
          <p:cNvSpPr/>
          <p:nvPr/>
        </p:nvSpPr>
        <p:spPr>
          <a:xfrm>
            <a:off x="2883240" y="1954080"/>
            <a:ext cx="2665800" cy="397440"/>
          </a:xfrm>
          <a:prstGeom prst="rect">
            <a:avLst/>
          </a:prstGeom>
          <a:noFill/>
          <a:ln w="0">
            <a:noFill/>
          </a:ln>
        </p:spPr>
        <p:style>
          <a:lnRef idx="0">
            <a:scrgbClr r="0" g="0" b="0"/>
          </a:lnRef>
          <a:fillRef idx="0">
            <a:scrgbClr r="0" g="0" b="0"/>
          </a:fillRef>
          <a:effectRef idx="0">
            <a:scrgbClr r="0" g="0" b="0"/>
          </a:effectRef>
          <a:fontRef idx="minor"/>
        </p:style>
        <p:txBody>
          <a:bodyPr lIns="90000" tIns="91440" rIns="90000" bIns="91440" anchor="t">
            <a:sp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156" name="Google Shape;48;p5"/>
          <p:cNvSpPr/>
          <p:nvPr/>
        </p:nvSpPr>
        <p:spPr>
          <a:xfrm>
            <a:off x="660600" y="4866840"/>
            <a:ext cx="1678320" cy="8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tabLst>
                <a:tab pos="0" algn="l"/>
              </a:tabLst>
            </a:pPr>
            <a:r>
              <a:rPr lang="en" sz="600" b="0" u="none" strike="noStrike">
                <a:solidFill>
                  <a:srgbClr val="929292"/>
                </a:solidFill>
                <a:effectLst/>
                <a:uFillTx/>
                <a:latin typeface="Arial"/>
                <a:ea typeface="Arial"/>
              </a:rPr>
              <a:t>© 2026 Snowflake Inc. All Rights Reserved</a:t>
            </a:r>
            <a:endParaRPr lang="en-GB" sz="600" b="0" u="none" strike="noStrike">
              <a:solidFill>
                <a:srgbClr val="000000"/>
              </a:solidFill>
              <a:effectLst/>
              <a:uFillTx/>
              <a:latin typeface="Arial"/>
            </a:endParaRPr>
          </a:p>
        </p:txBody>
      </p:sp>
      <p:sp>
        <p:nvSpPr>
          <p:cNvPr id="157" name="Google Shape;49;p5"/>
          <p:cNvSpPr/>
          <p:nvPr/>
        </p:nvSpPr>
        <p:spPr>
          <a:xfrm>
            <a:off x="0" y="343440"/>
            <a:ext cx="134280" cy="362880"/>
          </a:xfrm>
          <a:prstGeom prst="rect">
            <a:avLst/>
          </a:prstGeom>
          <a:solidFill>
            <a:schemeClr val="accent1"/>
          </a:solidFill>
          <a:ln w="0">
            <a:noFill/>
          </a:ln>
        </p:spPr>
        <p:style>
          <a:lnRef idx="0">
            <a:scrgbClr r="0" g="0" b="0"/>
          </a:lnRef>
          <a:fillRef idx="0">
            <a:scrgbClr r="0" g="0" b="0"/>
          </a:fillRef>
          <a:effectRef idx="0">
            <a:scrgbClr r="0" g="0" b="0"/>
          </a:effectRef>
          <a:fontRef idx="minor"/>
        </p:style>
        <p:txBody>
          <a:bodyPr lIns="90000" tIns="91440" rIns="90000" bIns="9144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158" name="PlaceHolder 3"/>
          <p:cNvSpPr>
            <a:spLocks noGrp="1"/>
          </p:cNvSpPr>
          <p:nvPr>
            <p:ph type="body"/>
          </p:nvPr>
        </p:nvSpPr>
        <p:spPr>
          <a:xfrm>
            <a:off x="457200" y="1203480"/>
            <a:ext cx="8226720" cy="2980440"/>
          </a:xfrm>
          <a:prstGeom prst="rect">
            <a:avLst/>
          </a:prstGeom>
          <a:noFill/>
          <a:ln w="0">
            <a:noFill/>
          </a:ln>
        </p:spPr>
        <p:txBody>
          <a:bodyPr lIns="0" tIns="0" rIns="0" bIns="0" anchor="t">
            <a:normAutofit/>
          </a:bodyPr>
          <a:lstStyle/>
          <a:p>
            <a:pPr marL="432000" indent="-324000">
              <a:lnSpc>
                <a:spcPct val="100000"/>
              </a:lnSpc>
              <a:spcBef>
                <a:spcPts val="1417"/>
              </a:spcBef>
              <a:buClr>
                <a:srgbClr val="000000"/>
              </a:buClr>
              <a:buSzPct val="45000"/>
              <a:buFont typeface="Wingdings" charset="2"/>
              <a:buChar char=""/>
            </a:pPr>
            <a:r>
              <a:rPr lang="en-GB" sz="14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4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4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4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Seventh Outline Level</a:t>
            </a: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reserve="1">
  <p:cSld name="Multi-use layout_1_1_1">
    <p:bg>
      <p:bgPr>
        <a:solidFill>
          <a:schemeClr val="lt1"/>
        </a:solidFill>
        <a:effectLst/>
      </p:bgPr>
    </p:bg>
    <p:spTree>
      <p:nvGrpSpPr>
        <p:cNvPr id="1" name=""/>
        <p:cNvGrpSpPr/>
        <p:nvPr/>
      </p:nvGrpSpPr>
      <p:grpSpPr>
        <a:xfrm>
          <a:off x="0" y="0"/>
          <a:ext cx="0" cy="0"/>
          <a:chOff x="0" y="0"/>
          <a:chExt cx="0" cy="0"/>
        </a:xfrm>
      </p:grpSpPr>
      <p:sp>
        <p:nvSpPr>
          <p:cNvPr id="159" name="Google Shape;9;p1"/>
          <p:cNvSpPr/>
          <p:nvPr/>
        </p:nvSpPr>
        <p:spPr>
          <a:xfrm>
            <a:off x="3837240" y="-655560"/>
            <a:ext cx="5303880" cy="16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a:lnSpc>
                <a:spcPct val="100000"/>
              </a:lnSpc>
              <a:tabLst>
                <a:tab pos="0" algn="l"/>
              </a:tabLst>
            </a:pPr>
            <a:r>
              <a:rPr lang="en" sz="800" b="0" u="none" strike="noStrike">
                <a:solidFill>
                  <a:srgbClr val="C8C8C8"/>
                </a:solidFill>
                <a:effectLst/>
                <a:uFillTx/>
                <a:latin typeface="Arial"/>
                <a:ea typeface="Arial"/>
              </a:rPr>
              <a:t>SNOWFLAKE GSLIDES THEME 2026.01</a:t>
            </a:r>
            <a:endParaRPr lang="en-GB" sz="800" b="0" u="none" strike="noStrike">
              <a:solidFill>
                <a:srgbClr val="000000"/>
              </a:solidFill>
              <a:effectLst/>
              <a:uFillTx/>
              <a:latin typeface="Arial"/>
            </a:endParaRPr>
          </a:p>
        </p:txBody>
      </p:sp>
      <p:pic>
        <p:nvPicPr>
          <p:cNvPr id="160" name="Google Shape;51;p6"/>
          <p:cNvPicPr/>
          <p:nvPr/>
        </p:nvPicPr>
        <p:blipFill>
          <a:blip r:embed="rId2"/>
          <a:srcRect l="22822"/>
          <a:stretch/>
        </p:blipFill>
        <p:spPr>
          <a:xfrm flipH="1">
            <a:off x="7785360" y="2935800"/>
            <a:ext cx="1365120" cy="1928520"/>
          </a:xfrm>
          <a:prstGeom prst="rect">
            <a:avLst/>
          </a:prstGeom>
          <a:noFill/>
          <a:ln w="0">
            <a:noFill/>
          </a:ln>
        </p:spPr>
      </p:pic>
      <p:sp>
        <p:nvSpPr>
          <p:cNvPr id="161" name="PlaceHolder 1"/>
          <p:cNvSpPr>
            <a:spLocks noGrp="1"/>
          </p:cNvSpPr>
          <p:nvPr>
            <p:ph type="sldNum" idx="9"/>
          </p:nvPr>
        </p:nvSpPr>
        <p:spPr>
          <a:xfrm>
            <a:off x="8229600" y="4864680"/>
            <a:ext cx="470880" cy="91800"/>
          </a:xfrm>
          <a:prstGeom prst="rect">
            <a:avLst/>
          </a:prstGeom>
          <a:noFill/>
          <a:ln w="0">
            <a:noFill/>
          </a:ln>
        </p:spPr>
        <p:txBody>
          <a:bodyPr lIns="0" tIns="0" rIns="0" bIns="0" anchor="b">
            <a:spAutoFit/>
          </a:bodyPr>
          <a:lstStyle>
            <a:lvl1pPr indent="0" algn="r">
              <a:lnSpc>
                <a:spcPct val="100000"/>
              </a:lnSpc>
              <a:buNone/>
              <a:tabLst>
                <a:tab pos="0" algn="l"/>
              </a:tabLst>
              <a:defRPr lang="en" sz="600" b="0" u="none" strike="noStrike">
                <a:solidFill>
                  <a:srgbClr val="929292"/>
                </a:solidFill>
                <a:effectLst/>
                <a:uFillTx/>
                <a:latin typeface="Arial"/>
                <a:ea typeface="Arial"/>
              </a:defRPr>
            </a:lvl1pPr>
          </a:lstStyle>
          <a:p>
            <a:pPr indent="0" algn="r">
              <a:lnSpc>
                <a:spcPct val="100000"/>
              </a:lnSpc>
              <a:buNone/>
              <a:tabLst>
                <a:tab pos="0" algn="l"/>
              </a:tabLst>
            </a:pPr>
            <a:fld id="{3C8E8A9E-2AF1-4C6A-81A4-A787D0F0DB05}" type="slidenum">
              <a:rPr lang="en" sz="600" b="0" u="none" strike="noStrike">
                <a:solidFill>
                  <a:srgbClr val="929292"/>
                </a:solidFill>
                <a:effectLst/>
                <a:uFillTx/>
                <a:latin typeface="Arial"/>
                <a:ea typeface="Arial"/>
              </a:rPr>
              <a:t>‹#›</a:t>
            </a:fld>
            <a:endParaRPr lang="en-GB" sz="600" b="0" u="none" strike="noStrike">
              <a:solidFill>
                <a:srgbClr val="000000"/>
              </a:solidFill>
              <a:effectLst/>
              <a:uFillTx/>
              <a:latin typeface="Times New Roman"/>
            </a:endParaRPr>
          </a:p>
        </p:txBody>
      </p:sp>
      <p:sp>
        <p:nvSpPr>
          <p:cNvPr id="162" name="Google Shape;53;p6"/>
          <p:cNvSpPr/>
          <p:nvPr/>
        </p:nvSpPr>
        <p:spPr>
          <a:xfrm>
            <a:off x="457200" y="4846320"/>
            <a:ext cx="132480" cy="125640"/>
          </a:xfrm>
          <a:custGeom>
            <a:avLst/>
            <a:gdLst>
              <a:gd name="textAreaLeft" fmla="*/ 0 w 132480"/>
              <a:gd name="textAreaRight" fmla="*/ 135360 w 132480"/>
              <a:gd name="textAreaTop" fmla="*/ 0 h 125640"/>
              <a:gd name="textAreaBottom" fmla="*/ 128520 h 125640"/>
            </a:gdLst>
            <a:ahLst/>
            <a:cxnLst/>
            <a:rect l="textAreaLeft" t="textAreaTop" r="textAreaRight" b="textAreaBottom"/>
            <a:pathLst>
              <a:path w="5409981" h="514350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163" name="PlaceHolder 2"/>
          <p:cNvSpPr>
            <a:spLocks noGrp="1"/>
          </p:cNvSpPr>
          <p:nvPr>
            <p:ph type="title"/>
          </p:nvPr>
        </p:nvSpPr>
        <p:spPr>
          <a:xfrm>
            <a:off x="367920" y="274320"/>
            <a:ext cx="8341920" cy="362880"/>
          </a:xfrm>
          <a:prstGeom prst="rect">
            <a:avLst/>
          </a:prstGeom>
          <a:noFill/>
          <a:ln w="0">
            <a:noFill/>
          </a:ln>
        </p:spPr>
        <p:txBody>
          <a:bodyPr lIns="91440" tIns="91440" rIns="91440" bIns="91440" anchor="t">
            <a:noAutofit/>
          </a:bodyPr>
          <a:lstStyle/>
          <a:p>
            <a:pPr indent="0">
              <a:lnSpc>
                <a:spcPct val="100000"/>
              </a:lnSpc>
              <a:buNone/>
              <a:tabLst>
                <a:tab pos="0" algn="l"/>
              </a:tabLst>
            </a:pPr>
            <a:r>
              <a:rPr lang="en-GB" sz="2600" b="0" u="none" strike="noStrike">
                <a:solidFill>
                  <a:srgbClr val="000000"/>
                </a:solidFill>
                <a:effectLst/>
                <a:uFillTx/>
                <a:latin typeface="Arial"/>
              </a:rPr>
              <a:t>Click to edit the title text format</a:t>
            </a:r>
          </a:p>
        </p:txBody>
      </p:sp>
      <p:sp>
        <p:nvSpPr>
          <p:cNvPr id="164" name="Google Shape;56;p6"/>
          <p:cNvSpPr/>
          <p:nvPr/>
        </p:nvSpPr>
        <p:spPr>
          <a:xfrm>
            <a:off x="2883240" y="1954080"/>
            <a:ext cx="2665800" cy="397440"/>
          </a:xfrm>
          <a:prstGeom prst="rect">
            <a:avLst/>
          </a:prstGeom>
          <a:noFill/>
          <a:ln w="0">
            <a:noFill/>
          </a:ln>
        </p:spPr>
        <p:style>
          <a:lnRef idx="0">
            <a:scrgbClr r="0" g="0" b="0"/>
          </a:lnRef>
          <a:fillRef idx="0">
            <a:scrgbClr r="0" g="0" b="0"/>
          </a:fillRef>
          <a:effectRef idx="0">
            <a:scrgbClr r="0" g="0" b="0"/>
          </a:effectRef>
          <a:fontRef idx="minor"/>
        </p:style>
        <p:txBody>
          <a:bodyPr lIns="90000" tIns="91440" rIns="90000" bIns="91440" anchor="t">
            <a:sp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165" name="Google Shape;57;p6"/>
          <p:cNvSpPr/>
          <p:nvPr/>
        </p:nvSpPr>
        <p:spPr>
          <a:xfrm>
            <a:off x="660600" y="4866840"/>
            <a:ext cx="1678320" cy="8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tabLst>
                <a:tab pos="0" algn="l"/>
              </a:tabLst>
            </a:pPr>
            <a:r>
              <a:rPr lang="en" sz="600" b="0" u="none" strike="noStrike">
                <a:solidFill>
                  <a:srgbClr val="929292"/>
                </a:solidFill>
                <a:effectLst/>
                <a:uFillTx/>
                <a:latin typeface="Arial"/>
                <a:ea typeface="Arial"/>
              </a:rPr>
              <a:t>© 2026 Snowflake Inc. All Rights Reserved</a:t>
            </a:r>
            <a:endParaRPr lang="en-GB" sz="600" b="0" u="none" strike="noStrike">
              <a:solidFill>
                <a:srgbClr val="000000"/>
              </a:solidFill>
              <a:effectLst/>
              <a:uFillTx/>
              <a:latin typeface="Arial"/>
            </a:endParaRPr>
          </a:p>
        </p:txBody>
      </p:sp>
      <p:sp>
        <p:nvSpPr>
          <p:cNvPr id="166" name="Google Shape;58;p6"/>
          <p:cNvSpPr/>
          <p:nvPr/>
        </p:nvSpPr>
        <p:spPr>
          <a:xfrm>
            <a:off x="0" y="343440"/>
            <a:ext cx="134280" cy="362880"/>
          </a:xfrm>
          <a:prstGeom prst="rect">
            <a:avLst/>
          </a:prstGeom>
          <a:solidFill>
            <a:schemeClr val="accent1"/>
          </a:solidFill>
          <a:ln w="0">
            <a:noFill/>
          </a:ln>
        </p:spPr>
        <p:style>
          <a:lnRef idx="0">
            <a:scrgbClr r="0" g="0" b="0"/>
          </a:lnRef>
          <a:fillRef idx="0">
            <a:scrgbClr r="0" g="0" b="0"/>
          </a:fillRef>
          <a:effectRef idx="0">
            <a:scrgbClr r="0" g="0" b="0"/>
          </a:effectRef>
          <a:fontRef idx="minor"/>
        </p:style>
        <p:txBody>
          <a:bodyPr lIns="90000" tIns="91440" rIns="90000" bIns="9144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167" name="PlaceHolder 3"/>
          <p:cNvSpPr>
            <a:spLocks noGrp="1"/>
          </p:cNvSpPr>
          <p:nvPr>
            <p:ph type="body"/>
          </p:nvPr>
        </p:nvSpPr>
        <p:spPr>
          <a:xfrm>
            <a:off x="457200" y="1203480"/>
            <a:ext cx="8226720" cy="2980440"/>
          </a:xfrm>
          <a:prstGeom prst="rect">
            <a:avLst/>
          </a:prstGeom>
          <a:noFill/>
          <a:ln w="0">
            <a:noFill/>
          </a:ln>
        </p:spPr>
        <p:txBody>
          <a:bodyPr lIns="0" tIns="0" rIns="0" bIns="0" anchor="t">
            <a:normAutofit/>
          </a:bodyPr>
          <a:lstStyle/>
          <a:p>
            <a:pPr marL="432000" indent="-324000">
              <a:lnSpc>
                <a:spcPct val="100000"/>
              </a:lnSpc>
              <a:spcBef>
                <a:spcPts val="1417"/>
              </a:spcBef>
              <a:buClr>
                <a:srgbClr val="000000"/>
              </a:buClr>
              <a:buSzPct val="45000"/>
              <a:buFont typeface="Wingdings" charset="2"/>
              <a:buChar char=""/>
            </a:pPr>
            <a:r>
              <a:rPr lang="en-GB" sz="14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4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4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4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Seventh Outline Level</a:t>
            </a: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blank" preserve="1">
  <p:cSld name="Agenda">
    <p:bg>
      <p:bgPr>
        <a:solidFill>
          <a:schemeClr val="lt1"/>
        </a:solidFill>
        <a:effectLst/>
      </p:bgPr>
    </p:bg>
    <p:spTree>
      <p:nvGrpSpPr>
        <p:cNvPr id="1" name=""/>
        <p:cNvGrpSpPr/>
        <p:nvPr/>
      </p:nvGrpSpPr>
      <p:grpSpPr>
        <a:xfrm>
          <a:off x="0" y="0"/>
          <a:ext cx="0" cy="0"/>
          <a:chOff x="0" y="0"/>
          <a:chExt cx="0" cy="0"/>
        </a:xfrm>
      </p:grpSpPr>
      <p:sp>
        <p:nvSpPr>
          <p:cNvPr id="168" name="Google Shape;9;p1"/>
          <p:cNvSpPr/>
          <p:nvPr/>
        </p:nvSpPr>
        <p:spPr>
          <a:xfrm>
            <a:off x="3837240" y="-655560"/>
            <a:ext cx="5303880" cy="16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a:lnSpc>
                <a:spcPct val="100000"/>
              </a:lnSpc>
              <a:tabLst>
                <a:tab pos="0" algn="l"/>
              </a:tabLst>
            </a:pPr>
            <a:r>
              <a:rPr lang="en" sz="800" b="0" u="none" strike="noStrike">
                <a:solidFill>
                  <a:srgbClr val="C8C8C8"/>
                </a:solidFill>
                <a:effectLst/>
                <a:uFillTx/>
                <a:latin typeface="Arial"/>
                <a:ea typeface="Arial"/>
              </a:rPr>
              <a:t>SNOWFLAKE GSLIDES THEME 2026.01</a:t>
            </a:r>
            <a:endParaRPr lang="en-GB" sz="800" b="0" u="none" strike="noStrike">
              <a:solidFill>
                <a:srgbClr val="000000"/>
              </a:solidFill>
              <a:effectLst/>
              <a:uFillTx/>
              <a:latin typeface="Arial"/>
            </a:endParaRPr>
          </a:p>
        </p:txBody>
      </p:sp>
      <p:sp>
        <p:nvSpPr>
          <p:cNvPr id="169" name="Google Shape;98;p11"/>
          <p:cNvSpPr/>
          <p:nvPr/>
        </p:nvSpPr>
        <p:spPr>
          <a:xfrm>
            <a:off x="2291760" y="0"/>
            <a:ext cx="6849360" cy="5140800"/>
          </a:xfrm>
          <a:prstGeom prst="rect">
            <a:avLst/>
          </a:prstGeom>
          <a:solidFill>
            <a:schemeClr val="dk2"/>
          </a:solidFill>
          <a:ln w="0">
            <a:noFill/>
          </a:ln>
        </p:spPr>
        <p:style>
          <a:lnRef idx="0">
            <a:scrgbClr r="0" g="0" b="0"/>
          </a:lnRef>
          <a:fillRef idx="0">
            <a:scrgbClr r="0" g="0" b="0"/>
          </a:fillRef>
          <a:effectRef idx="0">
            <a:scrgbClr r="0" g="0" b="0"/>
          </a:effectRef>
          <a:fontRef idx="minor"/>
        </p:style>
        <p:txBody>
          <a:bodyPr lIns="90000" tIns="91440" rIns="90000" bIns="91440" anchor="ctr">
            <a:noAutofit/>
          </a:bodyPr>
          <a:lstStyle/>
          <a:p>
            <a:pPr>
              <a:lnSpc>
                <a:spcPct val="100000"/>
              </a:lnSpc>
              <a:tabLst>
                <a:tab pos="0" algn="l"/>
              </a:tabLst>
            </a:pPr>
            <a:endParaRPr lang="en-GB" sz="1400" b="0" u="none" strike="noStrike">
              <a:solidFill>
                <a:srgbClr val="FFFFFF"/>
              </a:solidFill>
              <a:effectLst/>
              <a:uFillTx/>
              <a:latin typeface="Arial"/>
            </a:endParaRPr>
          </a:p>
        </p:txBody>
      </p:sp>
      <p:sp>
        <p:nvSpPr>
          <p:cNvPr id="170" name="PlaceHolder 1"/>
          <p:cNvSpPr>
            <a:spLocks noGrp="1"/>
          </p:cNvSpPr>
          <p:nvPr>
            <p:ph type="body"/>
          </p:nvPr>
        </p:nvSpPr>
        <p:spPr>
          <a:xfrm>
            <a:off x="365760" y="274320"/>
            <a:ext cx="1923120" cy="682920"/>
          </a:xfrm>
          <a:prstGeom prst="rect">
            <a:avLst/>
          </a:prstGeom>
          <a:noFill/>
          <a:ln w="0">
            <a:noFill/>
          </a:ln>
        </p:spPr>
        <p:txBody>
          <a:bodyPr lIns="91440" tIns="91440" rIns="91440" bIns="91440" anchor="t">
            <a:noAutofit/>
          </a:bodyPr>
          <a:lstStyle/>
          <a:p>
            <a:pPr marL="432000" indent="-324000">
              <a:lnSpc>
                <a:spcPct val="100000"/>
              </a:lnSpc>
              <a:spcBef>
                <a:spcPts val="1417"/>
              </a:spcBef>
              <a:buClr>
                <a:srgbClr val="000000"/>
              </a:buClr>
              <a:buSzPct val="45000"/>
              <a:buFont typeface="Wingdings" charset="2"/>
              <a:buChar char=""/>
            </a:pPr>
            <a:r>
              <a:rPr lang="en-GB" sz="26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26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26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26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26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26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2600" b="0" u="none" strike="noStrike">
                <a:solidFill>
                  <a:srgbClr val="000000"/>
                </a:solidFill>
                <a:effectLst/>
                <a:uFillTx/>
                <a:latin typeface="Arial"/>
              </a:rPr>
              <a:t>Seventh Outline Level</a:t>
            </a:r>
          </a:p>
        </p:txBody>
      </p:sp>
      <p:sp>
        <p:nvSpPr>
          <p:cNvPr id="171" name="PlaceHolder 2"/>
          <p:cNvSpPr>
            <a:spLocks noGrp="1"/>
          </p:cNvSpPr>
          <p:nvPr>
            <p:ph type="sldNum" idx="10"/>
          </p:nvPr>
        </p:nvSpPr>
        <p:spPr>
          <a:xfrm>
            <a:off x="8229600" y="4862520"/>
            <a:ext cx="470880" cy="91800"/>
          </a:xfrm>
          <a:prstGeom prst="rect">
            <a:avLst/>
          </a:prstGeom>
          <a:noFill/>
          <a:ln w="0">
            <a:noFill/>
          </a:ln>
        </p:spPr>
        <p:txBody>
          <a:bodyPr lIns="0" tIns="0" rIns="0" bIns="0" anchor="b">
            <a:spAutoFit/>
          </a:bodyPr>
          <a:lstStyle>
            <a:lvl1pPr indent="0" algn="r">
              <a:lnSpc>
                <a:spcPct val="100000"/>
              </a:lnSpc>
              <a:buNone/>
              <a:tabLst>
                <a:tab pos="0" algn="l"/>
              </a:tabLst>
              <a:defRPr lang="en" sz="600" b="0" u="none" strike="noStrike">
                <a:solidFill>
                  <a:srgbClr val="EFEFEF"/>
                </a:solidFill>
                <a:effectLst/>
                <a:uFillTx/>
                <a:latin typeface="Arial"/>
                <a:ea typeface="Arial"/>
              </a:defRPr>
            </a:lvl1pPr>
          </a:lstStyle>
          <a:p>
            <a:pPr indent="0" algn="r">
              <a:lnSpc>
                <a:spcPct val="100000"/>
              </a:lnSpc>
              <a:buNone/>
              <a:tabLst>
                <a:tab pos="0" algn="l"/>
              </a:tabLst>
            </a:pPr>
            <a:fld id="{90117CA7-8FF6-4D22-B8B8-334C21E77CD6}" type="slidenum">
              <a:rPr lang="en" sz="600" b="0" u="none" strike="noStrike">
                <a:solidFill>
                  <a:srgbClr val="EFEFEF"/>
                </a:solidFill>
                <a:effectLst/>
                <a:uFillTx/>
                <a:latin typeface="Arial"/>
                <a:ea typeface="Arial"/>
              </a:rPr>
              <a:t>‹#›</a:t>
            </a:fld>
            <a:endParaRPr lang="en-GB" sz="600" b="0" u="none" strike="noStrike">
              <a:solidFill>
                <a:srgbClr val="000000"/>
              </a:solidFill>
              <a:effectLst/>
              <a:uFillTx/>
              <a:latin typeface="Times New Roman"/>
            </a:endParaRPr>
          </a:p>
        </p:txBody>
      </p:sp>
      <p:sp>
        <p:nvSpPr>
          <p:cNvPr id="172" name="Google Shape;101;p11"/>
          <p:cNvSpPr/>
          <p:nvPr/>
        </p:nvSpPr>
        <p:spPr>
          <a:xfrm>
            <a:off x="457200" y="4846320"/>
            <a:ext cx="132480" cy="125640"/>
          </a:xfrm>
          <a:custGeom>
            <a:avLst/>
            <a:gdLst>
              <a:gd name="textAreaLeft" fmla="*/ 0 w 132480"/>
              <a:gd name="textAreaRight" fmla="*/ 135360 w 132480"/>
              <a:gd name="textAreaTop" fmla="*/ 0 h 125640"/>
              <a:gd name="textAreaBottom" fmla="*/ 128520 h 125640"/>
            </a:gdLst>
            <a:ahLst/>
            <a:cxnLst/>
            <a:rect l="textAreaLeft" t="textAreaTop" r="textAreaRight" b="textAreaBottom"/>
            <a:pathLst>
              <a:path w="5409981" h="514350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173" name="Google Shape;102;p11"/>
          <p:cNvSpPr/>
          <p:nvPr/>
        </p:nvSpPr>
        <p:spPr>
          <a:xfrm>
            <a:off x="660600" y="4866840"/>
            <a:ext cx="1678320" cy="8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tabLst>
                <a:tab pos="0" algn="l"/>
              </a:tabLst>
            </a:pPr>
            <a:r>
              <a:rPr lang="en" sz="600" b="0" u="none" strike="noStrike">
                <a:solidFill>
                  <a:srgbClr val="929292"/>
                </a:solidFill>
                <a:effectLst/>
                <a:uFillTx/>
                <a:latin typeface="Arial"/>
                <a:ea typeface="Arial"/>
              </a:rPr>
              <a:t>© 2026 Snowflake Inc. All Rights Reserved</a:t>
            </a:r>
            <a:endParaRPr lang="en-GB" sz="600" b="0" u="none" strike="noStrike">
              <a:solidFill>
                <a:srgbClr val="000000"/>
              </a:solidFill>
              <a:effectLst/>
              <a:uFillTx/>
              <a:latin typeface="Arial"/>
            </a:endParaRPr>
          </a:p>
        </p:txBody>
      </p:sp>
      <p:sp>
        <p:nvSpPr>
          <p:cNvPr id="174" name="PlaceHolder 3"/>
          <p:cNvSpPr>
            <a:spLocks noGrp="1"/>
          </p:cNvSpPr>
          <p:nvPr>
            <p:ph type="body"/>
          </p:nvPr>
        </p:nvSpPr>
        <p:spPr>
          <a:xfrm>
            <a:off x="2961360" y="914400"/>
            <a:ext cx="5722560" cy="3769200"/>
          </a:xfrm>
          <a:prstGeom prst="rect">
            <a:avLst/>
          </a:prstGeom>
          <a:noFill/>
          <a:ln w="0">
            <a:noFill/>
          </a:ln>
        </p:spPr>
        <p:txBody>
          <a:bodyPr lIns="91440" tIns="91440" rIns="91440" bIns="91440" anchor="ctr">
            <a:noAutofit/>
          </a:bodyPr>
          <a:lstStyle/>
          <a:p>
            <a:pPr marL="432000" indent="-324000">
              <a:lnSpc>
                <a:spcPct val="100000"/>
              </a:lnSpc>
              <a:spcBef>
                <a:spcPts val="1417"/>
              </a:spcBef>
              <a:buClr>
                <a:srgbClr val="000000"/>
              </a:buClr>
              <a:buSzPct val="45000"/>
              <a:buFont typeface="Wingdings" charset="2"/>
              <a:buChar char=""/>
            </a:pPr>
            <a:r>
              <a:rPr lang="en-GB" sz="18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8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8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8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Seventh Outline Level</a:t>
            </a:r>
          </a:p>
        </p:txBody>
      </p:sp>
      <p:sp>
        <p:nvSpPr>
          <p:cNvPr id="175" name="Google Shape;104;p11"/>
          <p:cNvSpPr/>
          <p:nvPr/>
        </p:nvSpPr>
        <p:spPr>
          <a:xfrm>
            <a:off x="6369120" y="228600"/>
            <a:ext cx="1319400" cy="1411920"/>
          </a:xfrm>
          <a:custGeom>
            <a:avLst/>
            <a:gdLst>
              <a:gd name="textAreaLeft" fmla="*/ 0 w 1319400"/>
              <a:gd name="textAreaRight" fmla="*/ 1322280 w 1319400"/>
              <a:gd name="textAreaTop" fmla="*/ 0 h 1411920"/>
              <a:gd name="textAreaBottom" fmla="*/ 1414800 h 1411920"/>
            </a:gdLst>
            <a:ahLst/>
            <a:cxnLst/>
            <a:rect l="textAreaLeft" t="textAreaTop" r="textAreaRight" b="textAreaBottom"/>
            <a:pathLst>
              <a:path w="1950" h="2085">
                <a:moveTo>
                  <a:pt x="402" y="0"/>
                </a:moveTo>
                <a:cubicBezTo>
                  <a:pt x="281" y="0"/>
                  <a:pt x="162" y="64"/>
                  <a:pt x="97" y="177"/>
                </a:cubicBezTo>
                <a:cubicBezTo>
                  <a:pt x="0" y="345"/>
                  <a:pt x="57" y="560"/>
                  <a:pt x="226" y="657"/>
                </a:cubicBezTo>
                <a:cubicBezTo>
                  <a:pt x="894" y="1043"/>
                  <a:pt x="894" y="1043"/>
                  <a:pt x="894" y="1043"/>
                </a:cubicBezTo>
                <a:cubicBezTo>
                  <a:pt x="226" y="1428"/>
                  <a:pt x="226" y="1428"/>
                  <a:pt x="226" y="1428"/>
                </a:cubicBezTo>
                <a:cubicBezTo>
                  <a:pt x="57" y="1526"/>
                  <a:pt x="0" y="1740"/>
                  <a:pt x="97" y="1909"/>
                </a:cubicBezTo>
                <a:cubicBezTo>
                  <a:pt x="162" y="2022"/>
                  <a:pt x="280" y="2085"/>
                  <a:pt x="402" y="2085"/>
                </a:cubicBezTo>
                <a:cubicBezTo>
                  <a:pt x="462" y="2085"/>
                  <a:pt x="522" y="2070"/>
                  <a:pt x="578" y="2038"/>
                </a:cubicBezTo>
                <a:cubicBezTo>
                  <a:pt x="1773" y="1347"/>
                  <a:pt x="1773" y="1347"/>
                  <a:pt x="1773" y="1347"/>
                </a:cubicBezTo>
                <a:cubicBezTo>
                  <a:pt x="1853" y="1301"/>
                  <a:pt x="1908" y="1228"/>
                  <a:pt x="1933" y="1146"/>
                </a:cubicBezTo>
                <a:cubicBezTo>
                  <a:pt x="1945" y="1109"/>
                  <a:pt x="1950" y="1070"/>
                  <a:pt x="1949" y="1032"/>
                </a:cubicBezTo>
                <a:cubicBezTo>
                  <a:pt x="1948" y="1004"/>
                  <a:pt x="1944" y="976"/>
                  <a:pt x="1937" y="949"/>
                </a:cubicBezTo>
                <a:cubicBezTo>
                  <a:pt x="1913" y="863"/>
                  <a:pt x="1857" y="786"/>
                  <a:pt x="1773" y="738"/>
                </a:cubicBezTo>
                <a:cubicBezTo>
                  <a:pt x="578" y="48"/>
                  <a:pt x="578" y="48"/>
                  <a:pt x="578" y="48"/>
                </a:cubicBezTo>
                <a:cubicBezTo>
                  <a:pt x="522" y="16"/>
                  <a:pt x="462" y="0"/>
                  <a:pt x="402" y="0"/>
                </a:cubicBezTo>
              </a:path>
            </a:pathLst>
          </a:custGeom>
          <a:solidFill>
            <a:srgbClr val="27B1E3">
              <a:alpha val="12000"/>
            </a:srgbClr>
          </a:solidFill>
          <a:ln w="0">
            <a:noFill/>
          </a:ln>
        </p:spPr>
        <p:style>
          <a:lnRef idx="0">
            <a:scrgbClr r="0" g="0" b="0"/>
          </a:lnRef>
          <a:fillRef idx="0">
            <a:scrgbClr r="0" g="0" b="0"/>
          </a:fillRef>
          <a:effectRef idx="0">
            <a:scrgbClr r="0" g="0" b="0"/>
          </a:effectRef>
          <a:fontRef idx="minor"/>
        </p:style>
        <p:txBody>
          <a:bodyPr lIns="68400" tIns="34200" rIns="68400" bIns="34200" anchor="t">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176" name="Google Shape;105;p11"/>
          <p:cNvSpPr/>
          <p:nvPr/>
        </p:nvSpPr>
        <p:spPr>
          <a:xfrm>
            <a:off x="2295000" y="2766960"/>
            <a:ext cx="2769120" cy="2369160"/>
          </a:xfrm>
          <a:custGeom>
            <a:avLst/>
            <a:gdLst>
              <a:gd name="textAreaLeft" fmla="*/ 0 w 2769120"/>
              <a:gd name="textAreaRight" fmla="*/ 2772000 w 2769120"/>
              <a:gd name="textAreaTop" fmla="*/ 0 h 2369160"/>
              <a:gd name="textAreaBottom" fmla="*/ 2372040 h 2369160"/>
            </a:gdLst>
            <a:ahLst/>
            <a:cxnLst/>
            <a:rect l="textAreaLeft" t="textAreaTop" r="textAreaRight" b="textAreaBottom"/>
            <a:pathLst>
              <a:path w="4248542" h="3635375">
                <a:moveTo>
                  <a:pt x="0" y="0"/>
                </a:moveTo>
                <a:cubicBezTo>
                  <a:pt x="0" y="0"/>
                  <a:pt x="0" y="0"/>
                  <a:pt x="3688930" y="2134683"/>
                </a:cubicBezTo>
                <a:cubicBezTo>
                  <a:pt x="3955829" y="2287388"/>
                  <a:pt x="4133762" y="2532351"/>
                  <a:pt x="4210019" y="2805947"/>
                </a:cubicBezTo>
                <a:cubicBezTo>
                  <a:pt x="4232261" y="2891843"/>
                  <a:pt x="4244971" y="2980921"/>
                  <a:pt x="4248147" y="3069999"/>
                </a:cubicBezTo>
                <a:cubicBezTo>
                  <a:pt x="4251325" y="3190890"/>
                  <a:pt x="4235438" y="3314962"/>
                  <a:pt x="4197309" y="3432672"/>
                </a:cubicBezTo>
                <a:cubicBezTo>
                  <a:pt x="4177450" y="3497890"/>
                  <a:pt x="4151634" y="3561318"/>
                  <a:pt x="4120109" y="3622062"/>
                </a:cubicBezTo>
                <a:lnTo>
                  <a:pt x="4112399" y="3635375"/>
                </a:lnTo>
                <a:lnTo>
                  <a:pt x="0" y="3635375"/>
                </a:lnTo>
                <a:lnTo>
                  <a:pt x="0" y="3623553"/>
                </a:lnTo>
                <a:cubicBezTo>
                  <a:pt x="0" y="3623553"/>
                  <a:pt x="0" y="3623553"/>
                  <a:pt x="896019" y="3104994"/>
                </a:cubicBezTo>
                <a:cubicBezTo>
                  <a:pt x="896019" y="3104994"/>
                  <a:pt x="896019" y="3104994"/>
                  <a:pt x="0" y="2586434"/>
                </a:cubicBezTo>
                <a:cubicBezTo>
                  <a:pt x="0" y="2586434"/>
                  <a:pt x="0" y="2586434"/>
                  <a:pt x="0" y="0"/>
                </a:cubicBezTo>
                <a:close/>
              </a:path>
            </a:pathLst>
          </a:custGeom>
          <a:solidFill>
            <a:srgbClr val="27B1E3">
              <a:alpha val="12000"/>
            </a:srgbClr>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a:lnSpc>
                <a:spcPct val="100000"/>
              </a:lnSpc>
              <a:tabLst>
                <a:tab pos="0" algn="l"/>
              </a:tabLst>
            </a:pPr>
            <a:endParaRPr lang="en-GB" sz="1400" b="0" u="none" strike="noStrike">
              <a:solidFill>
                <a:srgbClr val="000000"/>
              </a:solidFill>
              <a:effectLst/>
              <a:uFillTx/>
              <a:latin typeface="Arial"/>
            </a:endParaRPr>
          </a:p>
        </p:txBody>
      </p:sp>
      <p:sp>
        <p:nvSpPr>
          <p:cNvPr id="177" name="Google Shape;106;p11"/>
          <p:cNvSpPr/>
          <p:nvPr/>
        </p:nvSpPr>
        <p:spPr>
          <a:xfrm>
            <a:off x="0" y="343440"/>
            <a:ext cx="134280" cy="362880"/>
          </a:xfrm>
          <a:prstGeom prst="rect">
            <a:avLst/>
          </a:prstGeom>
          <a:solidFill>
            <a:schemeClr val="accent1"/>
          </a:solidFill>
          <a:ln w="0">
            <a:noFill/>
          </a:ln>
        </p:spPr>
        <p:style>
          <a:lnRef idx="0">
            <a:scrgbClr r="0" g="0" b="0"/>
          </a:lnRef>
          <a:fillRef idx="0">
            <a:scrgbClr r="0" g="0" b="0"/>
          </a:fillRef>
          <a:effectRef idx="0">
            <a:scrgbClr r="0" g="0" b="0"/>
          </a:effectRef>
          <a:fontRef idx="minor"/>
        </p:style>
        <p:txBody>
          <a:bodyPr lIns="90000" tIns="91440" rIns="90000" bIns="9144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pic>
        <p:nvPicPr>
          <p:cNvPr id="178" name="Google Shape;107;p11"/>
          <p:cNvPicPr/>
          <p:nvPr/>
        </p:nvPicPr>
        <p:blipFill>
          <a:blip r:embed="rId2"/>
          <a:srcRect l="16748"/>
          <a:stretch/>
        </p:blipFill>
        <p:spPr>
          <a:xfrm rot="10800000">
            <a:off x="7341120" y="642960"/>
            <a:ext cx="1802880" cy="2367000"/>
          </a:xfrm>
          <a:prstGeom prst="rect">
            <a:avLst/>
          </a:prstGeom>
          <a:noFill/>
          <a:ln w="0">
            <a:noFill/>
          </a:ln>
        </p:spPr>
      </p:pic>
      <p:sp>
        <p:nvSpPr>
          <p:cNvPr id="179" name="PlaceHolder 4"/>
          <p:cNvSpPr>
            <a:spLocks noGrp="1"/>
          </p:cNvSpPr>
          <p:nvPr>
            <p:ph type="title"/>
          </p:nvPr>
        </p:nvSpPr>
        <p:spPr>
          <a:xfrm>
            <a:off x="457200" y="205200"/>
            <a:ext cx="8226720" cy="856080"/>
          </a:xfrm>
          <a:prstGeom prst="rect">
            <a:avLst/>
          </a:prstGeom>
          <a:noFill/>
          <a:ln w="0">
            <a:noFill/>
          </a:ln>
        </p:spPr>
        <p:txBody>
          <a:bodyPr lIns="0" tIns="0" rIns="0" bIns="0" anchor="ctr">
            <a:noAutofit/>
          </a:bodyPr>
          <a:lstStyle/>
          <a:p>
            <a:pPr indent="0">
              <a:lnSpc>
                <a:spcPct val="100000"/>
              </a:lnSpc>
              <a:buNone/>
              <a:tabLst>
                <a:tab pos="0" algn="l"/>
              </a:tabLst>
            </a:pPr>
            <a:r>
              <a:rPr lang="en-GB" sz="1400" b="0" u="none" strike="noStrike">
                <a:solidFill>
                  <a:srgbClr val="000000"/>
                </a:solidFill>
                <a:effectLst/>
                <a:uFillTx/>
                <a:latin typeface="Arial"/>
              </a:rPr>
              <a:t>Click to edit the title text format</a:t>
            </a: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blank" preserve="1">
  <p:cSld name="Data Cloud_1_1_2">
    <p:bg>
      <p:bgPr>
        <a:solidFill>
          <a:schemeClr val="accent1"/>
        </a:solidFill>
        <a:effectLst/>
      </p:bgPr>
    </p:bg>
    <p:spTree>
      <p:nvGrpSpPr>
        <p:cNvPr id="1" name=""/>
        <p:cNvGrpSpPr/>
        <p:nvPr/>
      </p:nvGrpSpPr>
      <p:grpSpPr>
        <a:xfrm>
          <a:off x="0" y="0"/>
          <a:ext cx="0" cy="0"/>
          <a:chOff x="0" y="0"/>
          <a:chExt cx="0" cy="0"/>
        </a:xfrm>
      </p:grpSpPr>
      <p:sp>
        <p:nvSpPr>
          <p:cNvPr id="180" name="Google Shape;9;p1"/>
          <p:cNvSpPr/>
          <p:nvPr/>
        </p:nvSpPr>
        <p:spPr>
          <a:xfrm>
            <a:off x="3837240" y="-655560"/>
            <a:ext cx="5303880" cy="16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a:lnSpc>
                <a:spcPct val="100000"/>
              </a:lnSpc>
              <a:tabLst>
                <a:tab pos="0" algn="l"/>
              </a:tabLst>
            </a:pPr>
            <a:r>
              <a:rPr lang="en" sz="800" b="0" u="none" strike="noStrike">
                <a:solidFill>
                  <a:srgbClr val="C8C8C8"/>
                </a:solidFill>
                <a:effectLst/>
                <a:uFillTx/>
                <a:latin typeface="Arial"/>
                <a:ea typeface="Arial"/>
              </a:rPr>
              <a:t>SNOWFLAKE GSLIDES THEME 2026.01</a:t>
            </a:r>
            <a:endParaRPr lang="en-GB" sz="800" b="0" u="none" strike="noStrike">
              <a:solidFill>
                <a:srgbClr val="000000"/>
              </a:solidFill>
              <a:effectLst/>
              <a:uFillTx/>
              <a:latin typeface="Arial"/>
            </a:endParaRPr>
          </a:p>
        </p:txBody>
      </p:sp>
      <p:sp>
        <p:nvSpPr>
          <p:cNvPr id="181" name="Google Shape;169;p18"/>
          <p:cNvSpPr/>
          <p:nvPr/>
        </p:nvSpPr>
        <p:spPr>
          <a:xfrm>
            <a:off x="456840" y="4898880"/>
            <a:ext cx="1632960" cy="8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tabLst>
                <a:tab pos="0" algn="l"/>
              </a:tabLst>
            </a:pPr>
            <a:r>
              <a:rPr lang="en" sz="600" b="0" u="none" strike="noStrike">
                <a:solidFill>
                  <a:schemeClr val="dk1"/>
                </a:solidFill>
                <a:effectLst/>
                <a:uFillTx/>
                <a:latin typeface="Arial"/>
                <a:ea typeface="Arial"/>
              </a:rPr>
              <a:t>© 2026 Snowflake Inc. All Rights Reserved</a:t>
            </a:r>
            <a:endParaRPr lang="en-GB" sz="600" b="0" u="none" strike="noStrike">
              <a:solidFill>
                <a:srgbClr val="000000"/>
              </a:solidFill>
              <a:effectLst/>
              <a:uFillTx/>
              <a:latin typeface="Arial"/>
            </a:endParaRPr>
          </a:p>
        </p:txBody>
      </p:sp>
      <p:sp>
        <p:nvSpPr>
          <p:cNvPr id="182" name="PlaceHolder 1"/>
          <p:cNvSpPr>
            <a:spLocks noGrp="1"/>
          </p:cNvSpPr>
          <p:nvPr>
            <p:ph type="title"/>
          </p:nvPr>
        </p:nvSpPr>
        <p:spPr>
          <a:xfrm>
            <a:off x="366480" y="1188720"/>
            <a:ext cx="7405920" cy="1917360"/>
          </a:xfrm>
          <a:prstGeom prst="rect">
            <a:avLst/>
          </a:prstGeom>
          <a:noFill/>
          <a:ln w="0">
            <a:noFill/>
          </a:ln>
        </p:spPr>
        <p:txBody>
          <a:bodyPr lIns="91440" tIns="91440" rIns="91440" bIns="91440" anchor="b">
            <a:noAutofit/>
          </a:bodyPr>
          <a:lstStyle/>
          <a:p>
            <a:pPr indent="0">
              <a:lnSpc>
                <a:spcPct val="100000"/>
              </a:lnSpc>
              <a:buNone/>
              <a:tabLst>
                <a:tab pos="0" algn="l"/>
              </a:tabLst>
            </a:pPr>
            <a:r>
              <a:rPr lang="en-GB" sz="4400" b="0" u="none" strike="noStrike">
                <a:solidFill>
                  <a:srgbClr val="000000"/>
                </a:solidFill>
                <a:effectLst/>
                <a:uFillTx/>
                <a:latin typeface="Arial"/>
              </a:rPr>
              <a:t>Click to edit the title text format</a:t>
            </a:r>
          </a:p>
        </p:txBody>
      </p:sp>
      <p:sp>
        <p:nvSpPr>
          <p:cNvPr id="183" name="PlaceHolder 2"/>
          <p:cNvSpPr>
            <a:spLocks noGrp="1"/>
          </p:cNvSpPr>
          <p:nvPr>
            <p:ph type="title"/>
          </p:nvPr>
        </p:nvSpPr>
        <p:spPr>
          <a:xfrm>
            <a:off x="366480" y="3160440"/>
            <a:ext cx="5392080" cy="439560"/>
          </a:xfrm>
          <a:prstGeom prst="rect">
            <a:avLst/>
          </a:prstGeom>
          <a:noFill/>
          <a:ln w="0">
            <a:noFill/>
          </a:ln>
        </p:spPr>
        <p:txBody>
          <a:bodyPr lIns="91440" tIns="91440" rIns="91440" bIns="91440" anchor="t">
            <a:noAutofit/>
          </a:bodyPr>
          <a:lstStyle/>
          <a:p>
            <a:pPr indent="0">
              <a:lnSpc>
                <a:spcPct val="100000"/>
              </a:lnSpc>
              <a:buNone/>
              <a:tabLst>
                <a:tab pos="0" algn="l"/>
              </a:tabLst>
            </a:pPr>
            <a:r>
              <a:rPr lang="en-GB" sz="1800" b="0" u="none" strike="noStrike">
                <a:solidFill>
                  <a:srgbClr val="000000"/>
                </a:solidFill>
                <a:effectLst/>
                <a:uFillTx/>
                <a:latin typeface="Arial"/>
              </a:rPr>
              <a:t>Click to edit the title text format</a:t>
            </a:r>
          </a:p>
        </p:txBody>
      </p:sp>
      <p:sp>
        <p:nvSpPr>
          <p:cNvPr id="184" name="PlaceHolder 3"/>
          <p:cNvSpPr>
            <a:spLocks noGrp="1"/>
          </p:cNvSpPr>
          <p:nvPr>
            <p:ph type="title"/>
          </p:nvPr>
        </p:nvSpPr>
        <p:spPr>
          <a:xfrm>
            <a:off x="366480" y="4359600"/>
            <a:ext cx="4202640" cy="271440"/>
          </a:xfrm>
          <a:prstGeom prst="rect">
            <a:avLst/>
          </a:prstGeom>
          <a:noFill/>
          <a:ln w="0">
            <a:noFill/>
          </a:ln>
        </p:spPr>
        <p:txBody>
          <a:bodyPr lIns="91440" tIns="91440" rIns="91440" bIns="91440" anchor="b">
            <a:noAutofit/>
          </a:bodyPr>
          <a:lstStyle/>
          <a:p>
            <a:pPr indent="0">
              <a:lnSpc>
                <a:spcPct val="100000"/>
              </a:lnSpc>
              <a:buNone/>
              <a:tabLst>
                <a:tab pos="0" algn="l"/>
              </a:tabLst>
            </a:pPr>
            <a:r>
              <a:rPr lang="en-GB" sz="1400" b="0" u="none" strike="noStrike">
                <a:solidFill>
                  <a:srgbClr val="000000"/>
                </a:solidFill>
                <a:effectLst/>
                <a:uFillTx/>
                <a:latin typeface="Arial"/>
              </a:rPr>
              <a:t>Click to edit the title text format</a:t>
            </a:r>
          </a:p>
        </p:txBody>
      </p:sp>
      <p:sp>
        <p:nvSpPr>
          <p:cNvPr id="185" name="Google Shape;173;p18"/>
          <p:cNvSpPr/>
          <p:nvPr/>
        </p:nvSpPr>
        <p:spPr>
          <a:xfrm>
            <a:off x="457200" y="548640"/>
            <a:ext cx="1825920" cy="415080"/>
          </a:xfrm>
          <a:custGeom>
            <a:avLst/>
            <a:gdLst>
              <a:gd name="textAreaLeft" fmla="*/ 0 w 1825920"/>
              <a:gd name="textAreaRight" fmla="*/ 1828800 w 1825920"/>
              <a:gd name="textAreaTop" fmla="*/ 0 h 415080"/>
              <a:gd name="textAreaBottom" fmla="*/ 417960 h 415080"/>
            </a:gdLst>
            <a:ahLst/>
            <a:cxnLst/>
            <a:rect l="textAreaLeft" t="textAreaTop" r="textAreaRight" b="textAreaBottom"/>
            <a:pathLst>
              <a:path w="10771" h="2451">
                <a:moveTo>
                  <a:pt x="10625" y="726"/>
                </a:moveTo>
                <a:lnTo>
                  <a:pt x="10597" y="726"/>
                </a:lnTo>
                <a:lnTo>
                  <a:pt x="10597" y="761"/>
                </a:lnTo>
                <a:lnTo>
                  <a:pt x="10625" y="761"/>
                </a:lnTo>
                <a:cubicBezTo>
                  <a:pt x="10638" y="761"/>
                  <a:pt x="10646" y="756"/>
                  <a:pt x="10646" y="744"/>
                </a:cubicBezTo>
                <a:cubicBezTo>
                  <a:pt x="10646" y="731"/>
                  <a:pt x="10639" y="726"/>
                  <a:pt x="10625" y="726"/>
                </a:cubicBezTo>
                <a:close/>
                <a:moveTo>
                  <a:pt x="10562" y="693"/>
                </a:moveTo>
                <a:lnTo>
                  <a:pt x="10625" y="693"/>
                </a:lnTo>
                <a:cubicBezTo>
                  <a:pt x="10660" y="693"/>
                  <a:pt x="10683" y="712"/>
                  <a:pt x="10683" y="742"/>
                </a:cubicBezTo>
                <a:cubicBezTo>
                  <a:pt x="10683" y="760"/>
                  <a:pt x="10675" y="774"/>
                  <a:pt x="10660" y="783"/>
                </a:cubicBezTo>
                <a:lnTo>
                  <a:pt x="10685" y="820"/>
                </a:lnTo>
                <a:lnTo>
                  <a:pt x="10685" y="827"/>
                </a:lnTo>
                <a:lnTo>
                  <a:pt x="10648" y="827"/>
                </a:lnTo>
                <a:lnTo>
                  <a:pt x="10623" y="791"/>
                </a:lnTo>
                <a:lnTo>
                  <a:pt x="10595" y="791"/>
                </a:lnTo>
                <a:lnTo>
                  <a:pt x="10595" y="827"/>
                </a:lnTo>
                <a:lnTo>
                  <a:pt x="10560" y="827"/>
                </a:lnTo>
                <a:lnTo>
                  <a:pt x="10560" y="693"/>
                </a:lnTo>
                <a:lnTo>
                  <a:pt x="10562" y="693"/>
                </a:lnTo>
                <a:close/>
                <a:moveTo>
                  <a:pt x="10742" y="761"/>
                </a:moveTo>
                <a:cubicBezTo>
                  <a:pt x="10742" y="691"/>
                  <a:pt x="10694" y="636"/>
                  <a:pt x="10622" y="636"/>
                </a:cubicBezTo>
                <a:cubicBezTo>
                  <a:pt x="10551" y="636"/>
                  <a:pt x="10504" y="687"/>
                  <a:pt x="10504" y="761"/>
                </a:cubicBezTo>
                <a:cubicBezTo>
                  <a:pt x="10504" y="832"/>
                  <a:pt x="10551" y="887"/>
                  <a:pt x="10622" y="887"/>
                </a:cubicBezTo>
                <a:cubicBezTo>
                  <a:pt x="10694" y="888"/>
                  <a:pt x="10742" y="834"/>
                  <a:pt x="10742" y="761"/>
                </a:cubicBezTo>
                <a:close/>
                <a:moveTo>
                  <a:pt x="10770" y="761"/>
                </a:moveTo>
                <a:cubicBezTo>
                  <a:pt x="10770" y="846"/>
                  <a:pt x="10713" y="915"/>
                  <a:pt x="10620" y="915"/>
                </a:cubicBezTo>
                <a:cubicBezTo>
                  <a:pt x="10527" y="915"/>
                  <a:pt x="10472" y="844"/>
                  <a:pt x="10472" y="761"/>
                </a:cubicBezTo>
                <a:cubicBezTo>
                  <a:pt x="10472" y="677"/>
                  <a:pt x="10527" y="608"/>
                  <a:pt x="10620" y="608"/>
                </a:cubicBezTo>
                <a:cubicBezTo>
                  <a:pt x="10715" y="608"/>
                  <a:pt x="10770" y="679"/>
                  <a:pt x="10770" y="761"/>
                </a:cubicBezTo>
                <a:close/>
                <a:moveTo>
                  <a:pt x="2384" y="1061"/>
                </a:moveTo>
                <a:lnTo>
                  <a:pt x="2095" y="1228"/>
                </a:lnTo>
                <a:lnTo>
                  <a:pt x="2384" y="1395"/>
                </a:lnTo>
                <a:cubicBezTo>
                  <a:pt x="2457" y="1437"/>
                  <a:pt x="2483" y="1530"/>
                  <a:pt x="2441" y="1603"/>
                </a:cubicBezTo>
                <a:cubicBezTo>
                  <a:pt x="2398" y="1675"/>
                  <a:pt x="2305" y="1700"/>
                  <a:pt x="2233" y="1659"/>
                </a:cubicBezTo>
                <a:lnTo>
                  <a:pt x="1717" y="1361"/>
                </a:lnTo>
                <a:cubicBezTo>
                  <a:pt x="1681" y="1342"/>
                  <a:pt x="1658" y="1310"/>
                  <a:pt x="1648" y="1275"/>
                </a:cubicBezTo>
                <a:cubicBezTo>
                  <a:pt x="1642" y="1259"/>
                  <a:pt x="1641" y="1242"/>
                  <a:pt x="1641" y="1227"/>
                </a:cubicBezTo>
                <a:cubicBezTo>
                  <a:pt x="1641" y="1214"/>
                  <a:pt x="1642" y="1202"/>
                  <a:pt x="1646" y="1191"/>
                </a:cubicBezTo>
                <a:cubicBezTo>
                  <a:pt x="1657" y="1154"/>
                  <a:pt x="1681" y="1121"/>
                  <a:pt x="1717" y="1100"/>
                </a:cubicBezTo>
                <a:lnTo>
                  <a:pt x="2233" y="802"/>
                </a:lnTo>
                <a:cubicBezTo>
                  <a:pt x="2305" y="760"/>
                  <a:pt x="2398" y="784"/>
                  <a:pt x="2441" y="858"/>
                </a:cubicBezTo>
                <a:cubicBezTo>
                  <a:pt x="2483" y="925"/>
                  <a:pt x="2457" y="1019"/>
                  <a:pt x="2384" y="1061"/>
                </a:cubicBezTo>
                <a:close/>
                <a:moveTo>
                  <a:pt x="2111" y="1869"/>
                </a:moveTo>
                <a:lnTo>
                  <a:pt x="1595" y="1571"/>
                </a:lnTo>
                <a:cubicBezTo>
                  <a:pt x="1567" y="1555"/>
                  <a:pt x="1537" y="1548"/>
                  <a:pt x="1507" y="1552"/>
                </a:cubicBezTo>
                <a:cubicBezTo>
                  <a:pt x="1428" y="1557"/>
                  <a:pt x="1366" y="1624"/>
                  <a:pt x="1366" y="1703"/>
                </a:cubicBezTo>
                <a:lnTo>
                  <a:pt x="1366" y="2299"/>
                </a:lnTo>
                <a:cubicBezTo>
                  <a:pt x="1366" y="2383"/>
                  <a:pt x="1435" y="2450"/>
                  <a:pt x="1517" y="2450"/>
                </a:cubicBezTo>
                <a:cubicBezTo>
                  <a:pt x="1602" y="2450"/>
                  <a:pt x="1669" y="2382"/>
                  <a:pt x="1669" y="2299"/>
                </a:cubicBezTo>
                <a:lnTo>
                  <a:pt x="1669" y="1964"/>
                </a:lnTo>
                <a:lnTo>
                  <a:pt x="1958" y="2131"/>
                </a:lnTo>
                <a:cubicBezTo>
                  <a:pt x="2030" y="2174"/>
                  <a:pt x="2124" y="2149"/>
                  <a:pt x="2166" y="2077"/>
                </a:cubicBezTo>
                <a:cubicBezTo>
                  <a:pt x="2208" y="2005"/>
                  <a:pt x="2183" y="1911"/>
                  <a:pt x="2111" y="1869"/>
                </a:cubicBezTo>
                <a:close/>
                <a:moveTo>
                  <a:pt x="1514" y="1284"/>
                </a:moveTo>
                <a:lnTo>
                  <a:pt x="1299" y="1499"/>
                </a:lnTo>
                <a:cubicBezTo>
                  <a:pt x="1294" y="1506"/>
                  <a:pt x="1281" y="1511"/>
                  <a:pt x="1272" y="1511"/>
                </a:cubicBezTo>
                <a:lnTo>
                  <a:pt x="1257" y="1511"/>
                </a:lnTo>
                <a:lnTo>
                  <a:pt x="1225" y="1511"/>
                </a:lnTo>
                <a:lnTo>
                  <a:pt x="1209" y="1511"/>
                </a:lnTo>
                <a:cubicBezTo>
                  <a:pt x="1200" y="1511"/>
                  <a:pt x="1188" y="1506"/>
                  <a:pt x="1183" y="1499"/>
                </a:cubicBezTo>
                <a:lnTo>
                  <a:pt x="968" y="1284"/>
                </a:lnTo>
                <a:cubicBezTo>
                  <a:pt x="962" y="1279"/>
                  <a:pt x="957" y="1266"/>
                  <a:pt x="957" y="1257"/>
                </a:cubicBezTo>
                <a:lnTo>
                  <a:pt x="957" y="1243"/>
                </a:lnTo>
                <a:lnTo>
                  <a:pt x="957" y="1211"/>
                </a:lnTo>
                <a:lnTo>
                  <a:pt x="957" y="1195"/>
                </a:lnTo>
                <a:cubicBezTo>
                  <a:pt x="957" y="1186"/>
                  <a:pt x="962" y="1174"/>
                  <a:pt x="968" y="1168"/>
                </a:cubicBezTo>
                <a:lnTo>
                  <a:pt x="1183" y="954"/>
                </a:lnTo>
                <a:cubicBezTo>
                  <a:pt x="1190" y="946"/>
                  <a:pt x="1200" y="943"/>
                  <a:pt x="1209" y="943"/>
                </a:cubicBezTo>
                <a:lnTo>
                  <a:pt x="1225" y="943"/>
                </a:lnTo>
                <a:lnTo>
                  <a:pt x="1257" y="943"/>
                </a:lnTo>
                <a:lnTo>
                  <a:pt x="1272" y="943"/>
                </a:lnTo>
                <a:cubicBezTo>
                  <a:pt x="1281" y="943"/>
                  <a:pt x="1294" y="948"/>
                  <a:pt x="1299" y="954"/>
                </a:cubicBezTo>
                <a:lnTo>
                  <a:pt x="1514" y="1168"/>
                </a:lnTo>
                <a:cubicBezTo>
                  <a:pt x="1519" y="1174"/>
                  <a:pt x="1524" y="1186"/>
                  <a:pt x="1524" y="1195"/>
                </a:cubicBezTo>
                <a:lnTo>
                  <a:pt x="1524" y="1211"/>
                </a:lnTo>
                <a:lnTo>
                  <a:pt x="1524" y="1243"/>
                </a:lnTo>
                <a:lnTo>
                  <a:pt x="1524" y="1257"/>
                </a:lnTo>
                <a:cubicBezTo>
                  <a:pt x="1526" y="1266"/>
                  <a:pt x="1521" y="1279"/>
                  <a:pt x="1514" y="1284"/>
                </a:cubicBezTo>
                <a:close/>
                <a:moveTo>
                  <a:pt x="1343" y="1227"/>
                </a:moveTo>
                <a:cubicBezTo>
                  <a:pt x="1343" y="1218"/>
                  <a:pt x="1338" y="1205"/>
                  <a:pt x="1332" y="1200"/>
                </a:cubicBezTo>
                <a:lnTo>
                  <a:pt x="1271" y="1139"/>
                </a:lnTo>
                <a:cubicBezTo>
                  <a:pt x="1265" y="1133"/>
                  <a:pt x="1253" y="1128"/>
                  <a:pt x="1244" y="1128"/>
                </a:cubicBezTo>
                <a:lnTo>
                  <a:pt x="1242" y="1128"/>
                </a:lnTo>
                <a:cubicBezTo>
                  <a:pt x="1234" y="1128"/>
                  <a:pt x="1221" y="1133"/>
                  <a:pt x="1216" y="1139"/>
                </a:cubicBezTo>
                <a:lnTo>
                  <a:pt x="1154" y="1200"/>
                </a:lnTo>
                <a:cubicBezTo>
                  <a:pt x="1147" y="1207"/>
                  <a:pt x="1144" y="1220"/>
                  <a:pt x="1144" y="1227"/>
                </a:cubicBezTo>
                <a:lnTo>
                  <a:pt x="1144" y="1228"/>
                </a:lnTo>
                <a:cubicBezTo>
                  <a:pt x="1144" y="1237"/>
                  <a:pt x="1149" y="1249"/>
                  <a:pt x="1154" y="1254"/>
                </a:cubicBezTo>
                <a:lnTo>
                  <a:pt x="1216" y="1316"/>
                </a:lnTo>
                <a:cubicBezTo>
                  <a:pt x="1221" y="1321"/>
                  <a:pt x="1234" y="1326"/>
                  <a:pt x="1242" y="1326"/>
                </a:cubicBezTo>
                <a:lnTo>
                  <a:pt x="1244" y="1326"/>
                </a:lnTo>
                <a:cubicBezTo>
                  <a:pt x="1253" y="1326"/>
                  <a:pt x="1265" y="1321"/>
                  <a:pt x="1271" y="1316"/>
                </a:cubicBezTo>
                <a:lnTo>
                  <a:pt x="1332" y="1254"/>
                </a:lnTo>
                <a:cubicBezTo>
                  <a:pt x="1338" y="1247"/>
                  <a:pt x="1343" y="1237"/>
                  <a:pt x="1343" y="1228"/>
                </a:cubicBezTo>
                <a:lnTo>
                  <a:pt x="1343" y="1227"/>
                </a:lnTo>
                <a:close/>
                <a:moveTo>
                  <a:pt x="370" y="583"/>
                </a:moveTo>
                <a:lnTo>
                  <a:pt x="887" y="881"/>
                </a:lnTo>
                <a:cubicBezTo>
                  <a:pt x="915" y="897"/>
                  <a:pt x="945" y="904"/>
                  <a:pt x="975" y="901"/>
                </a:cubicBezTo>
                <a:cubicBezTo>
                  <a:pt x="1054" y="895"/>
                  <a:pt x="1116" y="828"/>
                  <a:pt x="1116" y="749"/>
                </a:cubicBezTo>
                <a:lnTo>
                  <a:pt x="1116" y="152"/>
                </a:lnTo>
                <a:cubicBezTo>
                  <a:pt x="1116" y="67"/>
                  <a:pt x="1047" y="0"/>
                  <a:pt x="964" y="0"/>
                </a:cubicBezTo>
                <a:cubicBezTo>
                  <a:pt x="879" y="0"/>
                  <a:pt x="812" y="69"/>
                  <a:pt x="812" y="152"/>
                </a:cubicBezTo>
                <a:lnTo>
                  <a:pt x="812" y="487"/>
                </a:lnTo>
                <a:lnTo>
                  <a:pt x="523" y="319"/>
                </a:lnTo>
                <a:cubicBezTo>
                  <a:pt x="451" y="277"/>
                  <a:pt x="358" y="302"/>
                  <a:pt x="316" y="376"/>
                </a:cubicBezTo>
                <a:cubicBezTo>
                  <a:pt x="273" y="450"/>
                  <a:pt x="298" y="543"/>
                  <a:pt x="370" y="583"/>
                </a:cubicBezTo>
                <a:close/>
                <a:moveTo>
                  <a:pt x="1505" y="902"/>
                </a:moveTo>
                <a:cubicBezTo>
                  <a:pt x="1535" y="904"/>
                  <a:pt x="1565" y="899"/>
                  <a:pt x="1593" y="883"/>
                </a:cubicBezTo>
                <a:lnTo>
                  <a:pt x="2109" y="585"/>
                </a:lnTo>
                <a:cubicBezTo>
                  <a:pt x="2182" y="543"/>
                  <a:pt x="2206" y="450"/>
                  <a:pt x="2166" y="377"/>
                </a:cubicBezTo>
                <a:cubicBezTo>
                  <a:pt x="2124" y="305"/>
                  <a:pt x="2030" y="280"/>
                  <a:pt x="1958" y="321"/>
                </a:cubicBezTo>
                <a:lnTo>
                  <a:pt x="1669" y="488"/>
                </a:lnTo>
                <a:lnTo>
                  <a:pt x="1669" y="153"/>
                </a:lnTo>
                <a:cubicBezTo>
                  <a:pt x="1669" y="69"/>
                  <a:pt x="1600" y="2"/>
                  <a:pt x="1517" y="2"/>
                </a:cubicBezTo>
                <a:cubicBezTo>
                  <a:pt x="1433" y="2"/>
                  <a:pt x="1366" y="71"/>
                  <a:pt x="1366" y="153"/>
                </a:cubicBezTo>
                <a:lnTo>
                  <a:pt x="1366" y="751"/>
                </a:lnTo>
                <a:cubicBezTo>
                  <a:pt x="1366" y="830"/>
                  <a:pt x="1428" y="897"/>
                  <a:pt x="1505" y="902"/>
                </a:cubicBezTo>
                <a:close/>
                <a:moveTo>
                  <a:pt x="976" y="1550"/>
                </a:moveTo>
                <a:cubicBezTo>
                  <a:pt x="946" y="1548"/>
                  <a:pt x="916" y="1553"/>
                  <a:pt x="888" y="1569"/>
                </a:cubicBezTo>
                <a:lnTo>
                  <a:pt x="372" y="1867"/>
                </a:lnTo>
                <a:cubicBezTo>
                  <a:pt x="300" y="1909"/>
                  <a:pt x="275" y="2003"/>
                  <a:pt x="316" y="2075"/>
                </a:cubicBezTo>
                <a:cubicBezTo>
                  <a:pt x="358" y="2147"/>
                  <a:pt x="451" y="2172"/>
                  <a:pt x="523" y="2130"/>
                </a:cubicBezTo>
                <a:lnTo>
                  <a:pt x="812" y="1962"/>
                </a:lnTo>
                <a:lnTo>
                  <a:pt x="812" y="2297"/>
                </a:lnTo>
                <a:cubicBezTo>
                  <a:pt x="812" y="2382"/>
                  <a:pt x="881" y="2449"/>
                  <a:pt x="964" y="2449"/>
                </a:cubicBezTo>
                <a:cubicBezTo>
                  <a:pt x="1049" y="2449"/>
                  <a:pt x="1116" y="2380"/>
                  <a:pt x="1116" y="2297"/>
                </a:cubicBezTo>
                <a:lnTo>
                  <a:pt x="1116" y="1700"/>
                </a:lnTo>
                <a:cubicBezTo>
                  <a:pt x="1117" y="1622"/>
                  <a:pt x="1056" y="1557"/>
                  <a:pt x="976" y="1550"/>
                </a:cubicBezTo>
                <a:close/>
                <a:moveTo>
                  <a:pt x="835" y="1271"/>
                </a:moveTo>
                <a:cubicBezTo>
                  <a:pt x="841" y="1256"/>
                  <a:pt x="842" y="1239"/>
                  <a:pt x="842" y="1223"/>
                </a:cubicBezTo>
                <a:cubicBezTo>
                  <a:pt x="842" y="1211"/>
                  <a:pt x="841" y="1198"/>
                  <a:pt x="837" y="1188"/>
                </a:cubicBezTo>
                <a:cubicBezTo>
                  <a:pt x="827" y="1151"/>
                  <a:pt x="802" y="1117"/>
                  <a:pt x="767" y="1096"/>
                </a:cubicBezTo>
                <a:lnTo>
                  <a:pt x="250" y="797"/>
                </a:lnTo>
                <a:cubicBezTo>
                  <a:pt x="178" y="754"/>
                  <a:pt x="85" y="779"/>
                  <a:pt x="42" y="853"/>
                </a:cubicBezTo>
                <a:cubicBezTo>
                  <a:pt x="0" y="925"/>
                  <a:pt x="25" y="1019"/>
                  <a:pt x="99" y="1061"/>
                </a:cubicBezTo>
                <a:lnTo>
                  <a:pt x="388" y="1228"/>
                </a:lnTo>
                <a:lnTo>
                  <a:pt x="99" y="1395"/>
                </a:lnTo>
                <a:cubicBezTo>
                  <a:pt x="27" y="1437"/>
                  <a:pt x="2" y="1530"/>
                  <a:pt x="42" y="1603"/>
                </a:cubicBezTo>
                <a:cubicBezTo>
                  <a:pt x="85" y="1675"/>
                  <a:pt x="178" y="1700"/>
                  <a:pt x="250" y="1659"/>
                </a:cubicBezTo>
                <a:lnTo>
                  <a:pt x="767" y="1361"/>
                </a:lnTo>
                <a:cubicBezTo>
                  <a:pt x="802" y="1338"/>
                  <a:pt x="825" y="1307"/>
                  <a:pt x="835" y="1271"/>
                </a:cubicBezTo>
                <a:close/>
                <a:moveTo>
                  <a:pt x="7251" y="379"/>
                </a:moveTo>
                <a:lnTo>
                  <a:pt x="7237" y="379"/>
                </a:lnTo>
                <a:cubicBezTo>
                  <a:pt x="7235" y="379"/>
                  <a:pt x="7233" y="379"/>
                  <a:pt x="7231" y="379"/>
                </a:cubicBezTo>
                <a:cubicBezTo>
                  <a:pt x="7229" y="379"/>
                  <a:pt x="7228" y="379"/>
                  <a:pt x="7226" y="379"/>
                </a:cubicBezTo>
                <a:cubicBezTo>
                  <a:pt x="7189" y="379"/>
                  <a:pt x="7154" y="383"/>
                  <a:pt x="7120" y="395"/>
                </a:cubicBezTo>
                <a:cubicBezTo>
                  <a:pt x="7087" y="405"/>
                  <a:pt x="7057" y="423"/>
                  <a:pt x="7034" y="451"/>
                </a:cubicBezTo>
                <a:lnTo>
                  <a:pt x="7034" y="451"/>
                </a:lnTo>
                <a:lnTo>
                  <a:pt x="7034" y="451"/>
                </a:lnTo>
                <a:lnTo>
                  <a:pt x="7034" y="451"/>
                </a:lnTo>
                <a:cubicBezTo>
                  <a:pt x="7009" y="478"/>
                  <a:pt x="6993" y="511"/>
                  <a:pt x="6985" y="546"/>
                </a:cubicBezTo>
                <a:cubicBezTo>
                  <a:pt x="6974" y="583"/>
                  <a:pt x="6970" y="624"/>
                  <a:pt x="6970" y="672"/>
                </a:cubicBezTo>
                <a:lnTo>
                  <a:pt x="6970" y="763"/>
                </a:lnTo>
                <a:lnTo>
                  <a:pt x="6870" y="763"/>
                </a:lnTo>
                <a:cubicBezTo>
                  <a:pt x="6835" y="763"/>
                  <a:pt x="6807" y="791"/>
                  <a:pt x="6807" y="825"/>
                </a:cubicBezTo>
                <a:cubicBezTo>
                  <a:pt x="6807" y="842"/>
                  <a:pt x="6814" y="860"/>
                  <a:pt x="6824" y="872"/>
                </a:cubicBezTo>
                <a:cubicBezTo>
                  <a:pt x="6836" y="885"/>
                  <a:pt x="6852" y="892"/>
                  <a:pt x="6870" y="894"/>
                </a:cubicBezTo>
                <a:lnTo>
                  <a:pt x="6970" y="894"/>
                </a:lnTo>
                <a:lnTo>
                  <a:pt x="6970" y="1634"/>
                </a:lnTo>
                <a:lnTo>
                  <a:pt x="6970" y="1636"/>
                </a:lnTo>
                <a:cubicBezTo>
                  <a:pt x="6970" y="1654"/>
                  <a:pt x="6977" y="1670"/>
                  <a:pt x="6990" y="1682"/>
                </a:cubicBezTo>
                <a:cubicBezTo>
                  <a:pt x="7002" y="1693"/>
                  <a:pt x="7018" y="1700"/>
                  <a:pt x="7036" y="1700"/>
                </a:cubicBezTo>
                <a:cubicBezTo>
                  <a:pt x="7069" y="1700"/>
                  <a:pt x="7097" y="1671"/>
                  <a:pt x="7097" y="1636"/>
                </a:cubicBezTo>
                <a:lnTo>
                  <a:pt x="7097" y="894"/>
                </a:lnTo>
                <a:lnTo>
                  <a:pt x="7205" y="894"/>
                </a:lnTo>
                <a:cubicBezTo>
                  <a:pt x="7222" y="892"/>
                  <a:pt x="7238" y="885"/>
                  <a:pt x="7251" y="874"/>
                </a:cubicBezTo>
                <a:cubicBezTo>
                  <a:pt x="7263" y="862"/>
                  <a:pt x="7270" y="846"/>
                  <a:pt x="7270" y="828"/>
                </a:cubicBezTo>
                <a:lnTo>
                  <a:pt x="7270" y="827"/>
                </a:lnTo>
                <a:cubicBezTo>
                  <a:pt x="7270" y="793"/>
                  <a:pt x="7242" y="765"/>
                  <a:pt x="7207" y="765"/>
                </a:cubicBezTo>
                <a:lnTo>
                  <a:pt x="7097" y="765"/>
                </a:lnTo>
                <a:lnTo>
                  <a:pt x="7097" y="673"/>
                </a:lnTo>
                <a:cubicBezTo>
                  <a:pt x="7097" y="633"/>
                  <a:pt x="7103" y="603"/>
                  <a:pt x="7108" y="582"/>
                </a:cubicBezTo>
                <a:cubicBezTo>
                  <a:pt x="7113" y="561"/>
                  <a:pt x="7122" y="546"/>
                  <a:pt x="7129" y="538"/>
                </a:cubicBezTo>
                <a:cubicBezTo>
                  <a:pt x="7136" y="531"/>
                  <a:pt x="7145" y="524"/>
                  <a:pt x="7161" y="518"/>
                </a:cubicBezTo>
                <a:cubicBezTo>
                  <a:pt x="7177" y="513"/>
                  <a:pt x="7196" y="509"/>
                  <a:pt x="7224" y="509"/>
                </a:cubicBezTo>
                <a:lnTo>
                  <a:pt x="7228" y="509"/>
                </a:lnTo>
                <a:cubicBezTo>
                  <a:pt x="7229" y="509"/>
                  <a:pt x="7231" y="509"/>
                  <a:pt x="7233" y="509"/>
                </a:cubicBezTo>
                <a:cubicBezTo>
                  <a:pt x="7235" y="509"/>
                  <a:pt x="7237" y="509"/>
                  <a:pt x="7238" y="509"/>
                </a:cubicBezTo>
                <a:lnTo>
                  <a:pt x="7247" y="509"/>
                </a:lnTo>
                <a:lnTo>
                  <a:pt x="7252" y="509"/>
                </a:lnTo>
                <a:cubicBezTo>
                  <a:pt x="7288" y="509"/>
                  <a:pt x="7318" y="481"/>
                  <a:pt x="7318" y="444"/>
                </a:cubicBezTo>
                <a:cubicBezTo>
                  <a:pt x="7314" y="409"/>
                  <a:pt x="7286" y="379"/>
                  <a:pt x="7251" y="379"/>
                </a:cubicBezTo>
                <a:close/>
                <a:moveTo>
                  <a:pt x="9482" y="862"/>
                </a:moveTo>
                <a:cubicBezTo>
                  <a:pt x="9494" y="850"/>
                  <a:pt x="9501" y="832"/>
                  <a:pt x="9501" y="816"/>
                </a:cubicBezTo>
                <a:cubicBezTo>
                  <a:pt x="9501" y="800"/>
                  <a:pt x="9494" y="784"/>
                  <a:pt x="9482" y="772"/>
                </a:cubicBezTo>
                <a:lnTo>
                  <a:pt x="9482" y="772"/>
                </a:lnTo>
                <a:lnTo>
                  <a:pt x="9482" y="772"/>
                </a:lnTo>
                <a:lnTo>
                  <a:pt x="9482" y="772"/>
                </a:lnTo>
                <a:lnTo>
                  <a:pt x="9482" y="772"/>
                </a:lnTo>
                <a:cubicBezTo>
                  <a:pt x="9469" y="760"/>
                  <a:pt x="9454" y="753"/>
                  <a:pt x="9438" y="753"/>
                </a:cubicBezTo>
                <a:cubicBezTo>
                  <a:pt x="9423" y="753"/>
                  <a:pt x="9406" y="760"/>
                  <a:pt x="9393" y="772"/>
                </a:cubicBezTo>
                <a:lnTo>
                  <a:pt x="8895" y="1256"/>
                </a:lnTo>
                <a:lnTo>
                  <a:pt x="8895" y="441"/>
                </a:lnTo>
                <a:cubicBezTo>
                  <a:pt x="8895" y="405"/>
                  <a:pt x="8865" y="377"/>
                  <a:pt x="8830" y="377"/>
                </a:cubicBezTo>
                <a:cubicBezTo>
                  <a:pt x="8812" y="377"/>
                  <a:pt x="8796" y="384"/>
                  <a:pt x="8785" y="397"/>
                </a:cubicBezTo>
                <a:cubicBezTo>
                  <a:pt x="8775" y="407"/>
                  <a:pt x="8766" y="425"/>
                  <a:pt x="8766" y="441"/>
                </a:cubicBezTo>
                <a:lnTo>
                  <a:pt x="8766" y="1634"/>
                </a:lnTo>
                <a:cubicBezTo>
                  <a:pt x="8766" y="1652"/>
                  <a:pt x="8773" y="1668"/>
                  <a:pt x="8785" y="1679"/>
                </a:cubicBezTo>
                <a:cubicBezTo>
                  <a:pt x="8796" y="1689"/>
                  <a:pt x="8814" y="1698"/>
                  <a:pt x="8830" y="1698"/>
                </a:cubicBezTo>
                <a:cubicBezTo>
                  <a:pt x="8867" y="1698"/>
                  <a:pt x="8895" y="1670"/>
                  <a:pt x="8895" y="1634"/>
                </a:cubicBezTo>
                <a:lnTo>
                  <a:pt x="8895" y="1437"/>
                </a:lnTo>
                <a:lnTo>
                  <a:pt x="9057" y="1275"/>
                </a:lnTo>
                <a:lnTo>
                  <a:pt x="9388" y="1673"/>
                </a:lnTo>
                <a:cubicBezTo>
                  <a:pt x="9395" y="1682"/>
                  <a:pt x="9402" y="1690"/>
                  <a:pt x="9411" y="1693"/>
                </a:cubicBezTo>
                <a:cubicBezTo>
                  <a:pt x="9420" y="1697"/>
                  <a:pt x="9430" y="1698"/>
                  <a:pt x="9438" y="1698"/>
                </a:cubicBezTo>
                <a:cubicBezTo>
                  <a:pt x="9448" y="1698"/>
                  <a:pt x="9466" y="1696"/>
                  <a:pt x="9480" y="1684"/>
                </a:cubicBezTo>
                <a:lnTo>
                  <a:pt x="9480" y="1684"/>
                </a:lnTo>
                <a:lnTo>
                  <a:pt x="9480" y="1684"/>
                </a:lnTo>
                <a:cubicBezTo>
                  <a:pt x="9494" y="1671"/>
                  <a:pt x="9501" y="1654"/>
                  <a:pt x="9501" y="1636"/>
                </a:cubicBezTo>
                <a:cubicBezTo>
                  <a:pt x="9501" y="1622"/>
                  <a:pt x="9496" y="1606"/>
                  <a:pt x="9485" y="1594"/>
                </a:cubicBezTo>
                <a:lnTo>
                  <a:pt x="9485" y="1594"/>
                </a:lnTo>
                <a:lnTo>
                  <a:pt x="9149" y="1186"/>
                </a:lnTo>
                <a:lnTo>
                  <a:pt x="9482" y="862"/>
                </a:lnTo>
                <a:close/>
                <a:moveTo>
                  <a:pt x="8581" y="779"/>
                </a:moveTo>
                <a:cubicBezTo>
                  <a:pt x="8593" y="790"/>
                  <a:pt x="8600" y="807"/>
                  <a:pt x="8600" y="825"/>
                </a:cubicBezTo>
                <a:lnTo>
                  <a:pt x="8600" y="1633"/>
                </a:lnTo>
                <a:cubicBezTo>
                  <a:pt x="8600" y="1650"/>
                  <a:pt x="8593" y="1666"/>
                  <a:pt x="8581" y="1677"/>
                </a:cubicBezTo>
                <a:cubicBezTo>
                  <a:pt x="8569" y="1687"/>
                  <a:pt x="8553" y="1696"/>
                  <a:pt x="8537" y="1696"/>
                </a:cubicBezTo>
                <a:cubicBezTo>
                  <a:pt x="8519" y="1696"/>
                  <a:pt x="8504" y="1689"/>
                  <a:pt x="8493" y="1677"/>
                </a:cubicBezTo>
                <a:cubicBezTo>
                  <a:pt x="8481" y="1666"/>
                  <a:pt x="8474" y="1650"/>
                  <a:pt x="8474" y="1633"/>
                </a:cubicBezTo>
                <a:lnTo>
                  <a:pt x="8474" y="1553"/>
                </a:lnTo>
                <a:cubicBezTo>
                  <a:pt x="8394" y="1640"/>
                  <a:pt x="8281" y="1696"/>
                  <a:pt x="8156" y="1696"/>
                </a:cubicBezTo>
                <a:cubicBezTo>
                  <a:pt x="8033" y="1696"/>
                  <a:pt x="7920" y="1643"/>
                  <a:pt x="7841" y="1557"/>
                </a:cubicBezTo>
                <a:cubicBezTo>
                  <a:pt x="7760" y="1472"/>
                  <a:pt x="7712" y="1354"/>
                  <a:pt x="7712" y="1228"/>
                </a:cubicBezTo>
                <a:cubicBezTo>
                  <a:pt x="7712" y="1100"/>
                  <a:pt x="7762" y="983"/>
                  <a:pt x="7841" y="899"/>
                </a:cubicBezTo>
                <a:cubicBezTo>
                  <a:pt x="7920" y="814"/>
                  <a:pt x="8033" y="760"/>
                  <a:pt x="8156" y="760"/>
                </a:cubicBezTo>
                <a:cubicBezTo>
                  <a:pt x="8281" y="760"/>
                  <a:pt x="8394" y="814"/>
                  <a:pt x="8474" y="901"/>
                </a:cubicBezTo>
                <a:lnTo>
                  <a:pt x="8474" y="823"/>
                </a:lnTo>
                <a:cubicBezTo>
                  <a:pt x="8474" y="805"/>
                  <a:pt x="8481" y="790"/>
                  <a:pt x="8493" y="777"/>
                </a:cubicBezTo>
                <a:cubicBezTo>
                  <a:pt x="8505" y="767"/>
                  <a:pt x="8521" y="760"/>
                  <a:pt x="8537" y="760"/>
                </a:cubicBezTo>
                <a:cubicBezTo>
                  <a:pt x="8555" y="761"/>
                  <a:pt x="8570" y="768"/>
                  <a:pt x="8581" y="779"/>
                </a:cubicBezTo>
                <a:close/>
                <a:moveTo>
                  <a:pt x="8474" y="1230"/>
                </a:moveTo>
                <a:cubicBezTo>
                  <a:pt x="8474" y="1135"/>
                  <a:pt x="8437" y="1049"/>
                  <a:pt x="8380" y="987"/>
                </a:cubicBezTo>
                <a:cubicBezTo>
                  <a:pt x="8322" y="925"/>
                  <a:pt x="8243" y="888"/>
                  <a:pt x="8156" y="888"/>
                </a:cubicBezTo>
                <a:cubicBezTo>
                  <a:pt x="8070" y="888"/>
                  <a:pt x="7992" y="925"/>
                  <a:pt x="7933" y="987"/>
                </a:cubicBezTo>
                <a:cubicBezTo>
                  <a:pt x="7875" y="1049"/>
                  <a:pt x="7837" y="1135"/>
                  <a:pt x="7837" y="1230"/>
                </a:cubicBezTo>
                <a:cubicBezTo>
                  <a:pt x="7837" y="1324"/>
                  <a:pt x="7874" y="1411"/>
                  <a:pt x="7933" y="1472"/>
                </a:cubicBezTo>
                <a:cubicBezTo>
                  <a:pt x="7991" y="1534"/>
                  <a:pt x="8070" y="1571"/>
                  <a:pt x="8156" y="1571"/>
                </a:cubicBezTo>
                <a:cubicBezTo>
                  <a:pt x="8243" y="1571"/>
                  <a:pt x="8322" y="1534"/>
                  <a:pt x="8380" y="1472"/>
                </a:cubicBezTo>
                <a:cubicBezTo>
                  <a:pt x="8437" y="1409"/>
                  <a:pt x="8474" y="1324"/>
                  <a:pt x="8474" y="1230"/>
                </a:cubicBezTo>
                <a:close/>
                <a:moveTo>
                  <a:pt x="3348" y="1207"/>
                </a:moveTo>
                <a:cubicBezTo>
                  <a:pt x="3297" y="1183"/>
                  <a:pt x="3239" y="1165"/>
                  <a:pt x="3181" y="1146"/>
                </a:cubicBezTo>
                <a:cubicBezTo>
                  <a:pt x="3128" y="1128"/>
                  <a:pt x="3073" y="1112"/>
                  <a:pt x="3035" y="1091"/>
                </a:cubicBezTo>
                <a:cubicBezTo>
                  <a:pt x="3015" y="1080"/>
                  <a:pt x="2999" y="1070"/>
                  <a:pt x="2991" y="1057"/>
                </a:cubicBezTo>
                <a:cubicBezTo>
                  <a:pt x="2980" y="1045"/>
                  <a:pt x="2976" y="1033"/>
                  <a:pt x="2975" y="1015"/>
                </a:cubicBezTo>
                <a:cubicBezTo>
                  <a:pt x="2975" y="992"/>
                  <a:pt x="2982" y="973"/>
                  <a:pt x="2992" y="955"/>
                </a:cubicBezTo>
                <a:cubicBezTo>
                  <a:pt x="3010" y="931"/>
                  <a:pt x="3038" y="911"/>
                  <a:pt x="3072" y="899"/>
                </a:cubicBezTo>
                <a:cubicBezTo>
                  <a:pt x="3103" y="887"/>
                  <a:pt x="3137" y="879"/>
                  <a:pt x="3162" y="879"/>
                </a:cubicBezTo>
                <a:cubicBezTo>
                  <a:pt x="3234" y="879"/>
                  <a:pt x="3280" y="904"/>
                  <a:pt x="3315" y="929"/>
                </a:cubicBezTo>
                <a:cubicBezTo>
                  <a:pt x="3332" y="941"/>
                  <a:pt x="3347" y="954"/>
                  <a:pt x="3361" y="964"/>
                </a:cubicBezTo>
                <a:cubicBezTo>
                  <a:pt x="3368" y="969"/>
                  <a:pt x="3375" y="975"/>
                  <a:pt x="3382" y="978"/>
                </a:cubicBezTo>
                <a:cubicBezTo>
                  <a:pt x="3389" y="982"/>
                  <a:pt x="3398" y="985"/>
                  <a:pt x="3406" y="985"/>
                </a:cubicBezTo>
                <a:cubicBezTo>
                  <a:pt x="3412" y="985"/>
                  <a:pt x="3419" y="983"/>
                  <a:pt x="3424" y="982"/>
                </a:cubicBezTo>
                <a:cubicBezTo>
                  <a:pt x="3429" y="980"/>
                  <a:pt x="3435" y="976"/>
                  <a:pt x="3440" y="971"/>
                </a:cubicBezTo>
                <a:cubicBezTo>
                  <a:pt x="3445" y="968"/>
                  <a:pt x="3449" y="962"/>
                  <a:pt x="3452" y="955"/>
                </a:cubicBezTo>
                <a:cubicBezTo>
                  <a:pt x="3454" y="950"/>
                  <a:pt x="3456" y="943"/>
                  <a:pt x="3456" y="938"/>
                </a:cubicBezTo>
                <a:cubicBezTo>
                  <a:pt x="3456" y="927"/>
                  <a:pt x="3452" y="916"/>
                  <a:pt x="3447" y="906"/>
                </a:cubicBezTo>
                <a:cubicBezTo>
                  <a:pt x="3438" y="888"/>
                  <a:pt x="3422" y="872"/>
                  <a:pt x="3403" y="855"/>
                </a:cubicBezTo>
                <a:cubicBezTo>
                  <a:pt x="3375" y="830"/>
                  <a:pt x="3337" y="805"/>
                  <a:pt x="3297" y="788"/>
                </a:cubicBezTo>
                <a:cubicBezTo>
                  <a:pt x="3256" y="770"/>
                  <a:pt x="3214" y="758"/>
                  <a:pt x="3174" y="758"/>
                </a:cubicBezTo>
                <a:cubicBezTo>
                  <a:pt x="3079" y="758"/>
                  <a:pt x="3001" y="779"/>
                  <a:pt x="2943" y="820"/>
                </a:cubicBezTo>
                <a:cubicBezTo>
                  <a:pt x="2913" y="841"/>
                  <a:pt x="2887" y="864"/>
                  <a:pt x="2869" y="894"/>
                </a:cubicBezTo>
                <a:cubicBezTo>
                  <a:pt x="2850" y="925"/>
                  <a:pt x="2839" y="964"/>
                  <a:pt x="2839" y="1013"/>
                </a:cubicBezTo>
                <a:cubicBezTo>
                  <a:pt x="2839" y="1015"/>
                  <a:pt x="2839" y="1019"/>
                  <a:pt x="2839" y="1020"/>
                </a:cubicBezTo>
                <a:cubicBezTo>
                  <a:pt x="2839" y="1070"/>
                  <a:pt x="2855" y="1109"/>
                  <a:pt x="2880" y="1140"/>
                </a:cubicBezTo>
                <a:cubicBezTo>
                  <a:pt x="2917" y="1188"/>
                  <a:pt x="2973" y="1215"/>
                  <a:pt x="3028" y="1235"/>
                </a:cubicBezTo>
                <a:cubicBezTo>
                  <a:pt x="3082" y="1254"/>
                  <a:pt x="3137" y="1266"/>
                  <a:pt x="3170" y="1279"/>
                </a:cubicBezTo>
                <a:cubicBezTo>
                  <a:pt x="3218" y="1294"/>
                  <a:pt x="3271" y="1312"/>
                  <a:pt x="3308" y="1335"/>
                </a:cubicBezTo>
                <a:cubicBezTo>
                  <a:pt x="3327" y="1347"/>
                  <a:pt x="3341" y="1360"/>
                  <a:pt x="3352" y="1374"/>
                </a:cubicBezTo>
                <a:cubicBezTo>
                  <a:pt x="3362" y="1388"/>
                  <a:pt x="3368" y="1404"/>
                  <a:pt x="3368" y="1421"/>
                </a:cubicBezTo>
                <a:lnTo>
                  <a:pt x="3368" y="1423"/>
                </a:lnTo>
                <a:cubicBezTo>
                  <a:pt x="3368" y="1449"/>
                  <a:pt x="3359" y="1471"/>
                  <a:pt x="3347" y="1490"/>
                </a:cubicBezTo>
                <a:cubicBezTo>
                  <a:pt x="3327" y="1516"/>
                  <a:pt x="3294" y="1538"/>
                  <a:pt x="3258" y="1550"/>
                </a:cubicBezTo>
                <a:cubicBezTo>
                  <a:pt x="3223" y="1562"/>
                  <a:pt x="3188" y="1568"/>
                  <a:pt x="3163" y="1568"/>
                </a:cubicBezTo>
                <a:cubicBezTo>
                  <a:pt x="3080" y="1568"/>
                  <a:pt x="3026" y="1548"/>
                  <a:pt x="2985" y="1527"/>
                </a:cubicBezTo>
                <a:cubicBezTo>
                  <a:pt x="2966" y="1516"/>
                  <a:pt x="2948" y="1508"/>
                  <a:pt x="2934" y="1499"/>
                </a:cubicBezTo>
                <a:cubicBezTo>
                  <a:pt x="2927" y="1495"/>
                  <a:pt x="2920" y="1492"/>
                  <a:pt x="2913" y="1488"/>
                </a:cubicBezTo>
                <a:cubicBezTo>
                  <a:pt x="2906" y="1485"/>
                  <a:pt x="2899" y="1483"/>
                  <a:pt x="2890" y="1483"/>
                </a:cubicBezTo>
                <a:cubicBezTo>
                  <a:pt x="2885" y="1483"/>
                  <a:pt x="2880" y="1483"/>
                  <a:pt x="2874" y="1486"/>
                </a:cubicBezTo>
                <a:cubicBezTo>
                  <a:pt x="2869" y="1488"/>
                  <a:pt x="2864" y="1492"/>
                  <a:pt x="2860" y="1495"/>
                </a:cubicBezTo>
                <a:cubicBezTo>
                  <a:pt x="2855" y="1501"/>
                  <a:pt x="2850" y="1506"/>
                  <a:pt x="2846" y="1513"/>
                </a:cubicBezTo>
                <a:cubicBezTo>
                  <a:pt x="2843" y="1520"/>
                  <a:pt x="2841" y="1527"/>
                  <a:pt x="2841" y="1534"/>
                </a:cubicBezTo>
                <a:cubicBezTo>
                  <a:pt x="2841" y="1546"/>
                  <a:pt x="2846" y="1559"/>
                  <a:pt x="2851" y="1568"/>
                </a:cubicBezTo>
                <a:cubicBezTo>
                  <a:pt x="2862" y="1582"/>
                  <a:pt x="2878" y="1596"/>
                  <a:pt x="2895" y="1610"/>
                </a:cubicBezTo>
                <a:cubicBezTo>
                  <a:pt x="2915" y="1622"/>
                  <a:pt x="2938" y="1636"/>
                  <a:pt x="2966" y="1649"/>
                </a:cubicBezTo>
                <a:cubicBezTo>
                  <a:pt x="3026" y="1677"/>
                  <a:pt x="3103" y="1691"/>
                  <a:pt x="3162" y="1693"/>
                </a:cubicBezTo>
                <a:lnTo>
                  <a:pt x="3162" y="1693"/>
                </a:lnTo>
                <a:cubicBezTo>
                  <a:pt x="3253" y="1693"/>
                  <a:pt x="3331" y="1671"/>
                  <a:pt x="3398" y="1622"/>
                </a:cubicBezTo>
                <a:lnTo>
                  <a:pt x="3398" y="1622"/>
                </a:lnTo>
                <a:lnTo>
                  <a:pt x="3398" y="1622"/>
                </a:lnTo>
                <a:cubicBezTo>
                  <a:pt x="3463" y="1573"/>
                  <a:pt x="3503" y="1501"/>
                  <a:pt x="3503" y="1419"/>
                </a:cubicBezTo>
                <a:cubicBezTo>
                  <a:pt x="3503" y="1375"/>
                  <a:pt x="3493" y="1337"/>
                  <a:pt x="3475" y="1305"/>
                </a:cubicBezTo>
                <a:cubicBezTo>
                  <a:pt x="3445" y="1261"/>
                  <a:pt x="3399" y="1232"/>
                  <a:pt x="3348" y="1207"/>
                </a:cubicBezTo>
                <a:close/>
                <a:moveTo>
                  <a:pt x="7513" y="377"/>
                </a:moveTo>
                <a:cubicBezTo>
                  <a:pt x="7496" y="377"/>
                  <a:pt x="7480" y="384"/>
                  <a:pt x="7469" y="397"/>
                </a:cubicBezTo>
                <a:cubicBezTo>
                  <a:pt x="7457" y="407"/>
                  <a:pt x="7450" y="425"/>
                  <a:pt x="7450" y="441"/>
                </a:cubicBezTo>
                <a:lnTo>
                  <a:pt x="7450" y="1634"/>
                </a:lnTo>
                <a:cubicBezTo>
                  <a:pt x="7450" y="1652"/>
                  <a:pt x="7457" y="1668"/>
                  <a:pt x="7469" y="1679"/>
                </a:cubicBezTo>
                <a:cubicBezTo>
                  <a:pt x="7481" y="1689"/>
                  <a:pt x="7497" y="1698"/>
                  <a:pt x="7513" y="1698"/>
                </a:cubicBezTo>
                <a:cubicBezTo>
                  <a:pt x="7550" y="1698"/>
                  <a:pt x="7578" y="1670"/>
                  <a:pt x="7578" y="1634"/>
                </a:cubicBezTo>
                <a:lnTo>
                  <a:pt x="7578" y="441"/>
                </a:lnTo>
                <a:cubicBezTo>
                  <a:pt x="7578" y="405"/>
                  <a:pt x="7548" y="377"/>
                  <a:pt x="7513" y="377"/>
                </a:cubicBezTo>
                <a:close/>
                <a:moveTo>
                  <a:pt x="10445" y="1200"/>
                </a:moveTo>
                <a:lnTo>
                  <a:pt x="10445" y="1207"/>
                </a:lnTo>
                <a:cubicBezTo>
                  <a:pt x="10445" y="1225"/>
                  <a:pt x="10438" y="1241"/>
                  <a:pt x="10426" y="1250"/>
                </a:cubicBezTo>
                <a:cubicBezTo>
                  <a:pt x="10414" y="1261"/>
                  <a:pt x="10398" y="1266"/>
                  <a:pt x="10382" y="1266"/>
                </a:cubicBezTo>
                <a:lnTo>
                  <a:pt x="9667" y="1266"/>
                </a:lnTo>
                <a:cubicBezTo>
                  <a:pt x="9684" y="1441"/>
                  <a:pt x="9823" y="1569"/>
                  <a:pt x="9991" y="1571"/>
                </a:cubicBezTo>
                <a:lnTo>
                  <a:pt x="10033" y="1571"/>
                </a:lnTo>
                <a:cubicBezTo>
                  <a:pt x="10088" y="1571"/>
                  <a:pt x="10142" y="1552"/>
                  <a:pt x="10188" y="1520"/>
                </a:cubicBezTo>
                <a:cubicBezTo>
                  <a:pt x="10236" y="1488"/>
                  <a:pt x="10276" y="1446"/>
                  <a:pt x="10305" y="1397"/>
                </a:cubicBezTo>
                <a:cubicBezTo>
                  <a:pt x="10310" y="1386"/>
                  <a:pt x="10319" y="1380"/>
                  <a:pt x="10327" y="1374"/>
                </a:cubicBezTo>
                <a:cubicBezTo>
                  <a:pt x="10336" y="1369"/>
                  <a:pt x="10347" y="1367"/>
                  <a:pt x="10357" y="1367"/>
                </a:cubicBezTo>
                <a:cubicBezTo>
                  <a:pt x="10368" y="1367"/>
                  <a:pt x="10380" y="1370"/>
                  <a:pt x="10389" y="1375"/>
                </a:cubicBezTo>
                <a:lnTo>
                  <a:pt x="10389" y="1375"/>
                </a:lnTo>
                <a:lnTo>
                  <a:pt x="10389" y="1375"/>
                </a:lnTo>
                <a:cubicBezTo>
                  <a:pt x="10407" y="1388"/>
                  <a:pt x="10419" y="1409"/>
                  <a:pt x="10419" y="1430"/>
                </a:cubicBezTo>
                <a:cubicBezTo>
                  <a:pt x="10419" y="1441"/>
                  <a:pt x="10416" y="1453"/>
                  <a:pt x="10410" y="1464"/>
                </a:cubicBezTo>
                <a:lnTo>
                  <a:pt x="10410" y="1464"/>
                </a:lnTo>
                <a:lnTo>
                  <a:pt x="10410" y="1464"/>
                </a:lnTo>
                <a:cubicBezTo>
                  <a:pt x="10370" y="1527"/>
                  <a:pt x="10315" y="1585"/>
                  <a:pt x="10252" y="1627"/>
                </a:cubicBezTo>
                <a:cubicBezTo>
                  <a:pt x="10186" y="1670"/>
                  <a:pt x="10112" y="1696"/>
                  <a:pt x="10031" y="1696"/>
                </a:cubicBezTo>
                <a:lnTo>
                  <a:pt x="9989" y="1696"/>
                </a:lnTo>
                <a:cubicBezTo>
                  <a:pt x="9864" y="1696"/>
                  <a:pt x="9749" y="1642"/>
                  <a:pt x="9668" y="1557"/>
                </a:cubicBezTo>
                <a:cubicBezTo>
                  <a:pt x="9587" y="1472"/>
                  <a:pt x="9536" y="1356"/>
                  <a:pt x="9536" y="1230"/>
                </a:cubicBezTo>
                <a:cubicBezTo>
                  <a:pt x="9536" y="1100"/>
                  <a:pt x="9587" y="983"/>
                  <a:pt x="9668" y="897"/>
                </a:cubicBezTo>
                <a:cubicBezTo>
                  <a:pt x="9751" y="813"/>
                  <a:pt x="9864" y="760"/>
                  <a:pt x="9991" y="760"/>
                </a:cubicBezTo>
                <a:cubicBezTo>
                  <a:pt x="10112" y="760"/>
                  <a:pt x="10220" y="807"/>
                  <a:pt x="10301" y="887"/>
                </a:cubicBezTo>
                <a:cubicBezTo>
                  <a:pt x="10382" y="966"/>
                  <a:pt x="10435" y="1075"/>
                  <a:pt x="10445" y="1200"/>
                </a:cubicBezTo>
                <a:close/>
                <a:moveTo>
                  <a:pt x="10305" y="1139"/>
                </a:moveTo>
                <a:cubicBezTo>
                  <a:pt x="10268" y="992"/>
                  <a:pt x="10139" y="887"/>
                  <a:pt x="9993" y="887"/>
                </a:cubicBezTo>
                <a:cubicBezTo>
                  <a:pt x="9841" y="887"/>
                  <a:pt x="9714" y="989"/>
                  <a:pt x="9675" y="1139"/>
                </a:cubicBezTo>
                <a:lnTo>
                  <a:pt x="10305" y="1139"/>
                </a:lnTo>
                <a:close/>
                <a:moveTo>
                  <a:pt x="4027" y="763"/>
                </a:moveTo>
                <a:cubicBezTo>
                  <a:pt x="3926" y="763"/>
                  <a:pt x="3836" y="802"/>
                  <a:pt x="3768" y="864"/>
                </a:cubicBezTo>
                <a:lnTo>
                  <a:pt x="3768" y="827"/>
                </a:lnTo>
                <a:cubicBezTo>
                  <a:pt x="3768" y="809"/>
                  <a:pt x="3761" y="793"/>
                  <a:pt x="3750" y="783"/>
                </a:cubicBezTo>
                <a:cubicBezTo>
                  <a:pt x="3740" y="770"/>
                  <a:pt x="3724" y="763"/>
                  <a:pt x="3706" y="763"/>
                </a:cubicBezTo>
                <a:cubicBezTo>
                  <a:pt x="3688" y="763"/>
                  <a:pt x="3670" y="770"/>
                  <a:pt x="3660" y="783"/>
                </a:cubicBezTo>
                <a:cubicBezTo>
                  <a:pt x="3649" y="795"/>
                  <a:pt x="3643" y="811"/>
                  <a:pt x="3643" y="827"/>
                </a:cubicBezTo>
                <a:lnTo>
                  <a:pt x="3643" y="1652"/>
                </a:lnTo>
                <a:lnTo>
                  <a:pt x="3644" y="1654"/>
                </a:lnTo>
                <a:lnTo>
                  <a:pt x="3644" y="1654"/>
                </a:lnTo>
                <a:cubicBezTo>
                  <a:pt x="3644" y="1657"/>
                  <a:pt x="3646" y="1659"/>
                  <a:pt x="3648" y="1663"/>
                </a:cubicBezTo>
                <a:cubicBezTo>
                  <a:pt x="3657" y="1679"/>
                  <a:pt x="3671" y="1689"/>
                  <a:pt x="3688" y="1694"/>
                </a:cubicBezTo>
                <a:lnTo>
                  <a:pt x="3690" y="1694"/>
                </a:lnTo>
                <a:lnTo>
                  <a:pt x="3704" y="1694"/>
                </a:lnTo>
                <a:cubicBezTo>
                  <a:pt x="3713" y="1694"/>
                  <a:pt x="3722" y="1693"/>
                  <a:pt x="3731" y="1689"/>
                </a:cubicBezTo>
                <a:cubicBezTo>
                  <a:pt x="3738" y="1686"/>
                  <a:pt x="3745" y="1680"/>
                  <a:pt x="3750" y="1673"/>
                </a:cubicBezTo>
                <a:lnTo>
                  <a:pt x="3750" y="1673"/>
                </a:lnTo>
                <a:cubicBezTo>
                  <a:pt x="3750" y="1673"/>
                  <a:pt x="3750" y="1671"/>
                  <a:pt x="3752" y="1671"/>
                </a:cubicBezTo>
                <a:lnTo>
                  <a:pt x="3752" y="1671"/>
                </a:lnTo>
                <a:cubicBezTo>
                  <a:pt x="3755" y="1668"/>
                  <a:pt x="3759" y="1663"/>
                  <a:pt x="3761" y="1659"/>
                </a:cubicBezTo>
                <a:cubicBezTo>
                  <a:pt x="3762" y="1654"/>
                  <a:pt x="3764" y="1650"/>
                  <a:pt x="3764" y="1645"/>
                </a:cubicBezTo>
                <a:lnTo>
                  <a:pt x="3764" y="1643"/>
                </a:lnTo>
                <a:lnTo>
                  <a:pt x="3764" y="1147"/>
                </a:lnTo>
                <a:cubicBezTo>
                  <a:pt x="3766" y="1077"/>
                  <a:pt x="3796" y="1012"/>
                  <a:pt x="3842" y="966"/>
                </a:cubicBezTo>
                <a:cubicBezTo>
                  <a:pt x="3888" y="920"/>
                  <a:pt x="3953" y="890"/>
                  <a:pt x="4023" y="890"/>
                </a:cubicBezTo>
                <a:cubicBezTo>
                  <a:pt x="4095" y="890"/>
                  <a:pt x="4159" y="918"/>
                  <a:pt x="4205" y="966"/>
                </a:cubicBezTo>
                <a:cubicBezTo>
                  <a:pt x="4251" y="1012"/>
                  <a:pt x="4279" y="1077"/>
                  <a:pt x="4279" y="1147"/>
                </a:cubicBezTo>
                <a:lnTo>
                  <a:pt x="4279" y="1634"/>
                </a:lnTo>
                <a:cubicBezTo>
                  <a:pt x="4279" y="1652"/>
                  <a:pt x="4286" y="1668"/>
                  <a:pt x="4298" y="1680"/>
                </a:cubicBezTo>
                <a:cubicBezTo>
                  <a:pt x="4310" y="1691"/>
                  <a:pt x="4326" y="1698"/>
                  <a:pt x="4342" y="1698"/>
                </a:cubicBezTo>
                <a:cubicBezTo>
                  <a:pt x="4360" y="1698"/>
                  <a:pt x="4376" y="1691"/>
                  <a:pt x="4386" y="1680"/>
                </a:cubicBezTo>
                <a:cubicBezTo>
                  <a:pt x="4399" y="1670"/>
                  <a:pt x="4406" y="1652"/>
                  <a:pt x="4406" y="1634"/>
                </a:cubicBezTo>
                <a:lnTo>
                  <a:pt x="4406" y="1147"/>
                </a:lnTo>
                <a:cubicBezTo>
                  <a:pt x="4413" y="936"/>
                  <a:pt x="4240" y="763"/>
                  <a:pt x="4027" y="763"/>
                </a:cubicBezTo>
                <a:close/>
                <a:moveTo>
                  <a:pt x="5294" y="901"/>
                </a:moveTo>
                <a:cubicBezTo>
                  <a:pt x="5375" y="985"/>
                  <a:pt x="5421" y="1103"/>
                  <a:pt x="5423" y="1230"/>
                </a:cubicBezTo>
                <a:cubicBezTo>
                  <a:pt x="5423" y="1356"/>
                  <a:pt x="5375" y="1472"/>
                  <a:pt x="5294" y="1559"/>
                </a:cubicBezTo>
                <a:cubicBezTo>
                  <a:pt x="5214" y="1643"/>
                  <a:pt x="5101" y="1698"/>
                  <a:pt x="4978" y="1698"/>
                </a:cubicBezTo>
                <a:cubicBezTo>
                  <a:pt x="4854" y="1698"/>
                  <a:pt x="4744" y="1644"/>
                  <a:pt x="4663" y="1559"/>
                </a:cubicBezTo>
                <a:cubicBezTo>
                  <a:pt x="4582" y="1475"/>
                  <a:pt x="4533" y="1356"/>
                  <a:pt x="4533" y="1230"/>
                </a:cubicBezTo>
                <a:cubicBezTo>
                  <a:pt x="4533" y="1103"/>
                  <a:pt x="4582" y="987"/>
                  <a:pt x="4663" y="901"/>
                </a:cubicBezTo>
                <a:cubicBezTo>
                  <a:pt x="4742" y="816"/>
                  <a:pt x="4855" y="761"/>
                  <a:pt x="4978" y="761"/>
                </a:cubicBezTo>
                <a:cubicBezTo>
                  <a:pt x="5103" y="761"/>
                  <a:pt x="5214" y="816"/>
                  <a:pt x="5294" y="901"/>
                </a:cubicBezTo>
                <a:close/>
                <a:moveTo>
                  <a:pt x="5296" y="1230"/>
                </a:moveTo>
                <a:cubicBezTo>
                  <a:pt x="5296" y="1135"/>
                  <a:pt x="5258" y="1049"/>
                  <a:pt x="5200" y="987"/>
                </a:cubicBezTo>
                <a:cubicBezTo>
                  <a:pt x="5141" y="925"/>
                  <a:pt x="5063" y="887"/>
                  <a:pt x="4978" y="887"/>
                </a:cubicBezTo>
                <a:cubicBezTo>
                  <a:pt x="4892" y="887"/>
                  <a:pt x="4813" y="925"/>
                  <a:pt x="4755" y="987"/>
                </a:cubicBezTo>
                <a:cubicBezTo>
                  <a:pt x="4696" y="1049"/>
                  <a:pt x="4659" y="1135"/>
                  <a:pt x="4659" y="1230"/>
                </a:cubicBezTo>
                <a:cubicBezTo>
                  <a:pt x="4659" y="1324"/>
                  <a:pt x="4696" y="1410"/>
                  <a:pt x="4755" y="1471"/>
                </a:cubicBezTo>
                <a:cubicBezTo>
                  <a:pt x="4813" y="1533"/>
                  <a:pt x="4892" y="1569"/>
                  <a:pt x="4978" y="1569"/>
                </a:cubicBezTo>
                <a:cubicBezTo>
                  <a:pt x="5065" y="1569"/>
                  <a:pt x="5144" y="1532"/>
                  <a:pt x="5200" y="1471"/>
                </a:cubicBezTo>
                <a:cubicBezTo>
                  <a:pt x="5259" y="1409"/>
                  <a:pt x="5296" y="1324"/>
                  <a:pt x="5296" y="1230"/>
                </a:cubicBezTo>
                <a:close/>
                <a:moveTo>
                  <a:pt x="6671" y="768"/>
                </a:moveTo>
                <a:lnTo>
                  <a:pt x="6671" y="768"/>
                </a:lnTo>
                <a:cubicBezTo>
                  <a:pt x="6669" y="768"/>
                  <a:pt x="6669" y="768"/>
                  <a:pt x="6671" y="768"/>
                </a:cubicBezTo>
                <a:cubicBezTo>
                  <a:pt x="6662" y="765"/>
                  <a:pt x="6655" y="763"/>
                  <a:pt x="6648" y="763"/>
                </a:cubicBezTo>
                <a:cubicBezTo>
                  <a:pt x="6636" y="763"/>
                  <a:pt x="6624" y="767"/>
                  <a:pt x="6613" y="774"/>
                </a:cubicBezTo>
                <a:cubicBezTo>
                  <a:pt x="6603" y="781"/>
                  <a:pt x="6593" y="790"/>
                  <a:pt x="6588" y="802"/>
                </a:cubicBezTo>
                <a:lnTo>
                  <a:pt x="6588" y="802"/>
                </a:lnTo>
                <a:lnTo>
                  <a:pt x="6345" y="1467"/>
                </a:lnTo>
                <a:lnTo>
                  <a:pt x="6158" y="1022"/>
                </a:lnTo>
                <a:lnTo>
                  <a:pt x="6158" y="1022"/>
                </a:lnTo>
                <a:cubicBezTo>
                  <a:pt x="6153" y="1010"/>
                  <a:pt x="6144" y="999"/>
                  <a:pt x="6133" y="994"/>
                </a:cubicBezTo>
                <a:cubicBezTo>
                  <a:pt x="6123" y="987"/>
                  <a:pt x="6110" y="983"/>
                  <a:pt x="6096" y="983"/>
                </a:cubicBezTo>
                <a:cubicBezTo>
                  <a:pt x="6084" y="983"/>
                  <a:pt x="6072" y="987"/>
                  <a:pt x="6061" y="994"/>
                </a:cubicBezTo>
                <a:cubicBezTo>
                  <a:pt x="6051" y="1001"/>
                  <a:pt x="6042" y="1010"/>
                  <a:pt x="6036" y="1022"/>
                </a:cubicBezTo>
                <a:lnTo>
                  <a:pt x="6036" y="1022"/>
                </a:lnTo>
                <a:lnTo>
                  <a:pt x="5848" y="1467"/>
                </a:lnTo>
                <a:lnTo>
                  <a:pt x="5603" y="802"/>
                </a:lnTo>
                <a:lnTo>
                  <a:pt x="5603" y="802"/>
                </a:lnTo>
                <a:cubicBezTo>
                  <a:pt x="5599" y="790"/>
                  <a:pt x="5591" y="779"/>
                  <a:pt x="5580" y="772"/>
                </a:cubicBezTo>
                <a:cubicBezTo>
                  <a:pt x="5569" y="765"/>
                  <a:pt x="5557" y="761"/>
                  <a:pt x="5545" y="761"/>
                </a:cubicBezTo>
                <a:cubicBezTo>
                  <a:pt x="5536" y="761"/>
                  <a:pt x="5529" y="763"/>
                  <a:pt x="5520" y="767"/>
                </a:cubicBezTo>
                <a:lnTo>
                  <a:pt x="5520" y="767"/>
                </a:lnTo>
                <a:lnTo>
                  <a:pt x="5520" y="767"/>
                </a:lnTo>
                <a:cubicBezTo>
                  <a:pt x="5497" y="777"/>
                  <a:pt x="5483" y="800"/>
                  <a:pt x="5483" y="825"/>
                </a:cubicBezTo>
                <a:cubicBezTo>
                  <a:pt x="5483" y="832"/>
                  <a:pt x="5485" y="841"/>
                  <a:pt x="5488" y="848"/>
                </a:cubicBezTo>
                <a:lnTo>
                  <a:pt x="5488" y="848"/>
                </a:lnTo>
                <a:lnTo>
                  <a:pt x="5790" y="1654"/>
                </a:lnTo>
                <a:lnTo>
                  <a:pt x="5790" y="1654"/>
                </a:lnTo>
                <a:cubicBezTo>
                  <a:pt x="5791" y="1659"/>
                  <a:pt x="5795" y="1666"/>
                  <a:pt x="5800" y="1671"/>
                </a:cubicBezTo>
                <a:cubicBezTo>
                  <a:pt x="5804" y="1675"/>
                  <a:pt x="5809" y="1679"/>
                  <a:pt x="5814" y="1682"/>
                </a:cubicBezTo>
                <a:cubicBezTo>
                  <a:pt x="5816" y="1684"/>
                  <a:pt x="5816" y="1684"/>
                  <a:pt x="5820" y="1686"/>
                </a:cubicBezTo>
                <a:cubicBezTo>
                  <a:pt x="5821" y="1687"/>
                  <a:pt x="5825" y="1687"/>
                  <a:pt x="5829" y="1689"/>
                </a:cubicBezTo>
                <a:cubicBezTo>
                  <a:pt x="5834" y="1691"/>
                  <a:pt x="5841" y="1693"/>
                  <a:pt x="5850" y="1693"/>
                </a:cubicBezTo>
                <a:cubicBezTo>
                  <a:pt x="5862" y="1693"/>
                  <a:pt x="5873" y="1689"/>
                  <a:pt x="5883" y="1682"/>
                </a:cubicBezTo>
                <a:cubicBezTo>
                  <a:pt x="5892" y="1675"/>
                  <a:pt x="5901" y="1666"/>
                  <a:pt x="5906" y="1654"/>
                </a:cubicBezTo>
                <a:lnTo>
                  <a:pt x="5906" y="1654"/>
                </a:lnTo>
                <a:lnTo>
                  <a:pt x="6096" y="1200"/>
                </a:lnTo>
                <a:lnTo>
                  <a:pt x="6287" y="1652"/>
                </a:lnTo>
                <a:lnTo>
                  <a:pt x="6287" y="1652"/>
                </a:lnTo>
                <a:cubicBezTo>
                  <a:pt x="6290" y="1664"/>
                  <a:pt x="6299" y="1673"/>
                  <a:pt x="6308" y="1680"/>
                </a:cubicBezTo>
                <a:cubicBezTo>
                  <a:pt x="6317" y="1687"/>
                  <a:pt x="6327" y="1693"/>
                  <a:pt x="6340" y="1693"/>
                </a:cubicBezTo>
                <a:lnTo>
                  <a:pt x="6348" y="1693"/>
                </a:lnTo>
                <a:cubicBezTo>
                  <a:pt x="6355" y="1693"/>
                  <a:pt x="6364" y="1691"/>
                  <a:pt x="6370" y="1689"/>
                </a:cubicBezTo>
                <a:cubicBezTo>
                  <a:pt x="6377" y="1687"/>
                  <a:pt x="6382" y="1684"/>
                  <a:pt x="6385" y="1680"/>
                </a:cubicBezTo>
                <a:cubicBezTo>
                  <a:pt x="6396" y="1673"/>
                  <a:pt x="6403" y="1661"/>
                  <a:pt x="6408" y="1650"/>
                </a:cubicBezTo>
                <a:lnTo>
                  <a:pt x="6408" y="1650"/>
                </a:lnTo>
                <a:lnTo>
                  <a:pt x="6708" y="848"/>
                </a:lnTo>
                <a:cubicBezTo>
                  <a:pt x="6711" y="841"/>
                  <a:pt x="6713" y="832"/>
                  <a:pt x="6713" y="825"/>
                </a:cubicBezTo>
                <a:cubicBezTo>
                  <a:pt x="6708" y="802"/>
                  <a:pt x="6694" y="779"/>
                  <a:pt x="6671" y="768"/>
                </a:cubicBezTo>
                <a:close/>
              </a:path>
            </a:pathLst>
          </a:custGeom>
          <a:solidFill>
            <a:schemeClr val="lt1"/>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186" name="PlaceHolder 4"/>
          <p:cNvSpPr>
            <a:spLocks noGrp="1"/>
          </p:cNvSpPr>
          <p:nvPr>
            <p:ph type="body"/>
          </p:nvPr>
        </p:nvSpPr>
        <p:spPr>
          <a:xfrm>
            <a:off x="457200" y="1203480"/>
            <a:ext cx="8226720" cy="2980440"/>
          </a:xfrm>
          <a:prstGeom prst="rect">
            <a:avLst/>
          </a:prstGeom>
          <a:noFill/>
          <a:ln w="0">
            <a:noFill/>
          </a:ln>
        </p:spPr>
        <p:txBody>
          <a:bodyPr lIns="0" tIns="0" rIns="0" bIns="0" anchor="t">
            <a:normAutofit/>
          </a:bodyPr>
          <a:lstStyle/>
          <a:p>
            <a:pPr marL="432000" indent="-324000">
              <a:lnSpc>
                <a:spcPct val="100000"/>
              </a:lnSpc>
              <a:spcBef>
                <a:spcPts val="1417"/>
              </a:spcBef>
              <a:buClr>
                <a:srgbClr val="000000"/>
              </a:buClr>
              <a:buSzPct val="45000"/>
              <a:buFont typeface="Wingdings" charset="2"/>
              <a:buChar char=""/>
            </a:pPr>
            <a:r>
              <a:rPr lang="en-GB" sz="14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4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4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4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Seventh Outline Level</a:t>
            </a: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blank" preserve="1">
  <p:cSld name="One Column Layout_1">
    <p:bg>
      <p:bgPr>
        <a:solidFill>
          <a:schemeClr val="lt1"/>
        </a:solidFill>
        <a:effectLst/>
      </p:bgPr>
    </p:bg>
    <p:spTree>
      <p:nvGrpSpPr>
        <p:cNvPr id="1" name=""/>
        <p:cNvGrpSpPr/>
        <p:nvPr/>
      </p:nvGrpSpPr>
      <p:grpSpPr>
        <a:xfrm>
          <a:off x="0" y="0"/>
          <a:ext cx="0" cy="0"/>
          <a:chOff x="0" y="0"/>
          <a:chExt cx="0" cy="0"/>
        </a:xfrm>
      </p:grpSpPr>
      <p:sp>
        <p:nvSpPr>
          <p:cNvPr id="187" name="Google Shape;9;p1"/>
          <p:cNvSpPr/>
          <p:nvPr/>
        </p:nvSpPr>
        <p:spPr>
          <a:xfrm>
            <a:off x="3837240" y="-655560"/>
            <a:ext cx="5303880" cy="16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a:lnSpc>
                <a:spcPct val="100000"/>
              </a:lnSpc>
              <a:tabLst>
                <a:tab pos="0" algn="l"/>
              </a:tabLst>
            </a:pPr>
            <a:r>
              <a:rPr lang="en" sz="800" b="0" u="none" strike="noStrike">
                <a:solidFill>
                  <a:srgbClr val="C8C8C8"/>
                </a:solidFill>
                <a:effectLst/>
                <a:uFillTx/>
                <a:latin typeface="Arial"/>
                <a:ea typeface="Arial"/>
              </a:rPr>
              <a:t>SNOWFLAKE GSLIDES THEME 2026.01</a:t>
            </a:r>
            <a:endParaRPr lang="en-GB" sz="800" b="0" u="none" strike="noStrike">
              <a:solidFill>
                <a:srgbClr val="000000"/>
              </a:solidFill>
              <a:effectLst/>
              <a:uFillTx/>
              <a:latin typeface="Arial"/>
            </a:endParaRPr>
          </a:p>
        </p:txBody>
      </p:sp>
      <p:sp>
        <p:nvSpPr>
          <p:cNvPr id="188" name="PlaceHolder 1"/>
          <p:cNvSpPr>
            <a:spLocks noGrp="1"/>
          </p:cNvSpPr>
          <p:nvPr>
            <p:ph type="title"/>
          </p:nvPr>
        </p:nvSpPr>
        <p:spPr>
          <a:xfrm>
            <a:off x="365760" y="274320"/>
            <a:ext cx="8345520" cy="457560"/>
          </a:xfrm>
          <a:prstGeom prst="rect">
            <a:avLst/>
          </a:prstGeom>
          <a:noFill/>
          <a:ln w="0">
            <a:noFill/>
          </a:ln>
        </p:spPr>
        <p:txBody>
          <a:bodyPr lIns="91440" tIns="91440" rIns="91440" bIns="91440" anchor="t">
            <a:spAutoFit/>
          </a:bodyPr>
          <a:lstStyle/>
          <a:p>
            <a:pPr indent="0">
              <a:lnSpc>
                <a:spcPct val="100000"/>
              </a:lnSpc>
              <a:buNone/>
              <a:tabLst>
                <a:tab pos="0" algn="l"/>
              </a:tabLst>
            </a:pPr>
            <a:r>
              <a:rPr lang="en-GB" sz="2600" b="0" u="none" strike="noStrike">
                <a:solidFill>
                  <a:srgbClr val="000000"/>
                </a:solidFill>
                <a:effectLst/>
                <a:uFillTx/>
                <a:latin typeface="Arial"/>
              </a:rPr>
              <a:t>Click to edit the title text format</a:t>
            </a:r>
          </a:p>
        </p:txBody>
      </p:sp>
      <p:sp>
        <p:nvSpPr>
          <p:cNvPr id="189" name="PlaceHolder 2"/>
          <p:cNvSpPr>
            <a:spLocks noGrp="1"/>
          </p:cNvSpPr>
          <p:nvPr>
            <p:ph type="body"/>
          </p:nvPr>
        </p:nvSpPr>
        <p:spPr>
          <a:xfrm>
            <a:off x="365760" y="1371600"/>
            <a:ext cx="4157640" cy="3632760"/>
          </a:xfrm>
          <a:prstGeom prst="rect">
            <a:avLst/>
          </a:prstGeom>
          <a:noFill/>
          <a:ln w="0">
            <a:noFill/>
          </a:ln>
        </p:spPr>
        <p:txBody>
          <a:bodyPr lIns="91440" tIns="91440" rIns="91440" bIns="91440" anchor="t">
            <a:spAutoFit/>
          </a:bodyPr>
          <a:lstStyle/>
          <a:p>
            <a:pPr marL="432000" indent="-324000">
              <a:lnSpc>
                <a:spcPct val="100000"/>
              </a:lnSpc>
              <a:spcBef>
                <a:spcPts val="1417"/>
              </a:spcBef>
              <a:buClr>
                <a:srgbClr val="000000"/>
              </a:buClr>
              <a:buSzPct val="45000"/>
              <a:buFont typeface="Wingdings" charset="2"/>
              <a:buChar char=""/>
            </a:pPr>
            <a:r>
              <a:rPr lang="en-GB" sz="18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8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8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8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Seventh Outline Level</a:t>
            </a:r>
          </a:p>
        </p:txBody>
      </p:sp>
      <p:sp>
        <p:nvSpPr>
          <p:cNvPr id="190" name="PlaceHolder 3"/>
          <p:cNvSpPr>
            <a:spLocks noGrp="1"/>
          </p:cNvSpPr>
          <p:nvPr>
            <p:ph type="body"/>
          </p:nvPr>
        </p:nvSpPr>
        <p:spPr>
          <a:xfrm>
            <a:off x="4617720" y="1371600"/>
            <a:ext cx="4157640" cy="3632760"/>
          </a:xfrm>
          <a:prstGeom prst="rect">
            <a:avLst/>
          </a:prstGeom>
          <a:noFill/>
          <a:ln w="0">
            <a:noFill/>
          </a:ln>
        </p:spPr>
        <p:txBody>
          <a:bodyPr lIns="91440" tIns="91440" rIns="91440" bIns="91440" anchor="t">
            <a:spAutoFit/>
          </a:bodyPr>
          <a:lstStyle/>
          <a:p>
            <a:pPr marL="432000" indent="-324000">
              <a:lnSpc>
                <a:spcPct val="100000"/>
              </a:lnSpc>
              <a:spcBef>
                <a:spcPts val="1417"/>
              </a:spcBef>
              <a:buClr>
                <a:srgbClr val="000000"/>
              </a:buClr>
              <a:buSzPct val="45000"/>
              <a:buFont typeface="Wingdings" charset="2"/>
              <a:buChar char=""/>
            </a:pPr>
            <a:r>
              <a:rPr lang="en-GB" sz="18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8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8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8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Seventh Outline Level</a:t>
            </a:r>
          </a:p>
        </p:txBody>
      </p:sp>
      <p:sp>
        <p:nvSpPr>
          <p:cNvPr id="191" name="PlaceHolder 4"/>
          <p:cNvSpPr>
            <a:spLocks noGrp="1"/>
          </p:cNvSpPr>
          <p:nvPr>
            <p:ph type="sldNum" idx="11"/>
          </p:nvPr>
        </p:nvSpPr>
        <p:spPr>
          <a:xfrm>
            <a:off x="8229600" y="4864680"/>
            <a:ext cx="470880" cy="91800"/>
          </a:xfrm>
          <a:prstGeom prst="rect">
            <a:avLst/>
          </a:prstGeom>
          <a:noFill/>
          <a:ln w="0">
            <a:noFill/>
          </a:ln>
        </p:spPr>
        <p:txBody>
          <a:bodyPr lIns="0" tIns="0" rIns="0" bIns="0" anchor="b">
            <a:spAutoFit/>
          </a:bodyPr>
          <a:lstStyle>
            <a:lvl1pPr indent="0" algn="r">
              <a:lnSpc>
                <a:spcPct val="100000"/>
              </a:lnSpc>
              <a:buNone/>
              <a:tabLst>
                <a:tab pos="0" algn="l"/>
              </a:tabLst>
              <a:defRPr lang="en" sz="600" b="0" u="none" strike="noStrike">
                <a:solidFill>
                  <a:srgbClr val="929292"/>
                </a:solidFill>
                <a:effectLst/>
                <a:uFillTx/>
                <a:latin typeface="Arial"/>
                <a:ea typeface="Arial"/>
              </a:defRPr>
            </a:lvl1pPr>
          </a:lstStyle>
          <a:p>
            <a:pPr indent="0" algn="r">
              <a:lnSpc>
                <a:spcPct val="100000"/>
              </a:lnSpc>
              <a:buNone/>
              <a:tabLst>
                <a:tab pos="0" algn="l"/>
              </a:tabLst>
            </a:pPr>
            <a:fld id="{10CDCF56-2DB4-477F-90E9-3E3E7EE378A5}" type="slidenum">
              <a:rPr lang="en" sz="600" b="0" u="none" strike="noStrike">
                <a:solidFill>
                  <a:srgbClr val="929292"/>
                </a:solidFill>
                <a:effectLst/>
                <a:uFillTx/>
                <a:latin typeface="Arial"/>
                <a:ea typeface="Arial"/>
              </a:rPr>
              <a:t>‹#›</a:t>
            </a:fld>
            <a:endParaRPr lang="en-GB" sz="600" b="0" u="none" strike="noStrike">
              <a:solidFill>
                <a:srgbClr val="000000"/>
              </a:solidFill>
              <a:effectLst/>
              <a:uFillTx/>
              <a:latin typeface="Times New Roman"/>
            </a:endParaRPr>
          </a:p>
        </p:txBody>
      </p:sp>
      <p:sp>
        <p:nvSpPr>
          <p:cNvPr id="192" name="Google Shape;72;p8"/>
          <p:cNvSpPr/>
          <p:nvPr/>
        </p:nvSpPr>
        <p:spPr>
          <a:xfrm>
            <a:off x="457200" y="4846320"/>
            <a:ext cx="132480" cy="125640"/>
          </a:xfrm>
          <a:custGeom>
            <a:avLst/>
            <a:gdLst>
              <a:gd name="textAreaLeft" fmla="*/ 0 w 132480"/>
              <a:gd name="textAreaRight" fmla="*/ 135360 w 132480"/>
              <a:gd name="textAreaTop" fmla="*/ 0 h 125640"/>
              <a:gd name="textAreaBottom" fmla="*/ 128520 h 125640"/>
            </a:gdLst>
            <a:ahLst/>
            <a:cxnLst/>
            <a:rect l="textAreaLeft" t="textAreaTop" r="textAreaRight" b="textAreaBottom"/>
            <a:pathLst>
              <a:path w="5409981" h="514350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193" name="Google Shape;73;p8"/>
          <p:cNvSpPr/>
          <p:nvPr/>
        </p:nvSpPr>
        <p:spPr>
          <a:xfrm>
            <a:off x="660600" y="4866840"/>
            <a:ext cx="1678320" cy="8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tabLst>
                <a:tab pos="0" algn="l"/>
              </a:tabLst>
            </a:pPr>
            <a:r>
              <a:rPr lang="en" sz="600" b="0" u="none" strike="noStrike">
                <a:solidFill>
                  <a:srgbClr val="929292"/>
                </a:solidFill>
                <a:effectLst/>
                <a:uFillTx/>
                <a:latin typeface="Arial"/>
                <a:ea typeface="Arial"/>
              </a:rPr>
              <a:t>© 2026 Snowflake Inc. All Rights Reserved</a:t>
            </a:r>
            <a:endParaRPr lang="en-GB" sz="600" b="0" u="none" strike="noStrike">
              <a:solidFill>
                <a:srgbClr val="000000"/>
              </a:solidFill>
              <a:effectLst/>
              <a:uFillTx/>
              <a:latin typeface="Arial"/>
            </a:endParaRPr>
          </a:p>
        </p:txBody>
      </p:sp>
      <p:sp>
        <p:nvSpPr>
          <p:cNvPr id="194" name="Google Shape;75;p8"/>
          <p:cNvSpPr/>
          <p:nvPr/>
        </p:nvSpPr>
        <p:spPr>
          <a:xfrm>
            <a:off x="0" y="343440"/>
            <a:ext cx="134280" cy="362880"/>
          </a:xfrm>
          <a:prstGeom prst="rect">
            <a:avLst/>
          </a:prstGeom>
          <a:solidFill>
            <a:schemeClr val="accent1"/>
          </a:solidFill>
          <a:ln w="0">
            <a:noFill/>
          </a:ln>
        </p:spPr>
        <p:style>
          <a:lnRef idx="0">
            <a:scrgbClr r="0" g="0" b="0"/>
          </a:lnRef>
          <a:fillRef idx="0">
            <a:scrgbClr r="0" g="0" b="0"/>
          </a:fillRef>
          <a:effectRef idx="0">
            <a:scrgbClr r="0" g="0" b="0"/>
          </a:effectRef>
          <a:fontRef idx="minor"/>
        </p:style>
        <p:txBody>
          <a:bodyPr lIns="90000" tIns="91440" rIns="90000" bIns="9144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blank" preserve="1">
  <p:cSld name="One Column Layout_1_1">
    <p:bg>
      <p:bgPr>
        <a:solidFill>
          <a:schemeClr val="lt1"/>
        </a:solidFill>
        <a:effectLst/>
      </p:bgPr>
    </p:bg>
    <p:spTree>
      <p:nvGrpSpPr>
        <p:cNvPr id="1" name=""/>
        <p:cNvGrpSpPr/>
        <p:nvPr/>
      </p:nvGrpSpPr>
      <p:grpSpPr>
        <a:xfrm>
          <a:off x="0" y="0"/>
          <a:ext cx="0" cy="0"/>
          <a:chOff x="0" y="0"/>
          <a:chExt cx="0" cy="0"/>
        </a:xfrm>
      </p:grpSpPr>
      <p:sp>
        <p:nvSpPr>
          <p:cNvPr id="195" name="Google Shape;9;p1"/>
          <p:cNvSpPr/>
          <p:nvPr/>
        </p:nvSpPr>
        <p:spPr>
          <a:xfrm>
            <a:off x="3837240" y="-655560"/>
            <a:ext cx="5303880" cy="16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a:lnSpc>
                <a:spcPct val="100000"/>
              </a:lnSpc>
              <a:tabLst>
                <a:tab pos="0" algn="l"/>
              </a:tabLst>
            </a:pPr>
            <a:r>
              <a:rPr lang="en" sz="800" b="0" u="none" strike="noStrike">
                <a:solidFill>
                  <a:srgbClr val="C8C8C8"/>
                </a:solidFill>
                <a:effectLst/>
                <a:uFillTx/>
                <a:latin typeface="Arial"/>
                <a:ea typeface="Arial"/>
              </a:rPr>
              <a:t>SNOWFLAKE GSLIDES THEME 2026.01</a:t>
            </a:r>
            <a:endParaRPr lang="en-GB" sz="800" b="0" u="none" strike="noStrike">
              <a:solidFill>
                <a:srgbClr val="000000"/>
              </a:solidFill>
              <a:effectLst/>
              <a:uFillTx/>
              <a:latin typeface="Arial"/>
            </a:endParaRPr>
          </a:p>
        </p:txBody>
      </p:sp>
      <p:sp>
        <p:nvSpPr>
          <p:cNvPr id="196" name="PlaceHolder 1"/>
          <p:cNvSpPr>
            <a:spLocks noGrp="1"/>
          </p:cNvSpPr>
          <p:nvPr>
            <p:ph type="title"/>
          </p:nvPr>
        </p:nvSpPr>
        <p:spPr>
          <a:xfrm>
            <a:off x="365760" y="274320"/>
            <a:ext cx="8354880" cy="362880"/>
          </a:xfrm>
          <a:prstGeom prst="rect">
            <a:avLst/>
          </a:prstGeom>
          <a:noFill/>
          <a:ln w="0">
            <a:noFill/>
          </a:ln>
        </p:spPr>
        <p:txBody>
          <a:bodyPr lIns="91440" tIns="91440" rIns="91440" bIns="91440" anchor="t">
            <a:noAutofit/>
          </a:bodyPr>
          <a:lstStyle/>
          <a:p>
            <a:pPr indent="0">
              <a:lnSpc>
                <a:spcPct val="100000"/>
              </a:lnSpc>
              <a:buNone/>
              <a:tabLst>
                <a:tab pos="0" algn="l"/>
              </a:tabLst>
            </a:pPr>
            <a:r>
              <a:rPr lang="en-GB" sz="2600" b="0" u="none" strike="noStrike">
                <a:solidFill>
                  <a:srgbClr val="000000"/>
                </a:solidFill>
                <a:effectLst/>
                <a:uFillTx/>
                <a:latin typeface="Arial"/>
              </a:rPr>
              <a:t>Click to edit the title text format</a:t>
            </a:r>
          </a:p>
        </p:txBody>
      </p:sp>
      <p:sp>
        <p:nvSpPr>
          <p:cNvPr id="197" name="PlaceHolder 2"/>
          <p:cNvSpPr>
            <a:spLocks noGrp="1"/>
          </p:cNvSpPr>
          <p:nvPr>
            <p:ph type="body"/>
          </p:nvPr>
        </p:nvSpPr>
        <p:spPr>
          <a:xfrm>
            <a:off x="365760" y="1371600"/>
            <a:ext cx="2694600" cy="16251480"/>
          </a:xfrm>
          <a:prstGeom prst="rect">
            <a:avLst/>
          </a:prstGeom>
          <a:noFill/>
          <a:ln w="0">
            <a:noFill/>
          </a:ln>
        </p:spPr>
        <p:txBody>
          <a:bodyPr lIns="91440" tIns="91440" rIns="91440" bIns="91440" anchor="t">
            <a:spAutoFit/>
          </a:bodyPr>
          <a:lstStyle/>
          <a:p>
            <a:pPr marL="432000" indent="-324000">
              <a:lnSpc>
                <a:spcPct val="100000"/>
              </a:lnSpc>
              <a:spcBef>
                <a:spcPts val="1417"/>
              </a:spcBef>
              <a:buClr>
                <a:srgbClr val="000000"/>
              </a:buClr>
              <a:buSzPct val="45000"/>
              <a:buFont typeface="Wingdings" charset="2"/>
              <a:buChar char=""/>
            </a:pPr>
            <a:r>
              <a:rPr lang="en-GB" sz="14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4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4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4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14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14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1400" b="0" u="none" strike="noStrike">
                <a:solidFill>
                  <a:srgbClr val="000000"/>
                </a:solidFill>
                <a:effectLst/>
                <a:uFillTx/>
                <a:latin typeface="Arial"/>
              </a:rPr>
              <a:t>Seventh Outline Level</a:t>
            </a:r>
          </a:p>
        </p:txBody>
      </p:sp>
      <p:sp>
        <p:nvSpPr>
          <p:cNvPr id="198" name="PlaceHolder 3"/>
          <p:cNvSpPr>
            <a:spLocks noGrp="1"/>
          </p:cNvSpPr>
          <p:nvPr>
            <p:ph type="body"/>
          </p:nvPr>
        </p:nvSpPr>
        <p:spPr>
          <a:xfrm>
            <a:off x="3169080" y="1371600"/>
            <a:ext cx="2694600" cy="16251480"/>
          </a:xfrm>
          <a:prstGeom prst="rect">
            <a:avLst/>
          </a:prstGeom>
          <a:noFill/>
          <a:ln w="0">
            <a:noFill/>
          </a:ln>
        </p:spPr>
        <p:txBody>
          <a:bodyPr lIns="91440" tIns="91440" rIns="91440" bIns="91440" anchor="t">
            <a:spAutoFit/>
          </a:bodyPr>
          <a:lstStyle/>
          <a:p>
            <a:pPr marL="432000" indent="-324000">
              <a:lnSpc>
                <a:spcPct val="100000"/>
              </a:lnSpc>
              <a:spcBef>
                <a:spcPts val="1417"/>
              </a:spcBef>
              <a:buClr>
                <a:srgbClr val="000000"/>
              </a:buClr>
              <a:buSzPct val="45000"/>
              <a:buFont typeface="Wingdings" charset="2"/>
              <a:buChar char=""/>
            </a:pPr>
            <a:r>
              <a:rPr lang="en-GB" sz="14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4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4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4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14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14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1400" b="0" u="none" strike="noStrike">
                <a:solidFill>
                  <a:srgbClr val="000000"/>
                </a:solidFill>
                <a:effectLst/>
                <a:uFillTx/>
                <a:latin typeface="Arial"/>
              </a:rPr>
              <a:t>Seventh Outline Level</a:t>
            </a:r>
          </a:p>
        </p:txBody>
      </p:sp>
      <p:sp>
        <p:nvSpPr>
          <p:cNvPr id="199" name="PlaceHolder 4"/>
          <p:cNvSpPr>
            <a:spLocks noGrp="1"/>
          </p:cNvSpPr>
          <p:nvPr>
            <p:ph type="body"/>
          </p:nvPr>
        </p:nvSpPr>
        <p:spPr>
          <a:xfrm>
            <a:off x="6127920" y="1371600"/>
            <a:ext cx="2694600" cy="16251480"/>
          </a:xfrm>
          <a:prstGeom prst="rect">
            <a:avLst/>
          </a:prstGeom>
          <a:noFill/>
          <a:ln w="0">
            <a:noFill/>
          </a:ln>
        </p:spPr>
        <p:txBody>
          <a:bodyPr lIns="91440" tIns="91440" rIns="91440" bIns="91440" anchor="t">
            <a:spAutoFit/>
          </a:bodyPr>
          <a:lstStyle/>
          <a:p>
            <a:pPr marL="432000" indent="-324000">
              <a:lnSpc>
                <a:spcPct val="100000"/>
              </a:lnSpc>
              <a:spcBef>
                <a:spcPts val="1417"/>
              </a:spcBef>
              <a:buClr>
                <a:srgbClr val="000000"/>
              </a:buClr>
              <a:buSzPct val="45000"/>
              <a:buFont typeface="Wingdings" charset="2"/>
              <a:buChar char=""/>
            </a:pPr>
            <a:r>
              <a:rPr lang="en-GB" sz="14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4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4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4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14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14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1400" b="0" u="none" strike="noStrike">
                <a:solidFill>
                  <a:srgbClr val="000000"/>
                </a:solidFill>
                <a:effectLst/>
                <a:uFillTx/>
                <a:latin typeface="Arial"/>
              </a:rPr>
              <a:t>Seventh Outline Level</a:t>
            </a:r>
          </a:p>
        </p:txBody>
      </p:sp>
      <p:sp>
        <p:nvSpPr>
          <p:cNvPr id="200" name="PlaceHolder 5"/>
          <p:cNvSpPr>
            <a:spLocks noGrp="1"/>
          </p:cNvSpPr>
          <p:nvPr>
            <p:ph type="sldNum" idx="12"/>
          </p:nvPr>
        </p:nvSpPr>
        <p:spPr>
          <a:xfrm>
            <a:off x="8229600" y="4862520"/>
            <a:ext cx="470880" cy="91800"/>
          </a:xfrm>
          <a:prstGeom prst="rect">
            <a:avLst/>
          </a:prstGeom>
          <a:noFill/>
          <a:ln w="0">
            <a:noFill/>
          </a:ln>
        </p:spPr>
        <p:txBody>
          <a:bodyPr lIns="0" tIns="0" rIns="0" bIns="0" anchor="b">
            <a:spAutoFit/>
          </a:bodyPr>
          <a:lstStyle>
            <a:lvl1pPr indent="0" algn="r">
              <a:lnSpc>
                <a:spcPct val="100000"/>
              </a:lnSpc>
              <a:buNone/>
              <a:tabLst>
                <a:tab pos="0" algn="l"/>
              </a:tabLst>
              <a:defRPr lang="en" sz="600" b="0" u="none" strike="noStrike">
                <a:solidFill>
                  <a:srgbClr val="929292"/>
                </a:solidFill>
                <a:effectLst/>
                <a:uFillTx/>
                <a:latin typeface="Arial"/>
                <a:ea typeface="Arial"/>
              </a:defRPr>
            </a:lvl1pPr>
          </a:lstStyle>
          <a:p>
            <a:pPr indent="0" algn="r">
              <a:lnSpc>
                <a:spcPct val="100000"/>
              </a:lnSpc>
              <a:buNone/>
              <a:tabLst>
                <a:tab pos="0" algn="l"/>
              </a:tabLst>
            </a:pPr>
            <a:fld id="{D046081F-A883-4830-B000-603A3E5249FB}" type="slidenum">
              <a:rPr lang="en" sz="600" b="0" u="none" strike="noStrike">
                <a:solidFill>
                  <a:srgbClr val="929292"/>
                </a:solidFill>
                <a:effectLst/>
                <a:uFillTx/>
                <a:latin typeface="Arial"/>
                <a:ea typeface="Arial"/>
              </a:rPr>
              <a:t>‹#›</a:t>
            </a:fld>
            <a:endParaRPr lang="en-GB" sz="600" b="0" u="none" strike="noStrike">
              <a:solidFill>
                <a:srgbClr val="000000"/>
              </a:solidFill>
              <a:effectLst/>
              <a:uFillTx/>
              <a:latin typeface="Times New Roman"/>
            </a:endParaRPr>
          </a:p>
        </p:txBody>
      </p:sp>
      <p:sp>
        <p:nvSpPr>
          <p:cNvPr id="201" name="Google Shape;82;p9"/>
          <p:cNvSpPr/>
          <p:nvPr/>
        </p:nvSpPr>
        <p:spPr>
          <a:xfrm>
            <a:off x="457200" y="4846320"/>
            <a:ext cx="132480" cy="125640"/>
          </a:xfrm>
          <a:custGeom>
            <a:avLst/>
            <a:gdLst>
              <a:gd name="textAreaLeft" fmla="*/ 0 w 132480"/>
              <a:gd name="textAreaRight" fmla="*/ 135360 w 132480"/>
              <a:gd name="textAreaTop" fmla="*/ 0 h 125640"/>
              <a:gd name="textAreaBottom" fmla="*/ 128520 h 125640"/>
            </a:gdLst>
            <a:ahLst/>
            <a:cxnLst/>
            <a:rect l="textAreaLeft" t="textAreaTop" r="textAreaRight" b="textAreaBottom"/>
            <a:pathLst>
              <a:path w="5409981" h="514350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202" name="Google Shape;83;p9"/>
          <p:cNvSpPr/>
          <p:nvPr/>
        </p:nvSpPr>
        <p:spPr>
          <a:xfrm>
            <a:off x="660600" y="4866840"/>
            <a:ext cx="1678320" cy="8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tabLst>
                <a:tab pos="0" algn="l"/>
              </a:tabLst>
            </a:pPr>
            <a:r>
              <a:rPr lang="en" sz="600" b="0" u="none" strike="noStrike">
                <a:solidFill>
                  <a:srgbClr val="929292"/>
                </a:solidFill>
                <a:effectLst/>
                <a:uFillTx/>
                <a:latin typeface="Arial"/>
                <a:ea typeface="Arial"/>
              </a:rPr>
              <a:t>© 2026 Snowflake Inc. All Rights Reserved</a:t>
            </a:r>
            <a:endParaRPr lang="en-GB" sz="600" b="0" u="none" strike="noStrike">
              <a:solidFill>
                <a:srgbClr val="000000"/>
              </a:solidFill>
              <a:effectLst/>
              <a:uFillTx/>
              <a:latin typeface="Arial"/>
            </a:endParaRPr>
          </a:p>
        </p:txBody>
      </p:sp>
      <p:sp>
        <p:nvSpPr>
          <p:cNvPr id="203" name="Google Shape;85;p9"/>
          <p:cNvSpPr/>
          <p:nvPr/>
        </p:nvSpPr>
        <p:spPr>
          <a:xfrm>
            <a:off x="0" y="343440"/>
            <a:ext cx="134280" cy="362880"/>
          </a:xfrm>
          <a:prstGeom prst="rect">
            <a:avLst/>
          </a:prstGeom>
          <a:solidFill>
            <a:schemeClr val="accent1"/>
          </a:solidFill>
          <a:ln w="0">
            <a:noFill/>
          </a:ln>
        </p:spPr>
        <p:style>
          <a:lnRef idx="0">
            <a:scrgbClr r="0" g="0" b="0"/>
          </a:lnRef>
          <a:fillRef idx="0">
            <a:scrgbClr r="0" g="0" b="0"/>
          </a:fillRef>
          <a:effectRef idx="0">
            <a:scrgbClr r="0" g="0" b="0"/>
          </a:effectRef>
          <a:fontRef idx="minor"/>
        </p:style>
        <p:txBody>
          <a:bodyPr lIns="90000" tIns="91440" rIns="90000" bIns="9144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blank" preserve="1">
  <p:cSld name="1_Data Cloud_1_1_2">
    <p:bg>
      <p:bgPr>
        <a:solidFill>
          <a:schemeClr val="accent1"/>
        </a:solidFill>
        <a:effectLst/>
      </p:bgPr>
    </p:bg>
    <p:spTree>
      <p:nvGrpSpPr>
        <p:cNvPr id="1" name=""/>
        <p:cNvGrpSpPr/>
        <p:nvPr/>
      </p:nvGrpSpPr>
      <p:grpSpPr>
        <a:xfrm>
          <a:off x="0" y="0"/>
          <a:ext cx="0" cy="0"/>
          <a:chOff x="0" y="0"/>
          <a:chExt cx="0" cy="0"/>
        </a:xfrm>
      </p:grpSpPr>
      <p:sp>
        <p:nvSpPr>
          <p:cNvPr id="204" name="Google Shape;9;p1"/>
          <p:cNvSpPr/>
          <p:nvPr/>
        </p:nvSpPr>
        <p:spPr>
          <a:xfrm>
            <a:off x="3837240" y="-655560"/>
            <a:ext cx="5303880" cy="16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a:lnSpc>
                <a:spcPct val="100000"/>
              </a:lnSpc>
              <a:tabLst>
                <a:tab pos="0" algn="l"/>
              </a:tabLst>
            </a:pPr>
            <a:r>
              <a:rPr lang="en" sz="800" b="0" u="none" strike="noStrike">
                <a:solidFill>
                  <a:srgbClr val="C8C8C8"/>
                </a:solidFill>
                <a:effectLst/>
                <a:uFillTx/>
                <a:latin typeface="Arial"/>
                <a:ea typeface="Arial"/>
              </a:rPr>
              <a:t>SNOWFLAKE GSLIDES THEME 2026.01</a:t>
            </a:r>
            <a:endParaRPr lang="en-GB" sz="800" b="0" u="none" strike="noStrike">
              <a:solidFill>
                <a:srgbClr val="000000"/>
              </a:solidFill>
              <a:effectLst/>
              <a:uFillTx/>
              <a:latin typeface="Arial"/>
            </a:endParaRPr>
          </a:p>
        </p:txBody>
      </p:sp>
      <p:sp>
        <p:nvSpPr>
          <p:cNvPr id="205" name="Google Shape;169;p18"/>
          <p:cNvSpPr/>
          <p:nvPr/>
        </p:nvSpPr>
        <p:spPr>
          <a:xfrm>
            <a:off x="456840" y="4898880"/>
            <a:ext cx="1632960" cy="8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tabLst>
                <a:tab pos="0" algn="l"/>
              </a:tabLst>
            </a:pPr>
            <a:r>
              <a:rPr lang="en" sz="600" b="0" u="none" strike="noStrike">
                <a:solidFill>
                  <a:schemeClr val="dk1"/>
                </a:solidFill>
                <a:effectLst/>
                <a:uFillTx/>
                <a:latin typeface="Arial"/>
                <a:ea typeface="Arial"/>
              </a:rPr>
              <a:t>© 2026 Snowflake Inc. All Rights Reserved</a:t>
            </a:r>
            <a:endParaRPr lang="en-GB" sz="600" b="0" u="none" strike="noStrike">
              <a:solidFill>
                <a:srgbClr val="000000"/>
              </a:solidFill>
              <a:effectLst/>
              <a:uFillTx/>
              <a:latin typeface="Arial"/>
            </a:endParaRPr>
          </a:p>
        </p:txBody>
      </p:sp>
      <p:sp>
        <p:nvSpPr>
          <p:cNvPr id="206" name="PlaceHolder 1"/>
          <p:cNvSpPr>
            <a:spLocks noGrp="1"/>
          </p:cNvSpPr>
          <p:nvPr>
            <p:ph type="title"/>
          </p:nvPr>
        </p:nvSpPr>
        <p:spPr>
          <a:xfrm>
            <a:off x="366480" y="1188720"/>
            <a:ext cx="7405920" cy="1917360"/>
          </a:xfrm>
          <a:prstGeom prst="rect">
            <a:avLst/>
          </a:prstGeom>
          <a:noFill/>
          <a:ln w="0">
            <a:noFill/>
          </a:ln>
        </p:spPr>
        <p:txBody>
          <a:bodyPr lIns="91440" tIns="91440" rIns="91440" bIns="91440" anchor="b">
            <a:noAutofit/>
          </a:bodyPr>
          <a:lstStyle/>
          <a:p>
            <a:pPr indent="0">
              <a:lnSpc>
                <a:spcPct val="100000"/>
              </a:lnSpc>
              <a:buNone/>
              <a:tabLst>
                <a:tab pos="0" algn="l"/>
              </a:tabLst>
            </a:pPr>
            <a:r>
              <a:rPr lang="en-GB" sz="4400" b="0" u="none" strike="noStrike">
                <a:solidFill>
                  <a:srgbClr val="000000"/>
                </a:solidFill>
                <a:effectLst/>
                <a:uFillTx/>
                <a:latin typeface="Arial"/>
              </a:rPr>
              <a:t>Click to edit the title text format</a:t>
            </a:r>
          </a:p>
        </p:txBody>
      </p:sp>
      <p:sp>
        <p:nvSpPr>
          <p:cNvPr id="207" name="PlaceHolder 2"/>
          <p:cNvSpPr>
            <a:spLocks noGrp="1"/>
          </p:cNvSpPr>
          <p:nvPr>
            <p:ph type="title"/>
          </p:nvPr>
        </p:nvSpPr>
        <p:spPr>
          <a:xfrm>
            <a:off x="366480" y="3160440"/>
            <a:ext cx="5392080" cy="439560"/>
          </a:xfrm>
          <a:prstGeom prst="rect">
            <a:avLst/>
          </a:prstGeom>
          <a:noFill/>
          <a:ln w="0">
            <a:noFill/>
          </a:ln>
        </p:spPr>
        <p:txBody>
          <a:bodyPr lIns="91440" tIns="91440" rIns="91440" bIns="91440" anchor="t">
            <a:noAutofit/>
          </a:bodyPr>
          <a:lstStyle/>
          <a:p>
            <a:pPr indent="0">
              <a:lnSpc>
                <a:spcPct val="100000"/>
              </a:lnSpc>
              <a:buNone/>
              <a:tabLst>
                <a:tab pos="0" algn="l"/>
              </a:tabLst>
            </a:pPr>
            <a:r>
              <a:rPr lang="en-GB" sz="1800" b="0" u="none" strike="noStrike">
                <a:solidFill>
                  <a:srgbClr val="000000"/>
                </a:solidFill>
                <a:effectLst/>
                <a:uFillTx/>
                <a:latin typeface="Arial"/>
              </a:rPr>
              <a:t>Click to edit the title text format</a:t>
            </a:r>
          </a:p>
        </p:txBody>
      </p:sp>
      <p:sp>
        <p:nvSpPr>
          <p:cNvPr id="208" name="PlaceHolder 3"/>
          <p:cNvSpPr>
            <a:spLocks noGrp="1"/>
          </p:cNvSpPr>
          <p:nvPr>
            <p:ph type="title"/>
          </p:nvPr>
        </p:nvSpPr>
        <p:spPr>
          <a:xfrm>
            <a:off x="366480" y="4359600"/>
            <a:ext cx="4202640" cy="271440"/>
          </a:xfrm>
          <a:prstGeom prst="rect">
            <a:avLst/>
          </a:prstGeom>
          <a:noFill/>
          <a:ln w="0">
            <a:noFill/>
          </a:ln>
        </p:spPr>
        <p:txBody>
          <a:bodyPr lIns="91440" tIns="91440" rIns="91440" bIns="91440" anchor="b">
            <a:noAutofit/>
          </a:bodyPr>
          <a:lstStyle/>
          <a:p>
            <a:pPr indent="0">
              <a:lnSpc>
                <a:spcPct val="100000"/>
              </a:lnSpc>
              <a:buNone/>
              <a:tabLst>
                <a:tab pos="0" algn="l"/>
              </a:tabLst>
            </a:pPr>
            <a:r>
              <a:rPr lang="en-GB" sz="1400" b="0" u="none" strike="noStrike">
                <a:solidFill>
                  <a:srgbClr val="000000"/>
                </a:solidFill>
                <a:effectLst/>
                <a:uFillTx/>
                <a:latin typeface="Arial"/>
              </a:rPr>
              <a:t>Click to edit the title text format</a:t>
            </a:r>
          </a:p>
        </p:txBody>
      </p:sp>
      <p:sp>
        <p:nvSpPr>
          <p:cNvPr id="209" name="Google Shape;173;p18"/>
          <p:cNvSpPr/>
          <p:nvPr/>
        </p:nvSpPr>
        <p:spPr>
          <a:xfrm>
            <a:off x="457200" y="548640"/>
            <a:ext cx="1825920" cy="415080"/>
          </a:xfrm>
          <a:custGeom>
            <a:avLst/>
            <a:gdLst>
              <a:gd name="textAreaLeft" fmla="*/ 0 w 1825920"/>
              <a:gd name="textAreaRight" fmla="*/ 1828800 w 1825920"/>
              <a:gd name="textAreaTop" fmla="*/ 0 h 415080"/>
              <a:gd name="textAreaBottom" fmla="*/ 417960 h 415080"/>
            </a:gdLst>
            <a:ahLst/>
            <a:cxnLst/>
            <a:rect l="textAreaLeft" t="textAreaTop" r="textAreaRight" b="textAreaBottom"/>
            <a:pathLst>
              <a:path w="10771" h="2451">
                <a:moveTo>
                  <a:pt x="10625" y="726"/>
                </a:moveTo>
                <a:lnTo>
                  <a:pt x="10597" y="726"/>
                </a:lnTo>
                <a:lnTo>
                  <a:pt x="10597" y="761"/>
                </a:lnTo>
                <a:lnTo>
                  <a:pt x="10625" y="761"/>
                </a:lnTo>
                <a:cubicBezTo>
                  <a:pt x="10638" y="761"/>
                  <a:pt x="10646" y="756"/>
                  <a:pt x="10646" y="744"/>
                </a:cubicBezTo>
                <a:cubicBezTo>
                  <a:pt x="10646" y="731"/>
                  <a:pt x="10639" y="726"/>
                  <a:pt x="10625" y="726"/>
                </a:cubicBezTo>
                <a:close/>
                <a:moveTo>
                  <a:pt x="10562" y="693"/>
                </a:moveTo>
                <a:lnTo>
                  <a:pt x="10625" y="693"/>
                </a:lnTo>
                <a:cubicBezTo>
                  <a:pt x="10660" y="693"/>
                  <a:pt x="10683" y="712"/>
                  <a:pt x="10683" y="742"/>
                </a:cubicBezTo>
                <a:cubicBezTo>
                  <a:pt x="10683" y="760"/>
                  <a:pt x="10675" y="774"/>
                  <a:pt x="10660" y="783"/>
                </a:cubicBezTo>
                <a:lnTo>
                  <a:pt x="10685" y="820"/>
                </a:lnTo>
                <a:lnTo>
                  <a:pt x="10685" y="827"/>
                </a:lnTo>
                <a:lnTo>
                  <a:pt x="10648" y="827"/>
                </a:lnTo>
                <a:lnTo>
                  <a:pt x="10623" y="791"/>
                </a:lnTo>
                <a:lnTo>
                  <a:pt x="10595" y="791"/>
                </a:lnTo>
                <a:lnTo>
                  <a:pt x="10595" y="827"/>
                </a:lnTo>
                <a:lnTo>
                  <a:pt x="10560" y="827"/>
                </a:lnTo>
                <a:lnTo>
                  <a:pt x="10560" y="693"/>
                </a:lnTo>
                <a:lnTo>
                  <a:pt x="10562" y="693"/>
                </a:lnTo>
                <a:close/>
                <a:moveTo>
                  <a:pt x="10742" y="761"/>
                </a:moveTo>
                <a:cubicBezTo>
                  <a:pt x="10742" y="691"/>
                  <a:pt x="10694" y="636"/>
                  <a:pt x="10622" y="636"/>
                </a:cubicBezTo>
                <a:cubicBezTo>
                  <a:pt x="10551" y="636"/>
                  <a:pt x="10504" y="687"/>
                  <a:pt x="10504" y="761"/>
                </a:cubicBezTo>
                <a:cubicBezTo>
                  <a:pt x="10504" y="832"/>
                  <a:pt x="10551" y="887"/>
                  <a:pt x="10622" y="887"/>
                </a:cubicBezTo>
                <a:cubicBezTo>
                  <a:pt x="10694" y="888"/>
                  <a:pt x="10742" y="834"/>
                  <a:pt x="10742" y="761"/>
                </a:cubicBezTo>
                <a:close/>
                <a:moveTo>
                  <a:pt x="10770" y="761"/>
                </a:moveTo>
                <a:cubicBezTo>
                  <a:pt x="10770" y="846"/>
                  <a:pt x="10713" y="915"/>
                  <a:pt x="10620" y="915"/>
                </a:cubicBezTo>
                <a:cubicBezTo>
                  <a:pt x="10527" y="915"/>
                  <a:pt x="10472" y="844"/>
                  <a:pt x="10472" y="761"/>
                </a:cubicBezTo>
                <a:cubicBezTo>
                  <a:pt x="10472" y="677"/>
                  <a:pt x="10527" y="608"/>
                  <a:pt x="10620" y="608"/>
                </a:cubicBezTo>
                <a:cubicBezTo>
                  <a:pt x="10715" y="608"/>
                  <a:pt x="10770" y="679"/>
                  <a:pt x="10770" y="761"/>
                </a:cubicBezTo>
                <a:close/>
                <a:moveTo>
                  <a:pt x="2384" y="1061"/>
                </a:moveTo>
                <a:lnTo>
                  <a:pt x="2095" y="1228"/>
                </a:lnTo>
                <a:lnTo>
                  <a:pt x="2384" y="1395"/>
                </a:lnTo>
                <a:cubicBezTo>
                  <a:pt x="2457" y="1437"/>
                  <a:pt x="2483" y="1530"/>
                  <a:pt x="2441" y="1603"/>
                </a:cubicBezTo>
                <a:cubicBezTo>
                  <a:pt x="2398" y="1675"/>
                  <a:pt x="2305" y="1700"/>
                  <a:pt x="2233" y="1659"/>
                </a:cubicBezTo>
                <a:lnTo>
                  <a:pt x="1717" y="1361"/>
                </a:lnTo>
                <a:cubicBezTo>
                  <a:pt x="1681" y="1342"/>
                  <a:pt x="1658" y="1310"/>
                  <a:pt x="1648" y="1275"/>
                </a:cubicBezTo>
                <a:cubicBezTo>
                  <a:pt x="1642" y="1259"/>
                  <a:pt x="1641" y="1242"/>
                  <a:pt x="1641" y="1227"/>
                </a:cubicBezTo>
                <a:cubicBezTo>
                  <a:pt x="1641" y="1214"/>
                  <a:pt x="1642" y="1202"/>
                  <a:pt x="1646" y="1191"/>
                </a:cubicBezTo>
                <a:cubicBezTo>
                  <a:pt x="1657" y="1154"/>
                  <a:pt x="1681" y="1121"/>
                  <a:pt x="1717" y="1100"/>
                </a:cubicBezTo>
                <a:lnTo>
                  <a:pt x="2233" y="802"/>
                </a:lnTo>
                <a:cubicBezTo>
                  <a:pt x="2305" y="760"/>
                  <a:pt x="2398" y="784"/>
                  <a:pt x="2441" y="858"/>
                </a:cubicBezTo>
                <a:cubicBezTo>
                  <a:pt x="2483" y="925"/>
                  <a:pt x="2457" y="1019"/>
                  <a:pt x="2384" y="1061"/>
                </a:cubicBezTo>
                <a:close/>
                <a:moveTo>
                  <a:pt x="2111" y="1869"/>
                </a:moveTo>
                <a:lnTo>
                  <a:pt x="1595" y="1571"/>
                </a:lnTo>
                <a:cubicBezTo>
                  <a:pt x="1567" y="1555"/>
                  <a:pt x="1537" y="1548"/>
                  <a:pt x="1507" y="1552"/>
                </a:cubicBezTo>
                <a:cubicBezTo>
                  <a:pt x="1428" y="1557"/>
                  <a:pt x="1366" y="1624"/>
                  <a:pt x="1366" y="1703"/>
                </a:cubicBezTo>
                <a:lnTo>
                  <a:pt x="1366" y="2299"/>
                </a:lnTo>
                <a:cubicBezTo>
                  <a:pt x="1366" y="2383"/>
                  <a:pt x="1435" y="2450"/>
                  <a:pt x="1517" y="2450"/>
                </a:cubicBezTo>
                <a:cubicBezTo>
                  <a:pt x="1602" y="2450"/>
                  <a:pt x="1669" y="2382"/>
                  <a:pt x="1669" y="2299"/>
                </a:cubicBezTo>
                <a:lnTo>
                  <a:pt x="1669" y="1964"/>
                </a:lnTo>
                <a:lnTo>
                  <a:pt x="1958" y="2131"/>
                </a:lnTo>
                <a:cubicBezTo>
                  <a:pt x="2030" y="2174"/>
                  <a:pt x="2124" y="2149"/>
                  <a:pt x="2166" y="2077"/>
                </a:cubicBezTo>
                <a:cubicBezTo>
                  <a:pt x="2208" y="2005"/>
                  <a:pt x="2183" y="1911"/>
                  <a:pt x="2111" y="1869"/>
                </a:cubicBezTo>
                <a:close/>
                <a:moveTo>
                  <a:pt x="1514" y="1284"/>
                </a:moveTo>
                <a:lnTo>
                  <a:pt x="1299" y="1499"/>
                </a:lnTo>
                <a:cubicBezTo>
                  <a:pt x="1294" y="1506"/>
                  <a:pt x="1281" y="1511"/>
                  <a:pt x="1272" y="1511"/>
                </a:cubicBezTo>
                <a:lnTo>
                  <a:pt x="1257" y="1511"/>
                </a:lnTo>
                <a:lnTo>
                  <a:pt x="1225" y="1511"/>
                </a:lnTo>
                <a:lnTo>
                  <a:pt x="1209" y="1511"/>
                </a:lnTo>
                <a:cubicBezTo>
                  <a:pt x="1200" y="1511"/>
                  <a:pt x="1188" y="1506"/>
                  <a:pt x="1183" y="1499"/>
                </a:cubicBezTo>
                <a:lnTo>
                  <a:pt x="968" y="1284"/>
                </a:lnTo>
                <a:cubicBezTo>
                  <a:pt x="962" y="1279"/>
                  <a:pt x="957" y="1266"/>
                  <a:pt x="957" y="1257"/>
                </a:cubicBezTo>
                <a:lnTo>
                  <a:pt x="957" y="1243"/>
                </a:lnTo>
                <a:lnTo>
                  <a:pt x="957" y="1211"/>
                </a:lnTo>
                <a:lnTo>
                  <a:pt x="957" y="1195"/>
                </a:lnTo>
                <a:cubicBezTo>
                  <a:pt x="957" y="1186"/>
                  <a:pt x="962" y="1174"/>
                  <a:pt x="968" y="1168"/>
                </a:cubicBezTo>
                <a:lnTo>
                  <a:pt x="1183" y="954"/>
                </a:lnTo>
                <a:cubicBezTo>
                  <a:pt x="1190" y="946"/>
                  <a:pt x="1200" y="943"/>
                  <a:pt x="1209" y="943"/>
                </a:cubicBezTo>
                <a:lnTo>
                  <a:pt x="1225" y="943"/>
                </a:lnTo>
                <a:lnTo>
                  <a:pt x="1257" y="943"/>
                </a:lnTo>
                <a:lnTo>
                  <a:pt x="1272" y="943"/>
                </a:lnTo>
                <a:cubicBezTo>
                  <a:pt x="1281" y="943"/>
                  <a:pt x="1294" y="948"/>
                  <a:pt x="1299" y="954"/>
                </a:cubicBezTo>
                <a:lnTo>
                  <a:pt x="1514" y="1168"/>
                </a:lnTo>
                <a:cubicBezTo>
                  <a:pt x="1519" y="1174"/>
                  <a:pt x="1524" y="1186"/>
                  <a:pt x="1524" y="1195"/>
                </a:cubicBezTo>
                <a:lnTo>
                  <a:pt x="1524" y="1211"/>
                </a:lnTo>
                <a:lnTo>
                  <a:pt x="1524" y="1243"/>
                </a:lnTo>
                <a:lnTo>
                  <a:pt x="1524" y="1257"/>
                </a:lnTo>
                <a:cubicBezTo>
                  <a:pt x="1526" y="1266"/>
                  <a:pt x="1521" y="1279"/>
                  <a:pt x="1514" y="1284"/>
                </a:cubicBezTo>
                <a:close/>
                <a:moveTo>
                  <a:pt x="1343" y="1227"/>
                </a:moveTo>
                <a:cubicBezTo>
                  <a:pt x="1343" y="1218"/>
                  <a:pt x="1338" y="1205"/>
                  <a:pt x="1332" y="1200"/>
                </a:cubicBezTo>
                <a:lnTo>
                  <a:pt x="1271" y="1139"/>
                </a:lnTo>
                <a:cubicBezTo>
                  <a:pt x="1265" y="1133"/>
                  <a:pt x="1253" y="1128"/>
                  <a:pt x="1244" y="1128"/>
                </a:cubicBezTo>
                <a:lnTo>
                  <a:pt x="1242" y="1128"/>
                </a:lnTo>
                <a:cubicBezTo>
                  <a:pt x="1234" y="1128"/>
                  <a:pt x="1221" y="1133"/>
                  <a:pt x="1216" y="1139"/>
                </a:cubicBezTo>
                <a:lnTo>
                  <a:pt x="1154" y="1200"/>
                </a:lnTo>
                <a:cubicBezTo>
                  <a:pt x="1147" y="1207"/>
                  <a:pt x="1144" y="1220"/>
                  <a:pt x="1144" y="1227"/>
                </a:cubicBezTo>
                <a:lnTo>
                  <a:pt x="1144" y="1228"/>
                </a:lnTo>
                <a:cubicBezTo>
                  <a:pt x="1144" y="1237"/>
                  <a:pt x="1149" y="1249"/>
                  <a:pt x="1154" y="1254"/>
                </a:cubicBezTo>
                <a:lnTo>
                  <a:pt x="1216" y="1316"/>
                </a:lnTo>
                <a:cubicBezTo>
                  <a:pt x="1221" y="1321"/>
                  <a:pt x="1234" y="1326"/>
                  <a:pt x="1242" y="1326"/>
                </a:cubicBezTo>
                <a:lnTo>
                  <a:pt x="1244" y="1326"/>
                </a:lnTo>
                <a:cubicBezTo>
                  <a:pt x="1253" y="1326"/>
                  <a:pt x="1265" y="1321"/>
                  <a:pt x="1271" y="1316"/>
                </a:cubicBezTo>
                <a:lnTo>
                  <a:pt x="1332" y="1254"/>
                </a:lnTo>
                <a:cubicBezTo>
                  <a:pt x="1338" y="1247"/>
                  <a:pt x="1343" y="1237"/>
                  <a:pt x="1343" y="1228"/>
                </a:cubicBezTo>
                <a:lnTo>
                  <a:pt x="1343" y="1227"/>
                </a:lnTo>
                <a:close/>
                <a:moveTo>
                  <a:pt x="370" y="583"/>
                </a:moveTo>
                <a:lnTo>
                  <a:pt x="887" y="881"/>
                </a:lnTo>
                <a:cubicBezTo>
                  <a:pt x="915" y="897"/>
                  <a:pt x="945" y="904"/>
                  <a:pt x="975" y="901"/>
                </a:cubicBezTo>
                <a:cubicBezTo>
                  <a:pt x="1054" y="895"/>
                  <a:pt x="1116" y="828"/>
                  <a:pt x="1116" y="749"/>
                </a:cubicBezTo>
                <a:lnTo>
                  <a:pt x="1116" y="152"/>
                </a:lnTo>
                <a:cubicBezTo>
                  <a:pt x="1116" y="67"/>
                  <a:pt x="1047" y="0"/>
                  <a:pt x="964" y="0"/>
                </a:cubicBezTo>
                <a:cubicBezTo>
                  <a:pt x="879" y="0"/>
                  <a:pt x="812" y="69"/>
                  <a:pt x="812" y="152"/>
                </a:cubicBezTo>
                <a:lnTo>
                  <a:pt x="812" y="487"/>
                </a:lnTo>
                <a:lnTo>
                  <a:pt x="523" y="319"/>
                </a:lnTo>
                <a:cubicBezTo>
                  <a:pt x="451" y="277"/>
                  <a:pt x="358" y="302"/>
                  <a:pt x="316" y="376"/>
                </a:cubicBezTo>
                <a:cubicBezTo>
                  <a:pt x="273" y="450"/>
                  <a:pt x="298" y="543"/>
                  <a:pt x="370" y="583"/>
                </a:cubicBezTo>
                <a:close/>
                <a:moveTo>
                  <a:pt x="1505" y="902"/>
                </a:moveTo>
                <a:cubicBezTo>
                  <a:pt x="1535" y="904"/>
                  <a:pt x="1565" y="899"/>
                  <a:pt x="1593" y="883"/>
                </a:cubicBezTo>
                <a:lnTo>
                  <a:pt x="2109" y="585"/>
                </a:lnTo>
                <a:cubicBezTo>
                  <a:pt x="2182" y="543"/>
                  <a:pt x="2206" y="450"/>
                  <a:pt x="2166" y="377"/>
                </a:cubicBezTo>
                <a:cubicBezTo>
                  <a:pt x="2124" y="305"/>
                  <a:pt x="2030" y="280"/>
                  <a:pt x="1958" y="321"/>
                </a:cubicBezTo>
                <a:lnTo>
                  <a:pt x="1669" y="488"/>
                </a:lnTo>
                <a:lnTo>
                  <a:pt x="1669" y="153"/>
                </a:lnTo>
                <a:cubicBezTo>
                  <a:pt x="1669" y="69"/>
                  <a:pt x="1600" y="2"/>
                  <a:pt x="1517" y="2"/>
                </a:cubicBezTo>
                <a:cubicBezTo>
                  <a:pt x="1433" y="2"/>
                  <a:pt x="1366" y="71"/>
                  <a:pt x="1366" y="153"/>
                </a:cubicBezTo>
                <a:lnTo>
                  <a:pt x="1366" y="751"/>
                </a:lnTo>
                <a:cubicBezTo>
                  <a:pt x="1366" y="830"/>
                  <a:pt x="1428" y="897"/>
                  <a:pt x="1505" y="902"/>
                </a:cubicBezTo>
                <a:close/>
                <a:moveTo>
                  <a:pt x="976" y="1550"/>
                </a:moveTo>
                <a:cubicBezTo>
                  <a:pt x="946" y="1548"/>
                  <a:pt x="916" y="1553"/>
                  <a:pt x="888" y="1569"/>
                </a:cubicBezTo>
                <a:lnTo>
                  <a:pt x="372" y="1867"/>
                </a:lnTo>
                <a:cubicBezTo>
                  <a:pt x="300" y="1909"/>
                  <a:pt x="275" y="2003"/>
                  <a:pt x="316" y="2075"/>
                </a:cubicBezTo>
                <a:cubicBezTo>
                  <a:pt x="358" y="2147"/>
                  <a:pt x="451" y="2172"/>
                  <a:pt x="523" y="2130"/>
                </a:cubicBezTo>
                <a:lnTo>
                  <a:pt x="812" y="1962"/>
                </a:lnTo>
                <a:lnTo>
                  <a:pt x="812" y="2297"/>
                </a:lnTo>
                <a:cubicBezTo>
                  <a:pt x="812" y="2382"/>
                  <a:pt x="881" y="2449"/>
                  <a:pt x="964" y="2449"/>
                </a:cubicBezTo>
                <a:cubicBezTo>
                  <a:pt x="1049" y="2449"/>
                  <a:pt x="1116" y="2380"/>
                  <a:pt x="1116" y="2297"/>
                </a:cubicBezTo>
                <a:lnTo>
                  <a:pt x="1116" y="1700"/>
                </a:lnTo>
                <a:cubicBezTo>
                  <a:pt x="1117" y="1622"/>
                  <a:pt x="1056" y="1557"/>
                  <a:pt x="976" y="1550"/>
                </a:cubicBezTo>
                <a:close/>
                <a:moveTo>
                  <a:pt x="835" y="1271"/>
                </a:moveTo>
                <a:cubicBezTo>
                  <a:pt x="841" y="1256"/>
                  <a:pt x="842" y="1239"/>
                  <a:pt x="842" y="1223"/>
                </a:cubicBezTo>
                <a:cubicBezTo>
                  <a:pt x="842" y="1211"/>
                  <a:pt x="841" y="1198"/>
                  <a:pt x="837" y="1188"/>
                </a:cubicBezTo>
                <a:cubicBezTo>
                  <a:pt x="827" y="1151"/>
                  <a:pt x="802" y="1117"/>
                  <a:pt x="767" y="1096"/>
                </a:cubicBezTo>
                <a:lnTo>
                  <a:pt x="250" y="797"/>
                </a:lnTo>
                <a:cubicBezTo>
                  <a:pt x="178" y="754"/>
                  <a:pt x="85" y="779"/>
                  <a:pt x="42" y="853"/>
                </a:cubicBezTo>
                <a:cubicBezTo>
                  <a:pt x="0" y="925"/>
                  <a:pt x="25" y="1019"/>
                  <a:pt x="99" y="1061"/>
                </a:cubicBezTo>
                <a:lnTo>
                  <a:pt x="388" y="1228"/>
                </a:lnTo>
                <a:lnTo>
                  <a:pt x="99" y="1395"/>
                </a:lnTo>
                <a:cubicBezTo>
                  <a:pt x="27" y="1437"/>
                  <a:pt x="2" y="1530"/>
                  <a:pt x="42" y="1603"/>
                </a:cubicBezTo>
                <a:cubicBezTo>
                  <a:pt x="85" y="1675"/>
                  <a:pt x="178" y="1700"/>
                  <a:pt x="250" y="1659"/>
                </a:cubicBezTo>
                <a:lnTo>
                  <a:pt x="767" y="1361"/>
                </a:lnTo>
                <a:cubicBezTo>
                  <a:pt x="802" y="1338"/>
                  <a:pt x="825" y="1307"/>
                  <a:pt x="835" y="1271"/>
                </a:cubicBezTo>
                <a:close/>
                <a:moveTo>
                  <a:pt x="7251" y="379"/>
                </a:moveTo>
                <a:lnTo>
                  <a:pt x="7237" y="379"/>
                </a:lnTo>
                <a:cubicBezTo>
                  <a:pt x="7235" y="379"/>
                  <a:pt x="7233" y="379"/>
                  <a:pt x="7231" y="379"/>
                </a:cubicBezTo>
                <a:cubicBezTo>
                  <a:pt x="7229" y="379"/>
                  <a:pt x="7228" y="379"/>
                  <a:pt x="7226" y="379"/>
                </a:cubicBezTo>
                <a:cubicBezTo>
                  <a:pt x="7189" y="379"/>
                  <a:pt x="7154" y="383"/>
                  <a:pt x="7120" y="395"/>
                </a:cubicBezTo>
                <a:cubicBezTo>
                  <a:pt x="7087" y="405"/>
                  <a:pt x="7057" y="423"/>
                  <a:pt x="7034" y="451"/>
                </a:cubicBezTo>
                <a:lnTo>
                  <a:pt x="7034" y="451"/>
                </a:lnTo>
                <a:lnTo>
                  <a:pt x="7034" y="451"/>
                </a:lnTo>
                <a:lnTo>
                  <a:pt x="7034" y="451"/>
                </a:lnTo>
                <a:cubicBezTo>
                  <a:pt x="7009" y="478"/>
                  <a:pt x="6993" y="511"/>
                  <a:pt x="6985" y="546"/>
                </a:cubicBezTo>
                <a:cubicBezTo>
                  <a:pt x="6974" y="583"/>
                  <a:pt x="6970" y="624"/>
                  <a:pt x="6970" y="672"/>
                </a:cubicBezTo>
                <a:lnTo>
                  <a:pt x="6970" y="763"/>
                </a:lnTo>
                <a:lnTo>
                  <a:pt x="6870" y="763"/>
                </a:lnTo>
                <a:cubicBezTo>
                  <a:pt x="6835" y="763"/>
                  <a:pt x="6807" y="791"/>
                  <a:pt x="6807" y="825"/>
                </a:cubicBezTo>
                <a:cubicBezTo>
                  <a:pt x="6807" y="842"/>
                  <a:pt x="6814" y="860"/>
                  <a:pt x="6824" y="872"/>
                </a:cubicBezTo>
                <a:cubicBezTo>
                  <a:pt x="6836" y="885"/>
                  <a:pt x="6852" y="892"/>
                  <a:pt x="6870" y="894"/>
                </a:cubicBezTo>
                <a:lnTo>
                  <a:pt x="6970" y="894"/>
                </a:lnTo>
                <a:lnTo>
                  <a:pt x="6970" y="1634"/>
                </a:lnTo>
                <a:lnTo>
                  <a:pt x="6970" y="1636"/>
                </a:lnTo>
                <a:cubicBezTo>
                  <a:pt x="6970" y="1654"/>
                  <a:pt x="6977" y="1670"/>
                  <a:pt x="6990" y="1682"/>
                </a:cubicBezTo>
                <a:cubicBezTo>
                  <a:pt x="7002" y="1693"/>
                  <a:pt x="7018" y="1700"/>
                  <a:pt x="7036" y="1700"/>
                </a:cubicBezTo>
                <a:cubicBezTo>
                  <a:pt x="7069" y="1700"/>
                  <a:pt x="7097" y="1671"/>
                  <a:pt x="7097" y="1636"/>
                </a:cubicBezTo>
                <a:lnTo>
                  <a:pt x="7097" y="894"/>
                </a:lnTo>
                <a:lnTo>
                  <a:pt x="7205" y="894"/>
                </a:lnTo>
                <a:cubicBezTo>
                  <a:pt x="7222" y="892"/>
                  <a:pt x="7238" y="885"/>
                  <a:pt x="7251" y="874"/>
                </a:cubicBezTo>
                <a:cubicBezTo>
                  <a:pt x="7263" y="862"/>
                  <a:pt x="7270" y="846"/>
                  <a:pt x="7270" y="828"/>
                </a:cubicBezTo>
                <a:lnTo>
                  <a:pt x="7270" y="827"/>
                </a:lnTo>
                <a:cubicBezTo>
                  <a:pt x="7270" y="793"/>
                  <a:pt x="7242" y="765"/>
                  <a:pt x="7207" y="765"/>
                </a:cubicBezTo>
                <a:lnTo>
                  <a:pt x="7097" y="765"/>
                </a:lnTo>
                <a:lnTo>
                  <a:pt x="7097" y="673"/>
                </a:lnTo>
                <a:cubicBezTo>
                  <a:pt x="7097" y="633"/>
                  <a:pt x="7103" y="603"/>
                  <a:pt x="7108" y="582"/>
                </a:cubicBezTo>
                <a:cubicBezTo>
                  <a:pt x="7113" y="561"/>
                  <a:pt x="7122" y="546"/>
                  <a:pt x="7129" y="538"/>
                </a:cubicBezTo>
                <a:cubicBezTo>
                  <a:pt x="7136" y="531"/>
                  <a:pt x="7145" y="524"/>
                  <a:pt x="7161" y="518"/>
                </a:cubicBezTo>
                <a:cubicBezTo>
                  <a:pt x="7177" y="513"/>
                  <a:pt x="7196" y="509"/>
                  <a:pt x="7224" y="509"/>
                </a:cubicBezTo>
                <a:lnTo>
                  <a:pt x="7228" y="509"/>
                </a:lnTo>
                <a:cubicBezTo>
                  <a:pt x="7229" y="509"/>
                  <a:pt x="7231" y="509"/>
                  <a:pt x="7233" y="509"/>
                </a:cubicBezTo>
                <a:cubicBezTo>
                  <a:pt x="7235" y="509"/>
                  <a:pt x="7237" y="509"/>
                  <a:pt x="7238" y="509"/>
                </a:cubicBezTo>
                <a:lnTo>
                  <a:pt x="7247" y="509"/>
                </a:lnTo>
                <a:lnTo>
                  <a:pt x="7252" y="509"/>
                </a:lnTo>
                <a:cubicBezTo>
                  <a:pt x="7288" y="509"/>
                  <a:pt x="7318" y="481"/>
                  <a:pt x="7318" y="444"/>
                </a:cubicBezTo>
                <a:cubicBezTo>
                  <a:pt x="7314" y="409"/>
                  <a:pt x="7286" y="379"/>
                  <a:pt x="7251" y="379"/>
                </a:cubicBezTo>
                <a:close/>
                <a:moveTo>
                  <a:pt x="9482" y="862"/>
                </a:moveTo>
                <a:cubicBezTo>
                  <a:pt x="9494" y="850"/>
                  <a:pt x="9501" y="832"/>
                  <a:pt x="9501" y="816"/>
                </a:cubicBezTo>
                <a:cubicBezTo>
                  <a:pt x="9501" y="800"/>
                  <a:pt x="9494" y="784"/>
                  <a:pt x="9482" y="772"/>
                </a:cubicBezTo>
                <a:lnTo>
                  <a:pt x="9482" y="772"/>
                </a:lnTo>
                <a:lnTo>
                  <a:pt x="9482" y="772"/>
                </a:lnTo>
                <a:lnTo>
                  <a:pt x="9482" y="772"/>
                </a:lnTo>
                <a:lnTo>
                  <a:pt x="9482" y="772"/>
                </a:lnTo>
                <a:cubicBezTo>
                  <a:pt x="9469" y="760"/>
                  <a:pt x="9454" y="753"/>
                  <a:pt x="9438" y="753"/>
                </a:cubicBezTo>
                <a:cubicBezTo>
                  <a:pt x="9423" y="753"/>
                  <a:pt x="9406" y="760"/>
                  <a:pt x="9393" y="772"/>
                </a:cubicBezTo>
                <a:lnTo>
                  <a:pt x="8895" y="1256"/>
                </a:lnTo>
                <a:lnTo>
                  <a:pt x="8895" y="441"/>
                </a:lnTo>
                <a:cubicBezTo>
                  <a:pt x="8895" y="405"/>
                  <a:pt x="8865" y="377"/>
                  <a:pt x="8830" y="377"/>
                </a:cubicBezTo>
                <a:cubicBezTo>
                  <a:pt x="8812" y="377"/>
                  <a:pt x="8796" y="384"/>
                  <a:pt x="8785" y="397"/>
                </a:cubicBezTo>
                <a:cubicBezTo>
                  <a:pt x="8775" y="407"/>
                  <a:pt x="8766" y="425"/>
                  <a:pt x="8766" y="441"/>
                </a:cubicBezTo>
                <a:lnTo>
                  <a:pt x="8766" y="1634"/>
                </a:lnTo>
                <a:cubicBezTo>
                  <a:pt x="8766" y="1652"/>
                  <a:pt x="8773" y="1668"/>
                  <a:pt x="8785" y="1679"/>
                </a:cubicBezTo>
                <a:cubicBezTo>
                  <a:pt x="8796" y="1689"/>
                  <a:pt x="8814" y="1698"/>
                  <a:pt x="8830" y="1698"/>
                </a:cubicBezTo>
                <a:cubicBezTo>
                  <a:pt x="8867" y="1698"/>
                  <a:pt x="8895" y="1670"/>
                  <a:pt x="8895" y="1634"/>
                </a:cubicBezTo>
                <a:lnTo>
                  <a:pt x="8895" y="1437"/>
                </a:lnTo>
                <a:lnTo>
                  <a:pt x="9057" y="1275"/>
                </a:lnTo>
                <a:lnTo>
                  <a:pt x="9388" y="1673"/>
                </a:lnTo>
                <a:cubicBezTo>
                  <a:pt x="9395" y="1682"/>
                  <a:pt x="9402" y="1690"/>
                  <a:pt x="9411" y="1693"/>
                </a:cubicBezTo>
                <a:cubicBezTo>
                  <a:pt x="9420" y="1697"/>
                  <a:pt x="9430" y="1698"/>
                  <a:pt x="9438" y="1698"/>
                </a:cubicBezTo>
                <a:cubicBezTo>
                  <a:pt x="9448" y="1698"/>
                  <a:pt x="9466" y="1696"/>
                  <a:pt x="9480" y="1684"/>
                </a:cubicBezTo>
                <a:lnTo>
                  <a:pt x="9480" y="1684"/>
                </a:lnTo>
                <a:lnTo>
                  <a:pt x="9480" y="1684"/>
                </a:lnTo>
                <a:cubicBezTo>
                  <a:pt x="9494" y="1671"/>
                  <a:pt x="9501" y="1654"/>
                  <a:pt x="9501" y="1636"/>
                </a:cubicBezTo>
                <a:cubicBezTo>
                  <a:pt x="9501" y="1622"/>
                  <a:pt x="9496" y="1606"/>
                  <a:pt x="9485" y="1594"/>
                </a:cubicBezTo>
                <a:lnTo>
                  <a:pt x="9485" y="1594"/>
                </a:lnTo>
                <a:lnTo>
                  <a:pt x="9149" y="1186"/>
                </a:lnTo>
                <a:lnTo>
                  <a:pt x="9482" y="862"/>
                </a:lnTo>
                <a:close/>
                <a:moveTo>
                  <a:pt x="8581" y="779"/>
                </a:moveTo>
                <a:cubicBezTo>
                  <a:pt x="8593" y="790"/>
                  <a:pt x="8600" y="807"/>
                  <a:pt x="8600" y="825"/>
                </a:cubicBezTo>
                <a:lnTo>
                  <a:pt x="8600" y="1633"/>
                </a:lnTo>
                <a:cubicBezTo>
                  <a:pt x="8600" y="1650"/>
                  <a:pt x="8593" y="1666"/>
                  <a:pt x="8581" y="1677"/>
                </a:cubicBezTo>
                <a:cubicBezTo>
                  <a:pt x="8569" y="1687"/>
                  <a:pt x="8553" y="1696"/>
                  <a:pt x="8537" y="1696"/>
                </a:cubicBezTo>
                <a:cubicBezTo>
                  <a:pt x="8519" y="1696"/>
                  <a:pt x="8504" y="1689"/>
                  <a:pt x="8493" y="1677"/>
                </a:cubicBezTo>
                <a:cubicBezTo>
                  <a:pt x="8481" y="1666"/>
                  <a:pt x="8474" y="1650"/>
                  <a:pt x="8474" y="1633"/>
                </a:cubicBezTo>
                <a:lnTo>
                  <a:pt x="8474" y="1553"/>
                </a:lnTo>
                <a:cubicBezTo>
                  <a:pt x="8394" y="1640"/>
                  <a:pt x="8281" y="1696"/>
                  <a:pt x="8156" y="1696"/>
                </a:cubicBezTo>
                <a:cubicBezTo>
                  <a:pt x="8033" y="1696"/>
                  <a:pt x="7920" y="1643"/>
                  <a:pt x="7841" y="1557"/>
                </a:cubicBezTo>
                <a:cubicBezTo>
                  <a:pt x="7760" y="1472"/>
                  <a:pt x="7712" y="1354"/>
                  <a:pt x="7712" y="1228"/>
                </a:cubicBezTo>
                <a:cubicBezTo>
                  <a:pt x="7712" y="1100"/>
                  <a:pt x="7762" y="983"/>
                  <a:pt x="7841" y="899"/>
                </a:cubicBezTo>
                <a:cubicBezTo>
                  <a:pt x="7920" y="814"/>
                  <a:pt x="8033" y="760"/>
                  <a:pt x="8156" y="760"/>
                </a:cubicBezTo>
                <a:cubicBezTo>
                  <a:pt x="8281" y="760"/>
                  <a:pt x="8394" y="814"/>
                  <a:pt x="8474" y="901"/>
                </a:cubicBezTo>
                <a:lnTo>
                  <a:pt x="8474" y="823"/>
                </a:lnTo>
                <a:cubicBezTo>
                  <a:pt x="8474" y="805"/>
                  <a:pt x="8481" y="790"/>
                  <a:pt x="8493" y="777"/>
                </a:cubicBezTo>
                <a:cubicBezTo>
                  <a:pt x="8505" y="767"/>
                  <a:pt x="8521" y="760"/>
                  <a:pt x="8537" y="760"/>
                </a:cubicBezTo>
                <a:cubicBezTo>
                  <a:pt x="8555" y="761"/>
                  <a:pt x="8570" y="768"/>
                  <a:pt x="8581" y="779"/>
                </a:cubicBezTo>
                <a:close/>
                <a:moveTo>
                  <a:pt x="8474" y="1230"/>
                </a:moveTo>
                <a:cubicBezTo>
                  <a:pt x="8474" y="1135"/>
                  <a:pt x="8437" y="1049"/>
                  <a:pt x="8380" y="987"/>
                </a:cubicBezTo>
                <a:cubicBezTo>
                  <a:pt x="8322" y="925"/>
                  <a:pt x="8243" y="888"/>
                  <a:pt x="8156" y="888"/>
                </a:cubicBezTo>
                <a:cubicBezTo>
                  <a:pt x="8070" y="888"/>
                  <a:pt x="7992" y="925"/>
                  <a:pt x="7933" y="987"/>
                </a:cubicBezTo>
                <a:cubicBezTo>
                  <a:pt x="7875" y="1049"/>
                  <a:pt x="7837" y="1135"/>
                  <a:pt x="7837" y="1230"/>
                </a:cubicBezTo>
                <a:cubicBezTo>
                  <a:pt x="7837" y="1324"/>
                  <a:pt x="7874" y="1411"/>
                  <a:pt x="7933" y="1472"/>
                </a:cubicBezTo>
                <a:cubicBezTo>
                  <a:pt x="7991" y="1534"/>
                  <a:pt x="8070" y="1571"/>
                  <a:pt x="8156" y="1571"/>
                </a:cubicBezTo>
                <a:cubicBezTo>
                  <a:pt x="8243" y="1571"/>
                  <a:pt x="8322" y="1534"/>
                  <a:pt x="8380" y="1472"/>
                </a:cubicBezTo>
                <a:cubicBezTo>
                  <a:pt x="8437" y="1409"/>
                  <a:pt x="8474" y="1324"/>
                  <a:pt x="8474" y="1230"/>
                </a:cubicBezTo>
                <a:close/>
                <a:moveTo>
                  <a:pt x="3348" y="1207"/>
                </a:moveTo>
                <a:cubicBezTo>
                  <a:pt x="3297" y="1183"/>
                  <a:pt x="3239" y="1165"/>
                  <a:pt x="3181" y="1146"/>
                </a:cubicBezTo>
                <a:cubicBezTo>
                  <a:pt x="3128" y="1128"/>
                  <a:pt x="3073" y="1112"/>
                  <a:pt x="3035" y="1091"/>
                </a:cubicBezTo>
                <a:cubicBezTo>
                  <a:pt x="3015" y="1080"/>
                  <a:pt x="2999" y="1070"/>
                  <a:pt x="2991" y="1057"/>
                </a:cubicBezTo>
                <a:cubicBezTo>
                  <a:pt x="2980" y="1045"/>
                  <a:pt x="2976" y="1033"/>
                  <a:pt x="2975" y="1015"/>
                </a:cubicBezTo>
                <a:cubicBezTo>
                  <a:pt x="2975" y="992"/>
                  <a:pt x="2982" y="973"/>
                  <a:pt x="2992" y="955"/>
                </a:cubicBezTo>
                <a:cubicBezTo>
                  <a:pt x="3010" y="931"/>
                  <a:pt x="3038" y="911"/>
                  <a:pt x="3072" y="899"/>
                </a:cubicBezTo>
                <a:cubicBezTo>
                  <a:pt x="3103" y="887"/>
                  <a:pt x="3137" y="879"/>
                  <a:pt x="3162" y="879"/>
                </a:cubicBezTo>
                <a:cubicBezTo>
                  <a:pt x="3234" y="879"/>
                  <a:pt x="3280" y="904"/>
                  <a:pt x="3315" y="929"/>
                </a:cubicBezTo>
                <a:cubicBezTo>
                  <a:pt x="3332" y="941"/>
                  <a:pt x="3347" y="954"/>
                  <a:pt x="3361" y="964"/>
                </a:cubicBezTo>
                <a:cubicBezTo>
                  <a:pt x="3368" y="969"/>
                  <a:pt x="3375" y="975"/>
                  <a:pt x="3382" y="978"/>
                </a:cubicBezTo>
                <a:cubicBezTo>
                  <a:pt x="3389" y="982"/>
                  <a:pt x="3398" y="985"/>
                  <a:pt x="3406" y="985"/>
                </a:cubicBezTo>
                <a:cubicBezTo>
                  <a:pt x="3412" y="985"/>
                  <a:pt x="3419" y="983"/>
                  <a:pt x="3424" y="982"/>
                </a:cubicBezTo>
                <a:cubicBezTo>
                  <a:pt x="3429" y="980"/>
                  <a:pt x="3435" y="976"/>
                  <a:pt x="3440" y="971"/>
                </a:cubicBezTo>
                <a:cubicBezTo>
                  <a:pt x="3445" y="968"/>
                  <a:pt x="3449" y="962"/>
                  <a:pt x="3452" y="955"/>
                </a:cubicBezTo>
                <a:cubicBezTo>
                  <a:pt x="3454" y="950"/>
                  <a:pt x="3456" y="943"/>
                  <a:pt x="3456" y="938"/>
                </a:cubicBezTo>
                <a:cubicBezTo>
                  <a:pt x="3456" y="927"/>
                  <a:pt x="3452" y="916"/>
                  <a:pt x="3447" y="906"/>
                </a:cubicBezTo>
                <a:cubicBezTo>
                  <a:pt x="3438" y="888"/>
                  <a:pt x="3422" y="872"/>
                  <a:pt x="3403" y="855"/>
                </a:cubicBezTo>
                <a:cubicBezTo>
                  <a:pt x="3375" y="830"/>
                  <a:pt x="3337" y="805"/>
                  <a:pt x="3297" y="788"/>
                </a:cubicBezTo>
                <a:cubicBezTo>
                  <a:pt x="3256" y="770"/>
                  <a:pt x="3214" y="758"/>
                  <a:pt x="3174" y="758"/>
                </a:cubicBezTo>
                <a:cubicBezTo>
                  <a:pt x="3079" y="758"/>
                  <a:pt x="3001" y="779"/>
                  <a:pt x="2943" y="820"/>
                </a:cubicBezTo>
                <a:cubicBezTo>
                  <a:pt x="2913" y="841"/>
                  <a:pt x="2887" y="864"/>
                  <a:pt x="2869" y="894"/>
                </a:cubicBezTo>
                <a:cubicBezTo>
                  <a:pt x="2850" y="925"/>
                  <a:pt x="2839" y="964"/>
                  <a:pt x="2839" y="1013"/>
                </a:cubicBezTo>
                <a:cubicBezTo>
                  <a:pt x="2839" y="1015"/>
                  <a:pt x="2839" y="1019"/>
                  <a:pt x="2839" y="1020"/>
                </a:cubicBezTo>
                <a:cubicBezTo>
                  <a:pt x="2839" y="1070"/>
                  <a:pt x="2855" y="1109"/>
                  <a:pt x="2880" y="1140"/>
                </a:cubicBezTo>
                <a:cubicBezTo>
                  <a:pt x="2917" y="1188"/>
                  <a:pt x="2973" y="1215"/>
                  <a:pt x="3028" y="1235"/>
                </a:cubicBezTo>
                <a:cubicBezTo>
                  <a:pt x="3082" y="1254"/>
                  <a:pt x="3137" y="1266"/>
                  <a:pt x="3170" y="1279"/>
                </a:cubicBezTo>
                <a:cubicBezTo>
                  <a:pt x="3218" y="1294"/>
                  <a:pt x="3271" y="1312"/>
                  <a:pt x="3308" y="1335"/>
                </a:cubicBezTo>
                <a:cubicBezTo>
                  <a:pt x="3327" y="1347"/>
                  <a:pt x="3341" y="1360"/>
                  <a:pt x="3352" y="1374"/>
                </a:cubicBezTo>
                <a:cubicBezTo>
                  <a:pt x="3362" y="1388"/>
                  <a:pt x="3368" y="1404"/>
                  <a:pt x="3368" y="1421"/>
                </a:cubicBezTo>
                <a:lnTo>
                  <a:pt x="3368" y="1423"/>
                </a:lnTo>
                <a:cubicBezTo>
                  <a:pt x="3368" y="1449"/>
                  <a:pt x="3359" y="1471"/>
                  <a:pt x="3347" y="1490"/>
                </a:cubicBezTo>
                <a:cubicBezTo>
                  <a:pt x="3327" y="1516"/>
                  <a:pt x="3294" y="1538"/>
                  <a:pt x="3258" y="1550"/>
                </a:cubicBezTo>
                <a:cubicBezTo>
                  <a:pt x="3223" y="1562"/>
                  <a:pt x="3188" y="1568"/>
                  <a:pt x="3163" y="1568"/>
                </a:cubicBezTo>
                <a:cubicBezTo>
                  <a:pt x="3080" y="1568"/>
                  <a:pt x="3026" y="1548"/>
                  <a:pt x="2985" y="1527"/>
                </a:cubicBezTo>
                <a:cubicBezTo>
                  <a:pt x="2966" y="1516"/>
                  <a:pt x="2948" y="1508"/>
                  <a:pt x="2934" y="1499"/>
                </a:cubicBezTo>
                <a:cubicBezTo>
                  <a:pt x="2927" y="1495"/>
                  <a:pt x="2920" y="1492"/>
                  <a:pt x="2913" y="1488"/>
                </a:cubicBezTo>
                <a:cubicBezTo>
                  <a:pt x="2906" y="1485"/>
                  <a:pt x="2899" y="1483"/>
                  <a:pt x="2890" y="1483"/>
                </a:cubicBezTo>
                <a:cubicBezTo>
                  <a:pt x="2885" y="1483"/>
                  <a:pt x="2880" y="1483"/>
                  <a:pt x="2874" y="1486"/>
                </a:cubicBezTo>
                <a:cubicBezTo>
                  <a:pt x="2869" y="1488"/>
                  <a:pt x="2864" y="1492"/>
                  <a:pt x="2860" y="1495"/>
                </a:cubicBezTo>
                <a:cubicBezTo>
                  <a:pt x="2855" y="1501"/>
                  <a:pt x="2850" y="1506"/>
                  <a:pt x="2846" y="1513"/>
                </a:cubicBezTo>
                <a:cubicBezTo>
                  <a:pt x="2843" y="1520"/>
                  <a:pt x="2841" y="1527"/>
                  <a:pt x="2841" y="1534"/>
                </a:cubicBezTo>
                <a:cubicBezTo>
                  <a:pt x="2841" y="1546"/>
                  <a:pt x="2846" y="1559"/>
                  <a:pt x="2851" y="1568"/>
                </a:cubicBezTo>
                <a:cubicBezTo>
                  <a:pt x="2862" y="1582"/>
                  <a:pt x="2878" y="1596"/>
                  <a:pt x="2895" y="1610"/>
                </a:cubicBezTo>
                <a:cubicBezTo>
                  <a:pt x="2915" y="1622"/>
                  <a:pt x="2938" y="1636"/>
                  <a:pt x="2966" y="1649"/>
                </a:cubicBezTo>
                <a:cubicBezTo>
                  <a:pt x="3026" y="1677"/>
                  <a:pt x="3103" y="1691"/>
                  <a:pt x="3162" y="1693"/>
                </a:cubicBezTo>
                <a:lnTo>
                  <a:pt x="3162" y="1693"/>
                </a:lnTo>
                <a:cubicBezTo>
                  <a:pt x="3253" y="1693"/>
                  <a:pt x="3331" y="1671"/>
                  <a:pt x="3398" y="1622"/>
                </a:cubicBezTo>
                <a:lnTo>
                  <a:pt x="3398" y="1622"/>
                </a:lnTo>
                <a:lnTo>
                  <a:pt x="3398" y="1622"/>
                </a:lnTo>
                <a:cubicBezTo>
                  <a:pt x="3463" y="1573"/>
                  <a:pt x="3503" y="1501"/>
                  <a:pt x="3503" y="1419"/>
                </a:cubicBezTo>
                <a:cubicBezTo>
                  <a:pt x="3503" y="1375"/>
                  <a:pt x="3493" y="1337"/>
                  <a:pt x="3475" y="1305"/>
                </a:cubicBezTo>
                <a:cubicBezTo>
                  <a:pt x="3445" y="1261"/>
                  <a:pt x="3399" y="1232"/>
                  <a:pt x="3348" y="1207"/>
                </a:cubicBezTo>
                <a:close/>
                <a:moveTo>
                  <a:pt x="7513" y="377"/>
                </a:moveTo>
                <a:cubicBezTo>
                  <a:pt x="7496" y="377"/>
                  <a:pt x="7480" y="384"/>
                  <a:pt x="7469" y="397"/>
                </a:cubicBezTo>
                <a:cubicBezTo>
                  <a:pt x="7457" y="407"/>
                  <a:pt x="7450" y="425"/>
                  <a:pt x="7450" y="441"/>
                </a:cubicBezTo>
                <a:lnTo>
                  <a:pt x="7450" y="1634"/>
                </a:lnTo>
                <a:cubicBezTo>
                  <a:pt x="7450" y="1652"/>
                  <a:pt x="7457" y="1668"/>
                  <a:pt x="7469" y="1679"/>
                </a:cubicBezTo>
                <a:cubicBezTo>
                  <a:pt x="7481" y="1689"/>
                  <a:pt x="7497" y="1698"/>
                  <a:pt x="7513" y="1698"/>
                </a:cubicBezTo>
                <a:cubicBezTo>
                  <a:pt x="7550" y="1698"/>
                  <a:pt x="7578" y="1670"/>
                  <a:pt x="7578" y="1634"/>
                </a:cubicBezTo>
                <a:lnTo>
                  <a:pt x="7578" y="441"/>
                </a:lnTo>
                <a:cubicBezTo>
                  <a:pt x="7578" y="405"/>
                  <a:pt x="7548" y="377"/>
                  <a:pt x="7513" y="377"/>
                </a:cubicBezTo>
                <a:close/>
                <a:moveTo>
                  <a:pt x="10445" y="1200"/>
                </a:moveTo>
                <a:lnTo>
                  <a:pt x="10445" y="1207"/>
                </a:lnTo>
                <a:cubicBezTo>
                  <a:pt x="10445" y="1225"/>
                  <a:pt x="10438" y="1241"/>
                  <a:pt x="10426" y="1250"/>
                </a:cubicBezTo>
                <a:cubicBezTo>
                  <a:pt x="10414" y="1261"/>
                  <a:pt x="10398" y="1266"/>
                  <a:pt x="10382" y="1266"/>
                </a:cubicBezTo>
                <a:lnTo>
                  <a:pt x="9667" y="1266"/>
                </a:lnTo>
                <a:cubicBezTo>
                  <a:pt x="9684" y="1441"/>
                  <a:pt x="9823" y="1569"/>
                  <a:pt x="9991" y="1571"/>
                </a:cubicBezTo>
                <a:lnTo>
                  <a:pt x="10033" y="1571"/>
                </a:lnTo>
                <a:cubicBezTo>
                  <a:pt x="10088" y="1571"/>
                  <a:pt x="10142" y="1552"/>
                  <a:pt x="10188" y="1520"/>
                </a:cubicBezTo>
                <a:cubicBezTo>
                  <a:pt x="10236" y="1488"/>
                  <a:pt x="10276" y="1446"/>
                  <a:pt x="10305" y="1397"/>
                </a:cubicBezTo>
                <a:cubicBezTo>
                  <a:pt x="10310" y="1386"/>
                  <a:pt x="10319" y="1380"/>
                  <a:pt x="10327" y="1374"/>
                </a:cubicBezTo>
                <a:cubicBezTo>
                  <a:pt x="10336" y="1369"/>
                  <a:pt x="10347" y="1367"/>
                  <a:pt x="10357" y="1367"/>
                </a:cubicBezTo>
                <a:cubicBezTo>
                  <a:pt x="10368" y="1367"/>
                  <a:pt x="10380" y="1370"/>
                  <a:pt x="10389" y="1375"/>
                </a:cubicBezTo>
                <a:lnTo>
                  <a:pt x="10389" y="1375"/>
                </a:lnTo>
                <a:lnTo>
                  <a:pt x="10389" y="1375"/>
                </a:lnTo>
                <a:cubicBezTo>
                  <a:pt x="10407" y="1388"/>
                  <a:pt x="10419" y="1409"/>
                  <a:pt x="10419" y="1430"/>
                </a:cubicBezTo>
                <a:cubicBezTo>
                  <a:pt x="10419" y="1441"/>
                  <a:pt x="10416" y="1453"/>
                  <a:pt x="10410" y="1464"/>
                </a:cubicBezTo>
                <a:lnTo>
                  <a:pt x="10410" y="1464"/>
                </a:lnTo>
                <a:lnTo>
                  <a:pt x="10410" y="1464"/>
                </a:lnTo>
                <a:cubicBezTo>
                  <a:pt x="10370" y="1527"/>
                  <a:pt x="10315" y="1585"/>
                  <a:pt x="10252" y="1627"/>
                </a:cubicBezTo>
                <a:cubicBezTo>
                  <a:pt x="10186" y="1670"/>
                  <a:pt x="10112" y="1696"/>
                  <a:pt x="10031" y="1696"/>
                </a:cubicBezTo>
                <a:lnTo>
                  <a:pt x="9989" y="1696"/>
                </a:lnTo>
                <a:cubicBezTo>
                  <a:pt x="9864" y="1696"/>
                  <a:pt x="9749" y="1642"/>
                  <a:pt x="9668" y="1557"/>
                </a:cubicBezTo>
                <a:cubicBezTo>
                  <a:pt x="9587" y="1472"/>
                  <a:pt x="9536" y="1356"/>
                  <a:pt x="9536" y="1230"/>
                </a:cubicBezTo>
                <a:cubicBezTo>
                  <a:pt x="9536" y="1100"/>
                  <a:pt x="9587" y="983"/>
                  <a:pt x="9668" y="897"/>
                </a:cubicBezTo>
                <a:cubicBezTo>
                  <a:pt x="9751" y="813"/>
                  <a:pt x="9864" y="760"/>
                  <a:pt x="9991" y="760"/>
                </a:cubicBezTo>
                <a:cubicBezTo>
                  <a:pt x="10112" y="760"/>
                  <a:pt x="10220" y="807"/>
                  <a:pt x="10301" y="887"/>
                </a:cubicBezTo>
                <a:cubicBezTo>
                  <a:pt x="10382" y="966"/>
                  <a:pt x="10435" y="1075"/>
                  <a:pt x="10445" y="1200"/>
                </a:cubicBezTo>
                <a:close/>
                <a:moveTo>
                  <a:pt x="10305" y="1139"/>
                </a:moveTo>
                <a:cubicBezTo>
                  <a:pt x="10268" y="992"/>
                  <a:pt x="10139" y="887"/>
                  <a:pt x="9993" y="887"/>
                </a:cubicBezTo>
                <a:cubicBezTo>
                  <a:pt x="9841" y="887"/>
                  <a:pt x="9714" y="989"/>
                  <a:pt x="9675" y="1139"/>
                </a:cubicBezTo>
                <a:lnTo>
                  <a:pt x="10305" y="1139"/>
                </a:lnTo>
                <a:close/>
                <a:moveTo>
                  <a:pt x="4027" y="763"/>
                </a:moveTo>
                <a:cubicBezTo>
                  <a:pt x="3926" y="763"/>
                  <a:pt x="3836" y="802"/>
                  <a:pt x="3768" y="864"/>
                </a:cubicBezTo>
                <a:lnTo>
                  <a:pt x="3768" y="827"/>
                </a:lnTo>
                <a:cubicBezTo>
                  <a:pt x="3768" y="809"/>
                  <a:pt x="3761" y="793"/>
                  <a:pt x="3750" y="783"/>
                </a:cubicBezTo>
                <a:cubicBezTo>
                  <a:pt x="3740" y="770"/>
                  <a:pt x="3724" y="763"/>
                  <a:pt x="3706" y="763"/>
                </a:cubicBezTo>
                <a:cubicBezTo>
                  <a:pt x="3688" y="763"/>
                  <a:pt x="3670" y="770"/>
                  <a:pt x="3660" y="783"/>
                </a:cubicBezTo>
                <a:cubicBezTo>
                  <a:pt x="3649" y="795"/>
                  <a:pt x="3643" y="811"/>
                  <a:pt x="3643" y="827"/>
                </a:cubicBezTo>
                <a:lnTo>
                  <a:pt x="3643" y="1652"/>
                </a:lnTo>
                <a:lnTo>
                  <a:pt x="3644" y="1654"/>
                </a:lnTo>
                <a:lnTo>
                  <a:pt x="3644" y="1654"/>
                </a:lnTo>
                <a:cubicBezTo>
                  <a:pt x="3644" y="1657"/>
                  <a:pt x="3646" y="1659"/>
                  <a:pt x="3648" y="1663"/>
                </a:cubicBezTo>
                <a:cubicBezTo>
                  <a:pt x="3657" y="1679"/>
                  <a:pt x="3671" y="1689"/>
                  <a:pt x="3688" y="1694"/>
                </a:cubicBezTo>
                <a:lnTo>
                  <a:pt x="3690" y="1694"/>
                </a:lnTo>
                <a:lnTo>
                  <a:pt x="3704" y="1694"/>
                </a:lnTo>
                <a:cubicBezTo>
                  <a:pt x="3713" y="1694"/>
                  <a:pt x="3722" y="1693"/>
                  <a:pt x="3731" y="1689"/>
                </a:cubicBezTo>
                <a:cubicBezTo>
                  <a:pt x="3738" y="1686"/>
                  <a:pt x="3745" y="1680"/>
                  <a:pt x="3750" y="1673"/>
                </a:cubicBezTo>
                <a:lnTo>
                  <a:pt x="3750" y="1673"/>
                </a:lnTo>
                <a:cubicBezTo>
                  <a:pt x="3750" y="1673"/>
                  <a:pt x="3750" y="1671"/>
                  <a:pt x="3752" y="1671"/>
                </a:cubicBezTo>
                <a:lnTo>
                  <a:pt x="3752" y="1671"/>
                </a:lnTo>
                <a:cubicBezTo>
                  <a:pt x="3755" y="1668"/>
                  <a:pt x="3759" y="1663"/>
                  <a:pt x="3761" y="1659"/>
                </a:cubicBezTo>
                <a:cubicBezTo>
                  <a:pt x="3762" y="1654"/>
                  <a:pt x="3764" y="1650"/>
                  <a:pt x="3764" y="1645"/>
                </a:cubicBezTo>
                <a:lnTo>
                  <a:pt x="3764" y="1643"/>
                </a:lnTo>
                <a:lnTo>
                  <a:pt x="3764" y="1147"/>
                </a:lnTo>
                <a:cubicBezTo>
                  <a:pt x="3766" y="1077"/>
                  <a:pt x="3796" y="1012"/>
                  <a:pt x="3842" y="966"/>
                </a:cubicBezTo>
                <a:cubicBezTo>
                  <a:pt x="3888" y="920"/>
                  <a:pt x="3953" y="890"/>
                  <a:pt x="4023" y="890"/>
                </a:cubicBezTo>
                <a:cubicBezTo>
                  <a:pt x="4095" y="890"/>
                  <a:pt x="4159" y="918"/>
                  <a:pt x="4205" y="966"/>
                </a:cubicBezTo>
                <a:cubicBezTo>
                  <a:pt x="4251" y="1012"/>
                  <a:pt x="4279" y="1077"/>
                  <a:pt x="4279" y="1147"/>
                </a:cubicBezTo>
                <a:lnTo>
                  <a:pt x="4279" y="1634"/>
                </a:lnTo>
                <a:cubicBezTo>
                  <a:pt x="4279" y="1652"/>
                  <a:pt x="4286" y="1668"/>
                  <a:pt x="4298" y="1680"/>
                </a:cubicBezTo>
                <a:cubicBezTo>
                  <a:pt x="4310" y="1691"/>
                  <a:pt x="4326" y="1698"/>
                  <a:pt x="4342" y="1698"/>
                </a:cubicBezTo>
                <a:cubicBezTo>
                  <a:pt x="4360" y="1698"/>
                  <a:pt x="4376" y="1691"/>
                  <a:pt x="4386" y="1680"/>
                </a:cubicBezTo>
                <a:cubicBezTo>
                  <a:pt x="4399" y="1670"/>
                  <a:pt x="4406" y="1652"/>
                  <a:pt x="4406" y="1634"/>
                </a:cubicBezTo>
                <a:lnTo>
                  <a:pt x="4406" y="1147"/>
                </a:lnTo>
                <a:cubicBezTo>
                  <a:pt x="4413" y="936"/>
                  <a:pt x="4240" y="763"/>
                  <a:pt x="4027" y="763"/>
                </a:cubicBezTo>
                <a:close/>
                <a:moveTo>
                  <a:pt x="5294" y="901"/>
                </a:moveTo>
                <a:cubicBezTo>
                  <a:pt x="5375" y="985"/>
                  <a:pt x="5421" y="1103"/>
                  <a:pt x="5423" y="1230"/>
                </a:cubicBezTo>
                <a:cubicBezTo>
                  <a:pt x="5423" y="1356"/>
                  <a:pt x="5375" y="1472"/>
                  <a:pt x="5294" y="1559"/>
                </a:cubicBezTo>
                <a:cubicBezTo>
                  <a:pt x="5214" y="1643"/>
                  <a:pt x="5101" y="1698"/>
                  <a:pt x="4978" y="1698"/>
                </a:cubicBezTo>
                <a:cubicBezTo>
                  <a:pt x="4854" y="1698"/>
                  <a:pt x="4744" y="1644"/>
                  <a:pt x="4663" y="1559"/>
                </a:cubicBezTo>
                <a:cubicBezTo>
                  <a:pt x="4582" y="1475"/>
                  <a:pt x="4533" y="1356"/>
                  <a:pt x="4533" y="1230"/>
                </a:cubicBezTo>
                <a:cubicBezTo>
                  <a:pt x="4533" y="1103"/>
                  <a:pt x="4582" y="987"/>
                  <a:pt x="4663" y="901"/>
                </a:cubicBezTo>
                <a:cubicBezTo>
                  <a:pt x="4742" y="816"/>
                  <a:pt x="4855" y="761"/>
                  <a:pt x="4978" y="761"/>
                </a:cubicBezTo>
                <a:cubicBezTo>
                  <a:pt x="5103" y="761"/>
                  <a:pt x="5214" y="816"/>
                  <a:pt x="5294" y="901"/>
                </a:cubicBezTo>
                <a:close/>
                <a:moveTo>
                  <a:pt x="5296" y="1230"/>
                </a:moveTo>
                <a:cubicBezTo>
                  <a:pt x="5296" y="1135"/>
                  <a:pt x="5258" y="1049"/>
                  <a:pt x="5200" y="987"/>
                </a:cubicBezTo>
                <a:cubicBezTo>
                  <a:pt x="5141" y="925"/>
                  <a:pt x="5063" y="887"/>
                  <a:pt x="4978" y="887"/>
                </a:cubicBezTo>
                <a:cubicBezTo>
                  <a:pt x="4892" y="887"/>
                  <a:pt x="4813" y="925"/>
                  <a:pt x="4755" y="987"/>
                </a:cubicBezTo>
                <a:cubicBezTo>
                  <a:pt x="4696" y="1049"/>
                  <a:pt x="4659" y="1135"/>
                  <a:pt x="4659" y="1230"/>
                </a:cubicBezTo>
                <a:cubicBezTo>
                  <a:pt x="4659" y="1324"/>
                  <a:pt x="4696" y="1410"/>
                  <a:pt x="4755" y="1471"/>
                </a:cubicBezTo>
                <a:cubicBezTo>
                  <a:pt x="4813" y="1533"/>
                  <a:pt x="4892" y="1569"/>
                  <a:pt x="4978" y="1569"/>
                </a:cubicBezTo>
                <a:cubicBezTo>
                  <a:pt x="5065" y="1569"/>
                  <a:pt x="5144" y="1532"/>
                  <a:pt x="5200" y="1471"/>
                </a:cubicBezTo>
                <a:cubicBezTo>
                  <a:pt x="5259" y="1409"/>
                  <a:pt x="5296" y="1324"/>
                  <a:pt x="5296" y="1230"/>
                </a:cubicBezTo>
                <a:close/>
                <a:moveTo>
                  <a:pt x="6671" y="768"/>
                </a:moveTo>
                <a:lnTo>
                  <a:pt x="6671" y="768"/>
                </a:lnTo>
                <a:cubicBezTo>
                  <a:pt x="6669" y="768"/>
                  <a:pt x="6669" y="768"/>
                  <a:pt x="6671" y="768"/>
                </a:cubicBezTo>
                <a:cubicBezTo>
                  <a:pt x="6662" y="765"/>
                  <a:pt x="6655" y="763"/>
                  <a:pt x="6648" y="763"/>
                </a:cubicBezTo>
                <a:cubicBezTo>
                  <a:pt x="6636" y="763"/>
                  <a:pt x="6624" y="767"/>
                  <a:pt x="6613" y="774"/>
                </a:cubicBezTo>
                <a:cubicBezTo>
                  <a:pt x="6603" y="781"/>
                  <a:pt x="6593" y="790"/>
                  <a:pt x="6588" y="802"/>
                </a:cubicBezTo>
                <a:lnTo>
                  <a:pt x="6588" y="802"/>
                </a:lnTo>
                <a:lnTo>
                  <a:pt x="6345" y="1467"/>
                </a:lnTo>
                <a:lnTo>
                  <a:pt x="6158" y="1022"/>
                </a:lnTo>
                <a:lnTo>
                  <a:pt x="6158" y="1022"/>
                </a:lnTo>
                <a:cubicBezTo>
                  <a:pt x="6153" y="1010"/>
                  <a:pt x="6144" y="999"/>
                  <a:pt x="6133" y="994"/>
                </a:cubicBezTo>
                <a:cubicBezTo>
                  <a:pt x="6123" y="987"/>
                  <a:pt x="6110" y="983"/>
                  <a:pt x="6096" y="983"/>
                </a:cubicBezTo>
                <a:cubicBezTo>
                  <a:pt x="6084" y="983"/>
                  <a:pt x="6072" y="987"/>
                  <a:pt x="6061" y="994"/>
                </a:cubicBezTo>
                <a:cubicBezTo>
                  <a:pt x="6051" y="1001"/>
                  <a:pt x="6042" y="1010"/>
                  <a:pt x="6036" y="1022"/>
                </a:cubicBezTo>
                <a:lnTo>
                  <a:pt x="6036" y="1022"/>
                </a:lnTo>
                <a:lnTo>
                  <a:pt x="5848" y="1467"/>
                </a:lnTo>
                <a:lnTo>
                  <a:pt x="5603" y="802"/>
                </a:lnTo>
                <a:lnTo>
                  <a:pt x="5603" y="802"/>
                </a:lnTo>
                <a:cubicBezTo>
                  <a:pt x="5599" y="790"/>
                  <a:pt x="5591" y="779"/>
                  <a:pt x="5580" y="772"/>
                </a:cubicBezTo>
                <a:cubicBezTo>
                  <a:pt x="5569" y="765"/>
                  <a:pt x="5557" y="761"/>
                  <a:pt x="5545" y="761"/>
                </a:cubicBezTo>
                <a:cubicBezTo>
                  <a:pt x="5536" y="761"/>
                  <a:pt x="5529" y="763"/>
                  <a:pt x="5520" y="767"/>
                </a:cubicBezTo>
                <a:lnTo>
                  <a:pt x="5520" y="767"/>
                </a:lnTo>
                <a:lnTo>
                  <a:pt x="5520" y="767"/>
                </a:lnTo>
                <a:cubicBezTo>
                  <a:pt x="5497" y="777"/>
                  <a:pt x="5483" y="800"/>
                  <a:pt x="5483" y="825"/>
                </a:cubicBezTo>
                <a:cubicBezTo>
                  <a:pt x="5483" y="832"/>
                  <a:pt x="5485" y="841"/>
                  <a:pt x="5488" y="848"/>
                </a:cubicBezTo>
                <a:lnTo>
                  <a:pt x="5488" y="848"/>
                </a:lnTo>
                <a:lnTo>
                  <a:pt x="5790" y="1654"/>
                </a:lnTo>
                <a:lnTo>
                  <a:pt x="5790" y="1654"/>
                </a:lnTo>
                <a:cubicBezTo>
                  <a:pt x="5791" y="1659"/>
                  <a:pt x="5795" y="1666"/>
                  <a:pt x="5800" y="1671"/>
                </a:cubicBezTo>
                <a:cubicBezTo>
                  <a:pt x="5804" y="1675"/>
                  <a:pt x="5809" y="1679"/>
                  <a:pt x="5814" y="1682"/>
                </a:cubicBezTo>
                <a:cubicBezTo>
                  <a:pt x="5816" y="1684"/>
                  <a:pt x="5816" y="1684"/>
                  <a:pt x="5820" y="1686"/>
                </a:cubicBezTo>
                <a:cubicBezTo>
                  <a:pt x="5821" y="1687"/>
                  <a:pt x="5825" y="1687"/>
                  <a:pt x="5829" y="1689"/>
                </a:cubicBezTo>
                <a:cubicBezTo>
                  <a:pt x="5834" y="1691"/>
                  <a:pt x="5841" y="1693"/>
                  <a:pt x="5850" y="1693"/>
                </a:cubicBezTo>
                <a:cubicBezTo>
                  <a:pt x="5862" y="1693"/>
                  <a:pt x="5873" y="1689"/>
                  <a:pt x="5883" y="1682"/>
                </a:cubicBezTo>
                <a:cubicBezTo>
                  <a:pt x="5892" y="1675"/>
                  <a:pt x="5901" y="1666"/>
                  <a:pt x="5906" y="1654"/>
                </a:cubicBezTo>
                <a:lnTo>
                  <a:pt x="5906" y="1654"/>
                </a:lnTo>
                <a:lnTo>
                  <a:pt x="6096" y="1200"/>
                </a:lnTo>
                <a:lnTo>
                  <a:pt x="6287" y="1652"/>
                </a:lnTo>
                <a:lnTo>
                  <a:pt x="6287" y="1652"/>
                </a:lnTo>
                <a:cubicBezTo>
                  <a:pt x="6290" y="1664"/>
                  <a:pt x="6299" y="1673"/>
                  <a:pt x="6308" y="1680"/>
                </a:cubicBezTo>
                <a:cubicBezTo>
                  <a:pt x="6317" y="1687"/>
                  <a:pt x="6327" y="1693"/>
                  <a:pt x="6340" y="1693"/>
                </a:cubicBezTo>
                <a:lnTo>
                  <a:pt x="6348" y="1693"/>
                </a:lnTo>
                <a:cubicBezTo>
                  <a:pt x="6355" y="1693"/>
                  <a:pt x="6364" y="1691"/>
                  <a:pt x="6370" y="1689"/>
                </a:cubicBezTo>
                <a:cubicBezTo>
                  <a:pt x="6377" y="1687"/>
                  <a:pt x="6382" y="1684"/>
                  <a:pt x="6385" y="1680"/>
                </a:cubicBezTo>
                <a:cubicBezTo>
                  <a:pt x="6396" y="1673"/>
                  <a:pt x="6403" y="1661"/>
                  <a:pt x="6408" y="1650"/>
                </a:cubicBezTo>
                <a:lnTo>
                  <a:pt x="6408" y="1650"/>
                </a:lnTo>
                <a:lnTo>
                  <a:pt x="6708" y="848"/>
                </a:lnTo>
                <a:cubicBezTo>
                  <a:pt x="6711" y="841"/>
                  <a:pt x="6713" y="832"/>
                  <a:pt x="6713" y="825"/>
                </a:cubicBezTo>
                <a:cubicBezTo>
                  <a:pt x="6708" y="802"/>
                  <a:pt x="6694" y="779"/>
                  <a:pt x="6671" y="768"/>
                </a:cubicBezTo>
                <a:close/>
              </a:path>
            </a:pathLst>
          </a:custGeom>
          <a:solidFill>
            <a:schemeClr val="lt1"/>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100000"/>
              </a:lnSpc>
            </a:pPr>
            <a:endParaRPr lang="en-GB" sz="1400" b="0" u="none" strike="noStrike">
              <a:solidFill>
                <a:srgbClr val="000000"/>
              </a:solidFill>
              <a:effectLst/>
              <a:uFillTx/>
              <a:latin typeface="Arial"/>
            </a:endParaRPr>
          </a:p>
        </p:txBody>
      </p:sp>
      <p:sp>
        <p:nvSpPr>
          <p:cNvPr id="210" name="PlaceHolder 4"/>
          <p:cNvSpPr>
            <a:spLocks noGrp="1"/>
          </p:cNvSpPr>
          <p:nvPr>
            <p:ph type="body"/>
          </p:nvPr>
        </p:nvSpPr>
        <p:spPr>
          <a:xfrm>
            <a:off x="457200" y="1203480"/>
            <a:ext cx="8226720" cy="2980440"/>
          </a:xfrm>
          <a:prstGeom prst="rect">
            <a:avLst/>
          </a:prstGeom>
          <a:noFill/>
          <a:ln w="0">
            <a:noFill/>
          </a:ln>
        </p:spPr>
        <p:txBody>
          <a:bodyPr lIns="0" tIns="0" rIns="0" bIns="0" anchor="t">
            <a:normAutofit/>
          </a:bodyPr>
          <a:lstStyle/>
          <a:p>
            <a:pPr marL="432000" indent="-324000">
              <a:lnSpc>
                <a:spcPct val="100000"/>
              </a:lnSpc>
              <a:spcBef>
                <a:spcPts val="1417"/>
              </a:spcBef>
              <a:buClr>
                <a:srgbClr val="000000"/>
              </a:buClr>
              <a:buSzPct val="45000"/>
              <a:buFont typeface="Wingdings" charset="2"/>
              <a:buChar char=""/>
            </a:pPr>
            <a:r>
              <a:rPr lang="en-GB" sz="14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4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4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4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Seventh Outline Level</a:t>
            </a: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One Column Layout_1_1_1">
    <p:bg>
      <p:bgPr>
        <a:solidFill>
          <a:schemeClr val="lt1"/>
        </a:solidFill>
        <a:effectLst/>
      </p:bgPr>
    </p:bg>
    <p:spTree>
      <p:nvGrpSpPr>
        <p:cNvPr id="1" name=""/>
        <p:cNvGrpSpPr/>
        <p:nvPr/>
      </p:nvGrpSpPr>
      <p:grpSpPr>
        <a:xfrm>
          <a:off x="0" y="0"/>
          <a:ext cx="0" cy="0"/>
          <a:chOff x="0" y="0"/>
          <a:chExt cx="0" cy="0"/>
        </a:xfrm>
      </p:grpSpPr>
      <p:sp>
        <p:nvSpPr>
          <p:cNvPr id="211" name="Google Shape;9;p1"/>
          <p:cNvSpPr/>
          <p:nvPr/>
        </p:nvSpPr>
        <p:spPr>
          <a:xfrm>
            <a:off x="3837240" y="-655560"/>
            <a:ext cx="5303880" cy="16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a:lnSpc>
                <a:spcPct val="100000"/>
              </a:lnSpc>
              <a:tabLst>
                <a:tab pos="0" algn="l"/>
              </a:tabLst>
            </a:pPr>
            <a:r>
              <a:rPr lang="en" sz="800" b="0" u="none" strike="noStrike">
                <a:solidFill>
                  <a:srgbClr val="C8C8C8"/>
                </a:solidFill>
                <a:effectLst/>
                <a:uFillTx/>
                <a:latin typeface="Arial"/>
                <a:ea typeface="Arial"/>
              </a:rPr>
              <a:t>SNOWFLAKE GSLIDES THEME 2026.01</a:t>
            </a:r>
            <a:endParaRPr lang="en-GB" sz="800" b="0" u="none" strike="noStrike">
              <a:solidFill>
                <a:srgbClr val="000000"/>
              </a:solidFill>
              <a:effectLst/>
              <a:uFillTx/>
              <a:latin typeface="Arial"/>
            </a:endParaRPr>
          </a:p>
        </p:txBody>
      </p:sp>
      <p:sp>
        <p:nvSpPr>
          <p:cNvPr id="212" name="Google Shape;87;p10"/>
          <p:cNvSpPr/>
          <p:nvPr/>
        </p:nvSpPr>
        <p:spPr>
          <a:xfrm>
            <a:off x="457200" y="4846680"/>
            <a:ext cx="132480" cy="125640"/>
          </a:xfrm>
          <a:custGeom>
            <a:avLst/>
            <a:gdLst>
              <a:gd name="textAreaLeft" fmla="*/ 0 w 132480"/>
              <a:gd name="textAreaRight" fmla="*/ 135360 w 132480"/>
              <a:gd name="textAreaTop" fmla="*/ 0 h 125640"/>
              <a:gd name="textAreaBottom" fmla="*/ 128520 h 125640"/>
            </a:gdLst>
            <a:ahLst/>
            <a:cxnLst/>
            <a:rect l="textAreaLeft" t="textAreaTop" r="textAreaRight" b="textAreaBottom"/>
            <a:pathLst>
              <a:path w="5409981" h="514350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213" name="PlaceHolder 1"/>
          <p:cNvSpPr>
            <a:spLocks noGrp="1"/>
          </p:cNvSpPr>
          <p:nvPr>
            <p:ph type="sldNum" idx="13"/>
          </p:nvPr>
        </p:nvSpPr>
        <p:spPr>
          <a:xfrm>
            <a:off x="8229600" y="4862520"/>
            <a:ext cx="470880" cy="91800"/>
          </a:xfrm>
          <a:prstGeom prst="rect">
            <a:avLst/>
          </a:prstGeom>
          <a:noFill/>
          <a:ln w="0">
            <a:noFill/>
          </a:ln>
        </p:spPr>
        <p:txBody>
          <a:bodyPr lIns="0" tIns="0" rIns="0" bIns="0" anchor="b">
            <a:spAutoFit/>
          </a:bodyPr>
          <a:lstStyle>
            <a:lvl1pPr indent="0" algn="r">
              <a:lnSpc>
                <a:spcPct val="100000"/>
              </a:lnSpc>
              <a:buNone/>
              <a:tabLst>
                <a:tab pos="0" algn="l"/>
              </a:tabLst>
              <a:defRPr lang="en" sz="600" b="0" u="none" strike="noStrike">
                <a:solidFill>
                  <a:srgbClr val="929292"/>
                </a:solidFill>
                <a:effectLst/>
                <a:uFillTx/>
                <a:latin typeface="Arial"/>
                <a:ea typeface="Arial"/>
              </a:defRPr>
            </a:lvl1pPr>
          </a:lstStyle>
          <a:p>
            <a:pPr indent="0" algn="r">
              <a:lnSpc>
                <a:spcPct val="100000"/>
              </a:lnSpc>
              <a:buNone/>
              <a:tabLst>
                <a:tab pos="0" algn="l"/>
              </a:tabLst>
            </a:pPr>
            <a:fld id="{86B6385A-8CA6-43E2-A84F-F0405C6DB138}" type="slidenum">
              <a:rPr lang="en" sz="600" b="0" u="none" strike="noStrike">
                <a:solidFill>
                  <a:srgbClr val="929292"/>
                </a:solidFill>
                <a:effectLst/>
                <a:uFillTx/>
                <a:latin typeface="Arial"/>
                <a:ea typeface="Arial"/>
              </a:rPr>
              <a:t>‹#›</a:t>
            </a:fld>
            <a:endParaRPr lang="en-GB" sz="600" b="0" u="none" strike="noStrike">
              <a:solidFill>
                <a:srgbClr val="000000"/>
              </a:solidFill>
              <a:effectLst/>
              <a:uFillTx/>
              <a:latin typeface="Times New Roman"/>
            </a:endParaRPr>
          </a:p>
        </p:txBody>
      </p:sp>
      <p:sp>
        <p:nvSpPr>
          <p:cNvPr id="214" name="PlaceHolder 2"/>
          <p:cNvSpPr>
            <a:spLocks noGrp="1"/>
          </p:cNvSpPr>
          <p:nvPr>
            <p:ph type="title"/>
          </p:nvPr>
        </p:nvSpPr>
        <p:spPr>
          <a:xfrm>
            <a:off x="365760" y="274320"/>
            <a:ext cx="8345520" cy="362880"/>
          </a:xfrm>
          <a:prstGeom prst="rect">
            <a:avLst/>
          </a:prstGeom>
          <a:noFill/>
          <a:ln w="0">
            <a:noFill/>
          </a:ln>
        </p:spPr>
        <p:txBody>
          <a:bodyPr lIns="91440" tIns="91440" rIns="91440" bIns="91440" anchor="t">
            <a:noAutofit/>
          </a:bodyPr>
          <a:lstStyle/>
          <a:p>
            <a:pPr indent="0">
              <a:lnSpc>
                <a:spcPct val="100000"/>
              </a:lnSpc>
              <a:buNone/>
              <a:tabLst>
                <a:tab pos="0" algn="l"/>
              </a:tabLst>
            </a:pPr>
            <a:r>
              <a:rPr lang="en-GB" sz="2600" b="0" u="none" strike="noStrike">
                <a:solidFill>
                  <a:srgbClr val="000000"/>
                </a:solidFill>
                <a:effectLst/>
                <a:uFillTx/>
                <a:latin typeface="Arial"/>
              </a:rPr>
              <a:t>Click to edit the title text format</a:t>
            </a:r>
          </a:p>
        </p:txBody>
      </p:sp>
      <p:sp>
        <p:nvSpPr>
          <p:cNvPr id="215" name="PlaceHolder 3"/>
          <p:cNvSpPr>
            <a:spLocks noGrp="1"/>
          </p:cNvSpPr>
          <p:nvPr>
            <p:ph type="body"/>
          </p:nvPr>
        </p:nvSpPr>
        <p:spPr>
          <a:xfrm>
            <a:off x="365760" y="1371600"/>
            <a:ext cx="1917360" cy="25578360"/>
          </a:xfrm>
          <a:prstGeom prst="rect">
            <a:avLst/>
          </a:prstGeom>
          <a:noFill/>
          <a:ln w="0">
            <a:noFill/>
          </a:ln>
        </p:spPr>
        <p:txBody>
          <a:bodyPr lIns="91440" tIns="91440" rIns="91440" bIns="91440" anchor="t">
            <a:spAutoFit/>
          </a:bodyPr>
          <a:lstStyle/>
          <a:p>
            <a:pPr marL="432000" indent="-324000">
              <a:lnSpc>
                <a:spcPct val="100000"/>
              </a:lnSpc>
              <a:spcBef>
                <a:spcPts val="1417"/>
              </a:spcBef>
              <a:buClr>
                <a:srgbClr val="000000"/>
              </a:buClr>
              <a:buSzPct val="45000"/>
              <a:buFont typeface="Wingdings" charset="2"/>
              <a:buChar char=""/>
            </a:pPr>
            <a:r>
              <a:rPr lang="en-GB" sz="14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4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4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4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14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14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1400" b="0" u="none" strike="noStrike">
                <a:solidFill>
                  <a:srgbClr val="000000"/>
                </a:solidFill>
                <a:effectLst/>
                <a:uFillTx/>
                <a:latin typeface="Arial"/>
              </a:rPr>
              <a:t>Seventh Outline Level</a:t>
            </a:r>
          </a:p>
        </p:txBody>
      </p:sp>
      <p:sp>
        <p:nvSpPr>
          <p:cNvPr id="216" name="PlaceHolder 4"/>
          <p:cNvSpPr>
            <a:spLocks noGrp="1"/>
          </p:cNvSpPr>
          <p:nvPr>
            <p:ph type="body"/>
          </p:nvPr>
        </p:nvSpPr>
        <p:spPr>
          <a:xfrm>
            <a:off x="2459520" y="1371600"/>
            <a:ext cx="1917360" cy="25578360"/>
          </a:xfrm>
          <a:prstGeom prst="rect">
            <a:avLst/>
          </a:prstGeom>
          <a:noFill/>
          <a:ln w="0">
            <a:noFill/>
          </a:ln>
        </p:spPr>
        <p:txBody>
          <a:bodyPr lIns="91440" tIns="91440" rIns="91440" bIns="91440" anchor="t">
            <a:spAutoFit/>
          </a:bodyPr>
          <a:lstStyle/>
          <a:p>
            <a:pPr marL="432000" indent="-324000">
              <a:lnSpc>
                <a:spcPct val="100000"/>
              </a:lnSpc>
              <a:spcBef>
                <a:spcPts val="1417"/>
              </a:spcBef>
              <a:buClr>
                <a:srgbClr val="000000"/>
              </a:buClr>
              <a:buSzPct val="45000"/>
              <a:buFont typeface="Wingdings" charset="2"/>
              <a:buChar char=""/>
            </a:pPr>
            <a:r>
              <a:rPr lang="en-GB" sz="14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4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4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4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14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14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1400" b="0" u="none" strike="noStrike">
                <a:solidFill>
                  <a:srgbClr val="000000"/>
                </a:solidFill>
                <a:effectLst/>
                <a:uFillTx/>
                <a:latin typeface="Arial"/>
              </a:rPr>
              <a:t>Seventh Outline Level</a:t>
            </a:r>
          </a:p>
        </p:txBody>
      </p:sp>
      <p:sp>
        <p:nvSpPr>
          <p:cNvPr id="217" name="PlaceHolder 5"/>
          <p:cNvSpPr>
            <a:spLocks noGrp="1"/>
          </p:cNvSpPr>
          <p:nvPr>
            <p:ph type="body"/>
          </p:nvPr>
        </p:nvSpPr>
        <p:spPr>
          <a:xfrm>
            <a:off x="4673160" y="1371600"/>
            <a:ext cx="1917360" cy="25578360"/>
          </a:xfrm>
          <a:prstGeom prst="rect">
            <a:avLst/>
          </a:prstGeom>
          <a:noFill/>
          <a:ln w="0">
            <a:noFill/>
          </a:ln>
        </p:spPr>
        <p:txBody>
          <a:bodyPr lIns="91440" tIns="91440" rIns="91440" bIns="91440" anchor="t">
            <a:spAutoFit/>
          </a:bodyPr>
          <a:lstStyle/>
          <a:p>
            <a:pPr marL="432000" indent="-324000">
              <a:lnSpc>
                <a:spcPct val="100000"/>
              </a:lnSpc>
              <a:spcBef>
                <a:spcPts val="1417"/>
              </a:spcBef>
              <a:buClr>
                <a:srgbClr val="000000"/>
              </a:buClr>
              <a:buSzPct val="45000"/>
              <a:buFont typeface="Wingdings" charset="2"/>
              <a:buChar char=""/>
            </a:pPr>
            <a:r>
              <a:rPr lang="en-GB" sz="14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4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4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4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14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14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1400" b="0" u="none" strike="noStrike">
                <a:solidFill>
                  <a:srgbClr val="000000"/>
                </a:solidFill>
                <a:effectLst/>
                <a:uFillTx/>
                <a:latin typeface="Arial"/>
              </a:rPr>
              <a:t>Seventh Outline Level</a:t>
            </a:r>
          </a:p>
        </p:txBody>
      </p:sp>
      <p:sp>
        <p:nvSpPr>
          <p:cNvPr id="218" name="PlaceHolder 6"/>
          <p:cNvSpPr>
            <a:spLocks noGrp="1"/>
          </p:cNvSpPr>
          <p:nvPr>
            <p:ph type="body"/>
          </p:nvPr>
        </p:nvSpPr>
        <p:spPr>
          <a:xfrm>
            <a:off x="6887160" y="1371600"/>
            <a:ext cx="1917360" cy="25578360"/>
          </a:xfrm>
          <a:prstGeom prst="rect">
            <a:avLst/>
          </a:prstGeom>
          <a:noFill/>
          <a:ln w="0">
            <a:noFill/>
          </a:ln>
        </p:spPr>
        <p:txBody>
          <a:bodyPr lIns="91440" tIns="91440" rIns="91440" bIns="91440" anchor="t">
            <a:spAutoFit/>
          </a:bodyPr>
          <a:lstStyle/>
          <a:p>
            <a:pPr marL="432000" indent="-324000">
              <a:lnSpc>
                <a:spcPct val="100000"/>
              </a:lnSpc>
              <a:spcBef>
                <a:spcPts val="1417"/>
              </a:spcBef>
              <a:buClr>
                <a:srgbClr val="000000"/>
              </a:buClr>
              <a:buSzPct val="45000"/>
              <a:buFont typeface="Wingdings" charset="2"/>
              <a:buChar char=""/>
            </a:pPr>
            <a:r>
              <a:rPr lang="en-GB" sz="14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4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4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4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14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14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1400" b="0" u="none" strike="noStrike">
                <a:solidFill>
                  <a:srgbClr val="000000"/>
                </a:solidFill>
                <a:effectLst/>
                <a:uFillTx/>
                <a:latin typeface="Arial"/>
              </a:rPr>
              <a:t>Seventh Outline Level</a:t>
            </a:r>
          </a:p>
        </p:txBody>
      </p:sp>
      <p:sp>
        <p:nvSpPr>
          <p:cNvPr id="219" name="Google Shape;94;p10"/>
          <p:cNvSpPr/>
          <p:nvPr/>
        </p:nvSpPr>
        <p:spPr>
          <a:xfrm>
            <a:off x="660600" y="4867200"/>
            <a:ext cx="1470600" cy="8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tabLst>
                <a:tab pos="0" algn="l"/>
              </a:tabLst>
            </a:pPr>
            <a:r>
              <a:rPr lang="en" sz="600" b="0" u="none" strike="noStrike">
                <a:solidFill>
                  <a:srgbClr val="929292"/>
                </a:solidFill>
                <a:effectLst/>
                <a:uFillTx/>
                <a:latin typeface="Arial"/>
                <a:ea typeface="Arial"/>
              </a:rPr>
              <a:t>© 2026 Snowflake Inc. All Rights Reserved</a:t>
            </a:r>
            <a:endParaRPr lang="en-GB" sz="600" b="0" u="none" strike="noStrike">
              <a:solidFill>
                <a:srgbClr val="000000"/>
              </a:solidFill>
              <a:effectLst/>
              <a:uFillTx/>
              <a:latin typeface="Arial"/>
            </a:endParaRPr>
          </a:p>
        </p:txBody>
      </p:sp>
      <p:sp>
        <p:nvSpPr>
          <p:cNvPr id="220" name="Google Shape;96;p10"/>
          <p:cNvSpPr/>
          <p:nvPr/>
        </p:nvSpPr>
        <p:spPr>
          <a:xfrm>
            <a:off x="0" y="343440"/>
            <a:ext cx="134280" cy="362880"/>
          </a:xfrm>
          <a:prstGeom prst="rect">
            <a:avLst/>
          </a:prstGeom>
          <a:solidFill>
            <a:schemeClr val="accent1"/>
          </a:solidFill>
          <a:ln w="0">
            <a:noFill/>
          </a:ln>
        </p:spPr>
        <p:style>
          <a:lnRef idx="0">
            <a:scrgbClr r="0" g="0" b="0"/>
          </a:lnRef>
          <a:fillRef idx="0">
            <a:scrgbClr r="0" g="0" b="0"/>
          </a:fillRef>
          <a:effectRef idx="0">
            <a:scrgbClr r="0" g="0" b="0"/>
          </a:effectRef>
          <a:fontRef idx="minor"/>
        </p:style>
        <p:txBody>
          <a:bodyPr lIns="90000" tIns="91440" rIns="90000" bIns="9144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blank" preserve="1">
  <p:cSld name="Multi-use layout">
    <p:bg>
      <p:bgPr>
        <a:solidFill>
          <a:schemeClr val="lt1"/>
        </a:solidFill>
        <a:effectLst/>
      </p:bgPr>
    </p:bg>
    <p:spTree>
      <p:nvGrpSpPr>
        <p:cNvPr id="1" name=""/>
        <p:cNvGrpSpPr/>
        <p:nvPr/>
      </p:nvGrpSpPr>
      <p:grpSpPr>
        <a:xfrm>
          <a:off x="0" y="0"/>
          <a:ext cx="0" cy="0"/>
          <a:chOff x="0" y="0"/>
          <a:chExt cx="0" cy="0"/>
        </a:xfrm>
      </p:grpSpPr>
      <p:sp>
        <p:nvSpPr>
          <p:cNvPr id="221" name="Google Shape;9;p1"/>
          <p:cNvSpPr/>
          <p:nvPr/>
        </p:nvSpPr>
        <p:spPr>
          <a:xfrm>
            <a:off x="3837240" y="-655560"/>
            <a:ext cx="5303880" cy="16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a:lnSpc>
                <a:spcPct val="100000"/>
              </a:lnSpc>
              <a:tabLst>
                <a:tab pos="0" algn="l"/>
              </a:tabLst>
            </a:pPr>
            <a:r>
              <a:rPr lang="en" sz="800" b="0" u="none" strike="noStrike">
                <a:solidFill>
                  <a:srgbClr val="C8C8C8"/>
                </a:solidFill>
                <a:effectLst/>
                <a:uFillTx/>
                <a:latin typeface="Arial"/>
                <a:ea typeface="Arial"/>
              </a:rPr>
              <a:t>SNOWFLAKE GSLIDES THEME 2026.01</a:t>
            </a:r>
            <a:endParaRPr lang="en-GB" sz="800" b="0" u="none" strike="noStrike">
              <a:solidFill>
                <a:srgbClr val="000000"/>
              </a:solidFill>
              <a:effectLst/>
              <a:uFillTx/>
              <a:latin typeface="Arial"/>
            </a:endParaRPr>
          </a:p>
        </p:txBody>
      </p:sp>
      <p:sp>
        <p:nvSpPr>
          <p:cNvPr id="222" name="PlaceHolder 1"/>
          <p:cNvSpPr>
            <a:spLocks noGrp="1"/>
          </p:cNvSpPr>
          <p:nvPr>
            <p:ph type="sldNum" idx="14"/>
          </p:nvPr>
        </p:nvSpPr>
        <p:spPr>
          <a:xfrm>
            <a:off x="8229600" y="4864680"/>
            <a:ext cx="470880" cy="91800"/>
          </a:xfrm>
          <a:prstGeom prst="rect">
            <a:avLst/>
          </a:prstGeom>
          <a:noFill/>
          <a:ln w="0">
            <a:noFill/>
          </a:ln>
        </p:spPr>
        <p:txBody>
          <a:bodyPr lIns="0" tIns="0" rIns="0" bIns="0" anchor="b">
            <a:spAutoFit/>
          </a:bodyPr>
          <a:lstStyle>
            <a:lvl1pPr indent="0" algn="r">
              <a:lnSpc>
                <a:spcPct val="100000"/>
              </a:lnSpc>
              <a:buNone/>
              <a:tabLst>
                <a:tab pos="0" algn="l"/>
              </a:tabLst>
              <a:defRPr lang="en" sz="600" b="0" u="none" strike="noStrike">
                <a:solidFill>
                  <a:srgbClr val="929292"/>
                </a:solidFill>
                <a:effectLst/>
                <a:uFillTx/>
                <a:latin typeface="Arial"/>
                <a:ea typeface="Arial"/>
              </a:defRPr>
            </a:lvl1pPr>
          </a:lstStyle>
          <a:p>
            <a:pPr indent="0" algn="r">
              <a:lnSpc>
                <a:spcPct val="100000"/>
              </a:lnSpc>
              <a:buNone/>
              <a:tabLst>
                <a:tab pos="0" algn="l"/>
              </a:tabLst>
            </a:pPr>
            <a:fld id="{AE522573-B6C9-4756-892C-6BADFB6C95B2}" type="slidenum">
              <a:rPr lang="en" sz="600" b="0" u="none" strike="noStrike">
                <a:solidFill>
                  <a:srgbClr val="929292"/>
                </a:solidFill>
                <a:effectLst/>
                <a:uFillTx/>
                <a:latin typeface="Arial"/>
                <a:ea typeface="Arial"/>
              </a:rPr>
              <a:t>‹#›</a:t>
            </a:fld>
            <a:endParaRPr lang="en-GB" sz="600" b="0" u="none" strike="noStrike">
              <a:solidFill>
                <a:srgbClr val="000000"/>
              </a:solidFill>
              <a:effectLst/>
              <a:uFillTx/>
              <a:latin typeface="Times New Roman"/>
            </a:endParaRPr>
          </a:p>
        </p:txBody>
      </p:sp>
      <p:sp>
        <p:nvSpPr>
          <p:cNvPr id="223" name="Google Shape;12;p2"/>
          <p:cNvSpPr/>
          <p:nvPr/>
        </p:nvSpPr>
        <p:spPr>
          <a:xfrm>
            <a:off x="457200" y="4846320"/>
            <a:ext cx="132480" cy="125640"/>
          </a:xfrm>
          <a:custGeom>
            <a:avLst/>
            <a:gdLst>
              <a:gd name="textAreaLeft" fmla="*/ 0 w 132480"/>
              <a:gd name="textAreaRight" fmla="*/ 135360 w 132480"/>
              <a:gd name="textAreaTop" fmla="*/ 0 h 125640"/>
              <a:gd name="textAreaBottom" fmla="*/ 128520 h 125640"/>
            </a:gdLst>
            <a:ahLst/>
            <a:cxnLst/>
            <a:rect l="textAreaLeft" t="textAreaTop" r="textAreaRight" b="textAreaBottom"/>
            <a:pathLst>
              <a:path w="5409981" h="514350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224" name="Google Shape;14;p2"/>
          <p:cNvSpPr/>
          <p:nvPr/>
        </p:nvSpPr>
        <p:spPr>
          <a:xfrm>
            <a:off x="2883240" y="1954080"/>
            <a:ext cx="2665800" cy="397440"/>
          </a:xfrm>
          <a:prstGeom prst="rect">
            <a:avLst/>
          </a:prstGeom>
          <a:noFill/>
          <a:ln w="0">
            <a:noFill/>
          </a:ln>
        </p:spPr>
        <p:style>
          <a:lnRef idx="0">
            <a:scrgbClr r="0" g="0" b="0"/>
          </a:lnRef>
          <a:fillRef idx="0">
            <a:scrgbClr r="0" g="0" b="0"/>
          </a:fillRef>
          <a:effectRef idx="0">
            <a:scrgbClr r="0" g="0" b="0"/>
          </a:effectRef>
          <a:fontRef idx="minor"/>
        </p:style>
        <p:txBody>
          <a:bodyPr lIns="90000" tIns="91440" rIns="90000" bIns="91440" anchor="t">
            <a:sp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225" name="Google Shape;15;p2"/>
          <p:cNvSpPr/>
          <p:nvPr/>
        </p:nvSpPr>
        <p:spPr>
          <a:xfrm>
            <a:off x="660600" y="4866840"/>
            <a:ext cx="1678320" cy="8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tabLst>
                <a:tab pos="0" algn="l"/>
              </a:tabLst>
            </a:pPr>
            <a:r>
              <a:rPr lang="en" sz="600" b="0" u="none" strike="noStrike">
                <a:solidFill>
                  <a:srgbClr val="929292"/>
                </a:solidFill>
                <a:effectLst/>
                <a:uFillTx/>
                <a:latin typeface="Arial"/>
                <a:ea typeface="Arial"/>
              </a:rPr>
              <a:t>© 2026 Snowflake Inc. All Rights Reserved</a:t>
            </a:r>
            <a:endParaRPr lang="en-GB" sz="600" b="0" u="none" strike="noStrike">
              <a:solidFill>
                <a:srgbClr val="000000"/>
              </a:solidFill>
              <a:effectLst/>
              <a:uFillTx/>
              <a:latin typeface="Arial"/>
            </a:endParaRPr>
          </a:p>
        </p:txBody>
      </p:sp>
      <p:sp>
        <p:nvSpPr>
          <p:cNvPr id="226" name="Google Shape;16;p2"/>
          <p:cNvSpPr/>
          <p:nvPr/>
        </p:nvSpPr>
        <p:spPr>
          <a:xfrm>
            <a:off x="0" y="343440"/>
            <a:ext cx="134280" cy="362880"/>
          </a:xfrm>
          <a:prstGeom prst="rect">
            <a:avLst/>
          </a:prstGeom>
          <a:solidFill>
            <a:schemeClr val="accent1"/>
          </a:solidFill>
          <a:ln w="0">
            <a:noFill/>
          </a:ln>
        </p:spPr>
        <p:style>
          <a:lnRef idx="0">
            <a:scrgbClr r="0" g="0" b="0"/>
          </a:lnRef>
          <a:fillRef idx="0">
            <a:scrgbClr r="0" g="0" b="0"/>
          </a:fillRef>
          <a:effectRef idx="0">
            <a:scrgbClr r="0" g="0" b="0"/>
          </a:effectRef>
          <a:fontRef idx="minor"/>
        </p:style>
        <p:txBody>
          <a:bodyPr lIns="90000" tIns="91440" rIns="90000" bIns="9144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227" name="PlaceHolder 2"/>
          <p:cNvSpPr>
            <a:spLocks noGrp="1"/>
          </p:cNvSpPr>
          <p:nvPr>
            <p:ph type="title"/>
          </p:nvPr>
        </p:nvSpPr>
        <p:spPr>
          <a:xfrm>
            <a:off x="365760" y="274320"/>
            <a:ext cx="8341920" cy="362880"/>
          </a:xfrm>
          <a:prstGeom prst="rect">
            <a:avLst/>
          </a:prstGeom>
          <a:noFill/>
          <a:ln w="0">
            <a:noFill/>
          </a:ln>
        </p:spPr>
        <p:txBody>
          <a:bodyPr lIns="91440" tIns="91440" rIns="91440" bIns="91440" anchor="t">
            <a:noAutofit/>
          </a:bodyPr>
          <a:lstStyle/>
          <a:p>
            <a:pPr indent="0">
              <a:lnSpc>
                <a:spcPct val="100000"/>
              </a:lnSpc>
              <a:buNone/>
              <a:tabLst>
                <a:tab pos="0" algn="l"/>
              </a:tabLst>
            </a:pPr>
            <a:r>
              <a:rPr lang="en-GB" sz="2600" b="0" u="none" strike="noStrike">
                <a:solidFill>
                  <a:srgbClr val="000000"/>
                </a:solidFill>
                <a:effectLst/>
                <a:uFillTx/>
                <a:latin typeface="Arial"/>
              </a:rPr>
              <a:t>Click to edit the title text format</a:t>
            </a:r>
          </a:p>
        </p:txBody>
      </p:sp>
      <p:sp>
        <p:nvSpPr>
          <p:cNvPr id="228" name="PlaceHolder 3"/>
          <p:cNvSpPr>
            <a:spLocks noGrp="1"/>
          </p:cNvSpPr>
          <p:nvPr>
            <p:ph type="body"/>
          </p:nvPr>
        </p:nvSpPr>
        <p:spPr>
          <a:xfrm>
            <a:off x="457200" y="1203480"/>
            <a:ext cx="8226720" cy="2980440"/>
          </a:xfrm>
          <a:prstGeom prst="rect">
            <a:avLst/>
          </a:prstGeom>
          <a:noFill/>
          <a:ln w="0">
            <a:noFill/>
          </a:ln>
        </p:spPr>
        <p:txBody>
          <a:bodyPr lIns="0" tIns="0" rIns="0" bIns="0" anchor="t">
            <a:normAutofit/>
          </a:bodyPr>
          <a:lstStyle/>
          <a:p>
            <a:pPr marL="432000" indent="-324000">
              <a:lnSpc>
                <a:spcPct val="100000"/>
              </a:lnSpc>
              <a:spcBef>
                <a:spcPts val="1417"/>
              </a:spcBef>
              <a:buClr>
                <a:srgbClr val="000000"/>
              </a:buClr>
              <a:buSzPct val="45000"/>
              <a:buFont typeface="Wingdings" charset="2"/>
              <a:buChar char=""/>
            </a:pPr>
            <a:r>
              <a:rPr lang="en-GB" sz="14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4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4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4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Seventh Outline Level</a:t>
            </a: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blank" preserve="1">
  <p:cSld name="Agenda_1">
    <p:bg>
      <p:bgPr>
        <a:solidFill>
          <a:schemeClr val="lt1"/>
        </a:solidFill>
        <a:effectLst/>
      </p:bgPr>
    </p:bg>
    <p:spTree>
      <p:nvGrpSpPr>
        <p:cNvPr id="1" name=""/>
        <p:cNvGrpSpPr/>
        <p:nvPr/>
      </p:nvGrpSpPr>
      <p:grpSpPr>
        <a:xfrm>
          <a:off x="0" y="0"/>
          <a:ext cx="0" cy="0"/>
          <a:chOff x="0" y="0"/>
          <a:chExt cx="0" cy="0"/>
        </a:xfrm>
      </p:grpSpPr>
      <p:sp>
        <p:nvSpPr>
          <p:cNvPr id="229" name="Google Shape;9;p1"/>
          <p:cNvSpPr/>
          <p:nvPr/>
        </p:nvSpPr>
        <p:spPr>
          <a:xfrm>
            <a:off x="3837240" y="-655560"/>
            <a:ext cx="5303880" cy="16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a:lnSpc>
                <a:spcPct val="100000"/>
              </a:lnSpc>
              <a:tabLst>
                <a:tab pos="0" algn="l"/>
              </a:tabLst>
            </a:pPr>
            <a:r>
              <a:rPr lang="en" sz="800" b="0" u="none" strike="noStrike">
                <a:solidFill>
                  <a:srgbClr val="C8C8C8"/>
                </a:solidFill>
                <a:effectLst/>
                <a:uFillTx/>
                <a:latin typeface="Arial"/>
                <a:ea typeface="Arial"/>
              </a:rPr>
              <a:t>SNOWFLAKE GSLIDES THEME 2026.01</a:t>
            </a:r>
            <a:endParaRPr lang="en-GB" sz="800" b="0" u="none" strike="noStrike">
              <a:solidFill>
                <a:srgbClr val="000000"/>
              </a:solidFill>
              <a:effectLst/>
              <a:uFillTx/>
              <a:latin typeface="Arial"/>
            </a:endParaRPr>
          </a:p>
        </p:txBody>
      </p:sp>
      <p:sp>
        <p:nvSpPr>
          <p:cNvPr id="230" name="Google Shape;109;p12"/>
          <p:cNvSpPr/>
          <p:nvPr/>
        </p:nvSpPr>
        <p:spPr>
          <a:xfrm flipH="1">
            <a:off x="-3600" y="0"/>
            <a:ext cx="2740320" cy="5140800"/>
          </a:xfrm>
          <a:prstGeom prst="rect">
            <a:avLst/>
          </a:prstGeom>
          <a:solidFill>
            <a:schemeClr val="dk2"/>
          </a:solidFill>
          <a:ln w="0">
            <a:noFill/>
          </a:ln>
        </p:spPr>
        <p:style>
          <a:lnRef idx="0">
            <a:scrgbClr r="0" g="0" b="0"/>
          </a:lnRef>
          <a:fillRef idx="0">
            <a:scrgbClr r="0" g="0" b="0"/>
          </a:fillRef>
          <a:effectRef idx="0">
            <a:scrgbClr r="0" g="0" b="0"/>
          </a:effectRef>
          <a:fontRef idx="minor"/>
        </p:style>
        <p:txBody>
          <a:bodyPr lIns="90000" tIns="91440" rIns="90000" bIns="91440" anchor="ctr">
            <a:noAutofit/>
          </a:bodyPr>
          <a:lstStyle/>
          <a:p>
            <a:pPr>
              <a:lnSpc>
                <a:spcPct val="100000"/>
              </a:lnSpc>
              <a:tabLst>
                <a:tab pos="0" algn="l"/>
              </a:tabLst>
            </a:pPr>
            <a:endParaRPr lang="en-GB" sz="1400" b="0" u="none" strike="noStrike">
              <a:solidFill>
                <a:srgbClr val="FFFFFF"/>
              </a:solidFill>
              <a:effectLst/>
              <a:uFillTx/>
              <a:latin typeface="Arial"/>
            </a:endParaRPr>
          </a:p>
        </p:txBody>
      </p:sp>
      <p:sp>
        <p:nvSpPr>
          <p:cNvPr id="231" name="PlaceHolder 1"/>
          <p:cNvSpPr>
            <a:spLocks noGrp="1"/>
          </p:cNvSpPr>
          <p:nvPr>
            <p:ph type="body"/>
          </p:nvPr>
        </p:nvSpPr>
        <p:spPr>
          <a:xfrm>
            <a:off x="365760" y="274320"/>
            <a:ext cx="2373840" cy="682920"/>
          </a:xfrm>
          <a:prstGeom prst="rect">
            <a:avLst/>
          </a:prstGeom>
          <a:noFill/>
          <a:ln w="0">
            <a:noFill/>
          </a:ln>
        </p:spPr>
        <p:txBody>
          <a:bodyPr lIns="91440" tIns="91440" rIns="91440" bIns="91440" anchor="t">
            <a:noAutofit/>
          </a:bodyPr>
          <a:lstStyle/>
          <a:p>
            <a:pPr marL="432000" indent="-324000">
              <a:lnSpc>
                <a:spcPct val="100000"/>
              </a:lnSpc>
              <a:spcBef>
                <a:spcPts val="1417"/>
              </a:spcBef>
              <a:buClr>
                <a:srgbClr val="000000"/>
              </a:buClr>
              <a:buSzPct val="45000"/>
              <a:buFont typeface="Wingdings" charset="2"/>
              <a:buChar char=""/>
            </a:pPr>
            <a:r>
              <a:rPr lang="en-GB" sz="26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26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26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26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26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26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2600" b="0" u="none" strike="noStrike">
                <a:solidFill>
                  <a:srgbClr val="000000"/>
                </a:solidFill>
                <a:effectLst/>
                <a:uFillTx/>
                <a:latin typeface="Arial"/>
              </a:rPr>
              <a:t>Seventh Outline Level</a:t>
            </a:r>
          </a:p>
        </p:txBody>
      </p:sp>
      <p:sp>
        <p:nvSpPr>
          <p:cNvPr id="232" name="PlaceHolder 2"/>
          <p:cNvSpPr>
            <a:spLocks noGrp="1"/>
          </p:cNvSpPr>
          <p:nvPr>
            <p:ph type="sldNum" idx="15"/>
          </p:nvPr>
        </p:nvSpPr>
        <p:spPr>
          <a:xfrm>
            <a:off x="8229600" y="4864680"/>
            <a:ext cx="470880" cy="91800"/>
          </a:xfrm>
          <a:prstGeom prst="rect">
            <a:avLst/>
          </a:prstGeom>
          <a:noFill/>
          <a:ln w="0">
            <a:noFill/>
          </a:ln>
        </p:spPr>
        <p:txBody>
          <a:bodyPr lIns="0" tIns="0" rIns="0" bIns="0" anchor="b">
            <a:spAutoFit/>
          </a:bodyPr>
          <a:lstStyle>
            <a:lvl1pPr indent="0" algn="r">
              <a:lnSpc>
                <a:spcPct val="100000"/>
              </a:lnSpc>
              <a:buNone/>
              <a:tabLst>
                <a:tab pos="0" algn="l"/>
              </a:tabLst>
              <a:defRPr lang="en" sz="600" b="0" u="none" strike="noStrike">
                <a:solidFill>
                  <a:srgbClr val="929292"/>
                </a:solidFill>
                <a:effectLst/>
                <a:uFillTx/>
                <a:latin typeface="Arial"/>
                <a:ea typeface="Arial"/>
              </a:defRPr>
            </a:lvl1pPr>
          </a:lstStyle>
          <a:p>
            <a:pPr indent="0" algn="r">
              <a:lnSpc>
                <a:spcPct val="100000"/>
              </a:lnSpc>
              <a:buNone/>
              <a:tabLst>
                <a:tab pos="0" algn="l"/>
              </a:tabLst>
            </a:pPr>
            <a:fld id="{8B6AEBC9-8519-480C-8023-792AE0E5AAE0}" type="slidenum">
              <a:rPr lang="en" sz="600" b="0" u="none" strike="noStrike">
                <a:solidFill>
                  <a:srgbClr val="929292"/>
                </a:solidFill>
                <a:effectLst/>
                <a:uFillTx/>
                <a:latin typeface="Arial"/>
                <a:ea typeface="Arial"/>
              </a:rPr>
              <a:t>‹#›</a:t>
            </a:fld>
            <a:endParaRPr lang="en-GB" sz="600" b="0" u="none" strike="noStrike">
              <a:solidFill>
                <a:srgbClr val="000000"/>
              </a:solidFill>
              <a:effectLst/>
              <a:uFillTx/>
              <a:latin typeface="Times New Roman"/>
            </a:endParaRPr>
          </a:p>
        </p:txBody>
      </p:sp>
      <p:sp>
        <p:nvSpPr>
          <p:cNvPr id="233" name="Google Shape;112;p12"/>
          <p:cNvSpPr/>
          <p:nvPr/>
        </p:nvSpPr>
        <p:spPr>
          <a:xfrm>
            <a:off x="457200" y="4846320"/>
            <a:ext cx="132480" cy="125640"/>
          </a:xfrm>
          <a:custGeom>
            <a:avLst/>
            <a:gdLst>
              <a:gd name="textAreaLeft" fmla="*/ 0 w 132480"/>
              <a:gd name="textAreaRight" fmla="*/ 135360 w 132480"/>
              <a:gd name="textAreaTop" fmla="*/ 0 h 125640"/>
              <a:gd name="textAreaBottom" fmla="*/ 128520 h 125640"/>
            </a:gdLst>
            <a:ahLst/>
            <a:cxnLst/>
            <a:rect l="textAreaLeft" t="textAreaTop" r="textAreaRight" b="textAreaBottom"/>
            <a:pathLst>
              <a:path w="5409981" h="514350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234" name="Google Shape;113;p12"/>
          <p:cNvSpPr/>
          <p:nvPr/>
        </p:nvSpPr>
        <p:spPr>
          <a:xfrm>
            <a:off x="660600" y="4866840"/>
            <a:ext cx="1678320" cy="8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tabLst>
                <a:tab pos="0" algn="l"/>
              </a:tabLst>
            </a:pPr>
            <a:r>
              <a:rPr lang="en" sz="600" b="0" u="none" strike="noStrike">
                <a:solidFill>
                  <a:srgbClr val="FFFFFF"/>
                </a:solidFill>
                <a:effectLst/>
                <a:uFillTx/>
                <a:latin typeface="Arial"/>
                <a:ea typeface="Arial"/>
              </a:rPr>
              <a:t>© 2026 Snowflake Inc. All Rights Reserved</a:t>
            </a:r>
            <a:endParaRPr lang="en-GB" sz="600" b="0" u="none" strike="noStrike">
              <a:solidFill>
                <a:srgbClr val="000000"/>
              </a:solidFill>
              <a:effectLst/>
              <a:uFillTx/>
              <a:latin typeface="Arial"/>
            </a:endParaRPr>
          </a:p>
        </p:txBody>
      </p:sp>
      <p:sp>
        <p:nvSpPr>
          <p:cNvPr id="235" name="PlaceHolder 3"/>
          <p:cNvSpPr>
            <a:spLocks noGrp="1"/>
          </p:cNvSpPr>
          <p:nvPr>
            <p:ph type="body"/>
          </p:nvPr>
        </p:nvSpPr>
        <p:spPr>
          <a:xfrm>
            <a:off x="365760" y="1291680"/>
            <a:ext cx="2207520" cy="2557440"/>
          </a:xfrm>
          <a:prstGeom prst="rect">
            <a:avLst/>
          </a:prstGeom>
          <a:noFill/>
          <a:ln w="0">
            <a:noFill/>
          </a:ln>
        </p:spPr>
        <p:txBody>
          <a:bodyPr lIns="91440" tIns="91440" rIns="91440" bIns="91440" anchor="ctr">
            <a:noAutofit/>
          </a:bodyPr>
          <a:lstStyle/>
          <a:p>
            <a:pPr marL="432000" indent="-324000">
              <a:lnSpc>
                <a:spcPct val="100000"/>
              </a:lnSpc>
              <a:spcBef>
                <a:spcPts val="1417"/>
              </a:spcBef>
              <a:buClr>
                <a:srgbClr val="000000"/>
              </a:buClr>
              <a:buSzPct val="45000"/>
              <a:buFont typeface="Wingdings" charset="2"/>
              <a:buChar char=""/>
            </a:pPr>
            <a:r>
              <a:rPr lang="en-GB" sz="12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2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2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2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12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12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1200" b="0" u="none" strike="noStrike">
                <a:solidFill>
                  <a:srgbClr val="000000"/>
                </a:solidFill>
                <a:effectLst/>
                <a:uFillTx/>
                <a:latin typeface="Arial"/>
              </a:rPr>
              <a:t>Seventh Outline Level</a:t>
            </a:r>
          </a:p>
        </p:txBody>
      </p:sp>
      <p:sp>
        <p:nvSpPr>
          <p:cNvPr id="236" name="Google Shape;115;p12"/>
          <p:cNvSpPr/>
          <p:nvPr/>
        </p:nvSpPr>
        <p:spPr>
          <a:xfrm>
            <a:off x="0" y="343440"/>
            <a:ext cx="134280" cy="362880"/>
          </a:xfrm>
          <a:prstGeom prst="rect">
            <a:avLst/>
          </a:prstGeom>
          <a:solidFill>
            <a:schemeClr val="accent1"/>
          </a:solidFill>
          <a:ln w="0">
            <a:noFill/>
          </a:ln>
        </p:spPr>
        <p:style>
          <a:lnRef idx="0">
            <a:scrgbClr r="0" g="0" b="0"/>
          </a:lnRef>
          <a:fillRef idx="0">
            <a:scrgbClr r="0" g="0" b="0"/>
          </a:fillRef>
          <a:effectRef idx="0">
            <a:scrgbClr r="0" g="0" b="0"/>
          </a:effectRef>
          <a:fontRef idx="minor"/>
        </p:style>
        <p:txBody>
          <a:bodyPr lIns="90000" tIns="91440" rIns="90000" bIns="9144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237" name="PlaceHolder 4"/>
          <p:cNvSpPr>
            <a:spLocks noGrp="1"/>
          </p:cNvSpPr>
          <p:nvPr>
            <p:ph type="title"/>
          </p:nvPr>
        </p:nvSpPr>
        <p:spPr>
          <a:xfrm>
            <a:off x="457200" y="205200"/>
            <a:ext cx="8226720" cy="856080"/>
          </a:xfrm>
          <a:prstGeom prst="rect">
            <a:avLst/>
          </a:prstGeom>
          <a:noFill/>
          <a:ln w="0">
            <a:noFill/>
          </a:ln>
        </p:spPr>
        <p:txBody>
          <a:bodyPr lIns="0" tIns="0" rIns="0" bIns="0" anchor="ctr">
            <a:noAutofit/>
          </a:bodyPr>
          <a:lstStyle/>
          <a:p>
            <a:pPr indent="0">
              <a:lnSpc>
                <a:spcPct val="100000"/>
              </a:lnSpc>
              <a:buNone/>
              <a:tabLst>
                <a:tab pos="0" algn="l"/>
              </a:tabLst>
            </a:pPr>
            <a:r>
              <a:rPr lang="en-GB" sz="1400" b="0" u="none" strike="noStrike">
                <a:solidFill>
                  <a:srgbClr val="000000"/>
                </a:solidFill>
                <a:effectLst/>
                <a:uFillTx/>
                <a:latin typeface="Arial"/>
              </a:rPr>
              <a:t>Click to edit the title text format</a:t>
            </a: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blank" preserve="1">
  <p:cSld name="Split Layout">
    <p:bg>
      <p:bgPr>
        <a:solidFill>
          <a:schemeClr val="lt1"/>
        </a:solidFill>
        <a:effectLst/>
      </p:bgPr>
    </p:bg>
    <p:spTree>
      <p:nvGrpSpPr>
        <p:cNvPr id="1" name=""/>
        <p:cNvGrpSpPr/>
        <p:nvPr/>
      </p:nvGrpSpPr>
      <p:grpSpPr>
        <a:xfrm>
          <a:off x="0" y="0"/>
          <a:ext cx="0" cy="0"/>
          <a:chOff x="0" y="0"/>
          <a:chExt cx="0" cy="0"/>
        </a:xfrm>
      </p:grpSpPr>
      <p:sp>
        <p:nvSpPr>
          <p:cNvPr id="238" name="Google Shape;9;p1"/>
          <p:cNvSpPr/>
          <p:nvPr/>
        </p:nvSpPr>
        <p:spPr>
          <a:xfrm>
            <a:off x="3837240" y="-655560"/>
            <a:ext cx="5303880" cy="16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a:lnSpc>
                <a:spcPct val="100000"/>
              </a:lnSpc>
              <a:tabLst>
                <a:tab pos="0" algn="l"/>
              </a:tabLst>
            </a:pPr>
            <a:r>
              <a:rPr lang="en" sz="800" b="0" u="none" strike="noStrike">
                <a:solidFill>
                  <a:srgbClr val="C8C8C8"/>
                </a:solidFill>
                <a:effectLst/>
                <a:uFillTx/>
                <a:latin typeface="Arial"/>
                <a:ea typeface="Arial"/>
              </a:rPr>
              <a:t>SNOWFLAKE GSLIDES THEME 2026.01</a:t>
            </a:r>
            <a:endParaRPr lang="en-GB" sz="800" b="0" u="none" strike="noStrike">
              <a:solidFill>
                <a:srgbClr val="000000"/>
              </a:solidFill>
              <a:effectLst/>
              <a:uFillTx/>
              <a:latin typeface="Arial"/>
            </a:endParaRPr>
          </a:p>
        </p:txBody>
      </p:sp>
      <p:sp>
        <p:nvSpPr>
          <p:cNvPr id="239" name="Google Shape;117;p13"/>
          <p:cNvSpPr/>
          <p:nvPr/>
        </p:nvSpPr>
        <p:spPr>
          <a:xfrm>
            <a:off x="4572000" y="0"/>
            <a:ext cx="4569120" cy="5140800"/>
          </a:xfrm>
          <a:prstGeom prst="rect">
            <a:avLst/>
          </a:prstGeom>
          <a:solidFill>
            <a:schemeClr val="accent1"/>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a:lnSpc>
                <a:spcPct val="100000"/>
              </a:lnSpc>
              <a:tabLst>
                <a:tab pos="0" algn="l"/>
              </a:tabLst>
            </a:pPr>
            <a:endParaRPr lang="en-GB" sz="1400" b="0" u="none" strike="noStrike">
              <a:solidFill>
                <a:srgbClr val="000000"/>
              </a:solidFill>
              <a:effectLst/>
              <a:uFillTx/>
              <a:latin typeface="Arial"/>
            </a:endParaRPr>
          </a:p>
        </p:txBody>
      </p:sp>
      <p:sp>
        <p:nvSpPr>
          <p:cNvPr id="240" name="Google Shape;118;p13"/>
          <p:cNvSpPr/>
          <p:nvPr/>
        </p:nvSpPr>
        <p:spPr>
          <a:xfrm>
            <a:off x="6024600" y="257040"/>
            <a:ext cx="1485360" cy="1589040"/>
          </a:xfrm>
          <a:custGeom>
            <a:avLst/>
            <a:gdLst>
              <a:gd name="textAreaLeft" fmla="*/ 0 w 1485360"/>
              <a:gd name="textAreaRight" fmla="*/ 1488240 w 1485360"/>
              <a:gd name="textAreaTop" fmla="*/ 0 h 1589040"/>
              <a:gd name="textAreaBottom" fmla="*/ 1591920 h 1589040"/>
            </a:gdLst>
            <a:ahLst/>
            <a:cxnLst/>
            <a:rect l="textAreaLeft" t="textAreaTop" r="textAreaRight" b="textAreaBottom"/>
            <a:pathLst>
              <a:path w="1950" h="2085">
                <a:moveTo>
                  <a:pt x="402" y="0"/>
                </a:moveTo>
                <a:cubicBezTo>
                  <a:pt x="281" y="0"/>
                  <a:pt x="162" y="64"/>
                  <a:pt x="97" y="177"/>
                </a:cubicBezTo>
                <a:cubicBezTo>
                  <a:pt x="0" y="345"/>
                  <a:pt x="57" y="560"/>
                  <a:pt x="226" y="657"/>
                </a:cubicBezTo>
                <a:cubicBezTo>
                  <a:pt x="894" y="1043"/>
                  <a:pt x="894" y="1043"/>
                  <a:pt x="894" y="1043"/>
                </a:cubicBezTo>
                <a:cubicBezTo>
                  <a:pt x="226" y="1428"/>
                  <a:pt x="226" y="1428"/>
                  <a:pt x="226" y="1428"/>
                </a:cubicBezTo>
                <a:cubicBezTo>
                  <a:pt x="57" y="1526"/>
                  <a:pt x="0" y="1740"/>
                  <a:pt x="97" y="1909"/>
                </a:cubicBezTo>
                <a:cubicBezTo>
                  <a:pt x="162" y="2022"/>
                  <a:pt x="280" y="2085"/>
                  <a:pt x="402" y="2085"/>
                </a:cubicBezTo>
                <a:cubicBezTo>
                  <a:pt x="462" y="2085"/>
                  <a:pt x="522" y="2070"/>
                  <a:pt x="578" y="2038"/>
                </a:cubicBezTo>
                <a:cubicBezTo>
                  <a:pt x="1773" y="1347"/>
                  <a:pt x="1773" y="1347"/>
                  <a:pt x="1773" y="1347"/>
                </a:cubicBezTo>
                <a:cubicBezTo>
                  <a:pt x="1853" y="1301"/>
                  <a:pt x="1908" y="1228"/>
                  <a:pt x="1933" y="1146"/>
                </a:cubicBezTo>
                <a:cubicBezTo>
                  <a:pt x="1945" y="1109"/>
                  <a:pt x="1950" y="1070"/>
                  <a:pt x="1949" y="1032"/>
                </a:cubicBezTo>
                <a:cubicBezTo>
                  <a:pt x="1948" y="1004"/>
                  <a:pt x="1944" y="976"/>
                  <a:pt x="1937" y="949"/>
                </a:cubicBezTo>
                <a:cubicBezTo>
                  <a:pt x="1913" y="863"/>
                  <a:pt x="1857" y="786"/>
                  <a:pt x="1773" y="738"/>
                </a:cubicBezTo>
                <a:cubicBezTo>
                  <a:pt x="578" y="48"/>
                  <a:pt x="578" y="48"/>
                  <a:pt x="578" y="48"/>
                </a:cubicBezTo>
                <a:cubicBezTo>
                  <a:pt x="522" y="16"/>
                  <a:pt x="462" y="0"/>
                  <a:pt x="402" y="0"/>
                </a:cubicBezTo>
              </a:path>
            </a:pathLst>
          </a:custGeom>
          <a:solidFill>
            <a:srgbClr val="27B1E3"/>
          </a:solidFill>
          <a:ln w="0">
            <a:noFill/>
          </a:ln>
        </p:spPr>
        <p:style>
          <a:lnRef idx="0">
            <a:scrgbClr r="0" g="0" b="0"/>
          </a:lnRef>
          <a:fillRef idx="0">
            <a:scrgbClr r="0" g="0" b="0"/>
          </a:fillRef>
          <a:effectRef idx="0">
            <a:scrgbClr r="0" g="0" b="0"/>
          </a:effectRef>
          <a:fontRef idx="minor"/>
        </p:style>
        <p:txBody>
          <a:bodyPr lIns="68400" tIns="34200" rIns="68400" bIns="34200" anchor="t">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241" name="Google Shape;119;p13"/>
          <p:cNvSpPr/>
          <p:nvPr/>
        </p:nvSpPr>
        <p:spPr>
          <a:xfrm>
            <a:off x="4574520" y="2417040"/>
            <a:ext cx="3183480" cy="2723760"/>
          </a:xfrm>
          <a:custGeom>
            <a:avLst/>
            <a:gdLst>
              <a:gd name="textAreaLeft" fmla="*/ 0 w 3183480"/>
              <a:gd name="textAreaRight" fmla="*/ 3186360 w 3183480"/>
              <a:gd name="textAreaTop" fmla="*/ 0 h 2723760"/>
              <a:gd name="textAreaBottom" fmla="*/ 2726640 h 2723760"/>
            </a:gdLst>
            <a:ahLst/>
            <a:cxnLst/>
            <a:rect l="textAreaLeft" t="textAreaTop" r="textAreaRight" b="textAreaBottom"/>
            <a:pathLst>
              <a:path w="4248542" h="3635375">
                <a:moveTo>
                  <a:pt x="0" y="0"/>
                </a:moveTo>
                <a:cubicBezTo>
                  <a:pt x="0" y="0"/>
                  <a:pt x="0" y="0"/>
                  <a:pt x="3688930" y="2134683"/>
                </a:cubicBezTo>
                <a:cubicBezTo>
                  <a:pt x="3955829" y="2287388"/>
                  <a:pt x="4133762" y="2532351"/>
                  <a:pt x="4210019" y="2805947"/>
                </a:cubicBezTo>
                <a:cubicBezTo>
                  <a:pt x="4232261" y="2891843"/>
                  <a:pt x="4244971" y="2980921"/>
                  <a:pt x="4248147" y="3069999"/>
                </a:cubicBezTo>
                <a:cubicBezTo>
                  <a:pt x="4251325" y="3190890"/>
                  <a:pt x="4235438" y="3314962"/>
                  <a:pt x="4197309" y="3432672"/>
                </a:cubicBezTo>
                <a:cubicBezTo>
                  <a:pt x="4177450" y="3497890"/>
                  <a:pt x="4151634" y="3561318"/>
                  <a:pt x="4120109" y="3622062"/>
                </a:cubicBezTo>
                <a:lnTo>
                  <a:pt x="4112399" y="3635375"/>
                </a:lnTo>
                <a:lnTo>
                  <a:pt x="0" y="3635375"/>
                </a:lnTo>
                <a:lnTo>
                  <a:pt x="0" y="3623553"/>
                </a:lnTo>
                <a:cubicBezTo>
                  <a:pt x="0" y="3623553"/>
                  <a:pt x="0" y="3623553"/>
                  <a:pt x="896019" y="3104994"/>
                </a:cubicBezTo>
                <a:cubicBezTo>
                  <a:pt x="896019" y="3104994"/>
                  <a:pt x="896019" y="3104994"/>
                  <a:pt x="0" y="2586434"/>
                </a:cubicBezTo>
                <a:cubicBezTo>
                  <a:pt x="0" y="2586434"/>
                  <a:pt x="0" y="2586434"/>
                  <a:pt x="0" y="0"/>
                </a:cubicBezTo>
                <a:close/>
              </a:path>
            </a:pathLst>
          </a:custGeom>
          <a:solidFill>
            <a:srgbClr val="27B1E3"/>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a:lnSpc>
                <a:spcPct val="100000"/>
              </a:lnSpc>
              <a:tabLst>
                <a:tab pos="0" algn="l"/>
              </a:tabLst>
            </a:pPr>
            <a:endParaRPr lang="en-GB" sz="1400" b="0" u="none" strike="noStrike">
              <a:solidFill>
                <a:srgbClr val="000000"/>
              </a:solidFill>
              <a:effectLst/>
              <a:uFillTx/>
              <a:latin typeface="Arial"/>
            </a:endParaRPr>
          </a:p>
        </p:txBody>
      </p:sp>
      <p:sp>
        <p:nvSpPr>
          <p:cNvPr id="242" name="Google Shape;120;p13"/>
          <p:cNvSpPr/>
          <p:nvPr/>
        </p:nvSpPr>
        <p:spPr>
          <a:xfrm>
            <a:off x="7184160" y="634320"/>
            <a:ext cx="1956960" cy="2803320"/>
          </a:xfrm>
          <a:custGeom>
            <a:avLst/>
            <a:gdLst>
              <a:gd name="textAreaLeft" fmla="*/ 0 w 1956960"/>
              <a:gd name="textAreaRight" fmla="*/ 1959840 w 1956960"/>
              <a:gd name="textAreaTop" fmla="*/ 0 h 2803320"/>
              <a:gd name="textAreaBottom" fmla="*/ 2806200 h 2803320"/>
            </a:gdLst>
            <a:ahLst/>
            <a:cxnLst/>
            <a:rect l="textAreaLeft" t="textAreaTop" r="textAreaRight" b="textAreaBottom"/>
            <a:pathLst>
              <a:path w="2613132" h="3741797">
                <a:moveTo>
                  <a:pt x="2613132" y="0"/>
                </a:moveTo>
                <a:lnTo>
                  <a:pt x="2613132" y="1482383"/>
                </a:lnTo>
                <a:lnTo>
                  <a:pt x="2480582" y="1558999"/>
                </a:lnTo>
                <a:cubicBezTo>
                  <a:pt x="1938975" y="1872053"/>
                  <a:pt x="1938975" y="1872053"/>
                  <a:pt x="1938975" y="1872053"/>
                </a:cubicBezTo>
                <a:cubicBezTo>
                  <a:pt x="2168749" y="2004548"/>
                  <a:pt x="2355441" y="2112200"/>
                  <a:pt x="2507127" y="2199667"/>
                </a:cubicBezTo>
                <a:lnTo>
                  <a:pt x="2613132" y="2260793"/>
                </a:lnTo>
                <a:lnTo>
                  <a:pt x="2613132" y="3741797"/>
                </a:lnTo>
                <a:lnTo>
                  <a:pt x="2518746" y="3699509"/>
                </a:lnTo>
                <a:cubicBezTo>
                  <a:pt x="324746" y="2431617"/>
                  <a:pt x="324746" y="2431617"/>
                  <a:pt x="324746" y="2431617"/>
                </a:cubicBezTo>
                <a:cubicBezTo>
                  <a:pt x="176001" y="2345400"/>
                  <a:pt x="76273" y="2211848"/>
                  <a:pt x="28945" y="2061392"/>
                </a:cubicBezTo>
                <a:cubicBezTo>
                  <a:pt x="6971" y="1993771"/>
                  <a:pt x="-1480" y="1922769"/>
                  <a:pt x="210" y="1851767"/>
                </a:cubicBezTo>
                <a:cubicBezTo>
                  <a:pt x="1901" y="1801051"/>
                  <a:pt x="8662" y="1750335"/>
                  <a:pt x="23874" y="1699620"/>
                </a:cubicBezTo>
                <a:cubicBezTo>
                  <a:pt x="66132" y="1540710"/>
                  <a:pt x="169240" y="1400397"/>
                  <a:pt x="324746" y="1310799"/>
                </a:cubicBezTo>
                <a:cubicBezTo>
                  <a:pt x="2518746" y="44597"/>
                  <a:pt x="2518746" y="44597"/>
                  <a:pt x="2518746" y="44597"/>
                </a:cubicBezTo>
                <a:cubicBezTo>
                  <a:pt x="2547745" y="27797"/>
                  <a:pt x="2577487" y="13509"/>
                  <a:pt x="2607725" y="1663"/>
                </a:cubicBezTo>
                <a:close/>
              </a:path>
            </a:pathLst>
          </a:custGeom>
          <a:solidFill>
            <a:srgbClr val="27B1E3"/>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a:lnSpc>
                <a:spcPct val="100000"/>
              </a:lnSpc>
              <a:tabLst>
                <a:tab pos="0" algn="l"/>
              </a:tabLst>
            </a:pPr>
            <a:endParaRPr lang="en-GB" sz="1400" b="0" u="none" strike="noStrike">
              <a:solidFill>
                <a:srgbClr val="000000"/>
              </a:solidFill>
              <a:effectLst/>
              <a:uFillTx/>
              <a:latin typeface="Arial"/>
            </a:endParaRPr>
          </a:p>
        </p:txBody>
      </p:sp>
      <p:sp>
        <p:nvSpPr>
          <p:cNvPr id="243" name="Google Shape;121;p13"/>
          <p:cNvSpPr/>
          <p:nvPr/>
        </p:nvSpPr>
        <p:spPr>
          <a:xfrm>
            <a:off x="6491160" y="2753640"/>
            <a:ext cx="1573560" cy="1683360"/>
          </a:xfrm>
          <a:custGeom>
            <a:avLst/>
            <a:gdLst>
              <a:gd name="textAreaLeft" fmla="*/ 0 w 1573560"/>
              <a:gd name="textAreaRight" fmla="*/ 1576440 w 1573560"/>
              <a:gd name="textAreaTop" fmla="*/ 0 h 1683360"/>
              <a:gd name="textAreaBottom" fmla="*/ 1686240 h 1683360"/>
            </a:gdLst>
            <a:ahLst/>
            <a:cxnLst/>
            <a:rect l="textAreaLeft" t="textAreaTop" r="textAreaRight" b="textAreaBottom"/>
            <a:pathLst>
              <a:path w="1950" h="2085">
                <a:moveTo>
                  <a:pt x="402" y="0"/>
                </a:moveTo>
                <a:cubicBezTo>
                  <a:pt x="281" y="0"/>
                  <a:pt x="162" y="64"/>
                  <a:pt x="97" y="177"/>
                </a:cubicBezTo>
                <a:cubicBezTo>
                  <a:pt x="0" y="345"/>
                  <a:pt x="57" y="560"/>
                  <a:pt x="226" y="657"/>
                </a:cubicBezTo>
                <a:cubicBezTo>
                  <a:pt x="894" y="1043"/>
                  <a:pt x="894" y="1043"/>
                  <a:pt x="894" y="1043"/>
                </a:cubicBezTo>
                <a:cubicBezTo>
                  <a:pt x="226" y="1428"/>
                  <a:pt x="226" y="1428"/>
                  <a:pt x="226" y="1428"/>
                </a:cubicBezTo>
                <a:cubicBezTo>
                  <a:pt x="57" y="1526"/>
                  <a:pt x="0" y="1740"/>
                  <a:pt x="97" y="1909"/>
                </a:cubicBezTo>
                <a:cubicBezTo>
                  <a:pt x="162" y="2022"/>
                  <a:pt x="280" y="2085"/>
                  <a:pt x="402" y="2085"/>
                </a:cubicBezTo>
                <a:cubicBezTo>
                  <a:pt x="462" y="2085"/>
                  <a:pt x="522" y="2070"/>
                  <a:pt x="578" y="2038"/>
                </a:cubicBezTo>
                <a:cubicBezTo>
                  <a:pt x="1773" y="1347"/>
                  <a:pt x="1773" y="1347"/>
                  <a:pt x="1773" y="1347"/>
                </a:cubicBezTo>
                <a:cubicBezTo>
                  <a:pt x="1853" y="1301"/>
                  <a:pt x="1908" y="1228"/>
                  <a:pt x="1933" y="1146"/>
                </a:cubicBezTo>
                <a:cubicBezTo>
                  <a:pt x="1945" y="1109"/>
                  <a:pt x="1950" y="1070"/>
                  <a:pt x="1949" y="1032"/>
                </a:cubicBezTo>
                <a:cubicBezTo>
                  <a:pt x="1948" y="1004"/>
                  <a:pt x="1944" y="976"/>
                  <a:pt x="1937" y="949"/>
                </a:cubicBezTo>
                <a:cubicBezTo>
                  <a:pt x="1913" y="863"/>
                  <a:pt x="1857" y="786"/>
                  <a:pt x="1773" y="738"/>
                </a:cubicBezTo>
                <a:cubicBezTo>
                  <a:pt x="578" y="48"/>
                  <a:pt x="578" y="48"/>
                  <a:pt x="578" y="48"/>
                </a:cubicBezTo>
                <a:cubicBezTo>
                  <a:pt x="522" y="16"/>
                  <a:pt x="462" y="0"/>
                  <a:pt x="402" y="0"/>
                </a:cubicBezTo>
              </a:path>
            </a:pathLst>
          </a:custGeom>
          <a:solidFill>
            <a:srgbClr val="27B1E3">
              <a:alpha val="46000"/>
            </a:srgbClr>
          </a:solidFill>
          <a:ln w="0">
            <a:noFill/>
          </a:ln>
        </p:spPr>
        <p:style>
          <a:lnRef idx="0">
            <a:scrgbClr r="0" g="0" b="0"/>
          </a:lnRef>
          <a:fillRef idx="0">
            <a:scrgbClr r="0" g="0" b="0"/>
          </a:fillRef>
          <a:effectRef idx="0">
            <a:scrgbClr r="0" g="0" b="0"/>
          </a:effectRef>
          <a:fontRef idx="minor"/>
        </p:style>
        <p:txBody>
          <a:bodyPr lIns="68400" tIns="34200" rIns="68400" bIns="34200" anchor="t">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244" name="Google Shape;122;p13"/>
          <p:cNvSpPr/>
          <p:nvPr/>
        </p:nvSpPr>
        <p:spPr>
          <a:xfrm>
            <a:off x="4572000" y="0"/>
            <a:ext cx="4569120" cy="5140800"/>
          </a:xfrm>
          <a:prstGeom prst="rect">
            <a:avLst/>
          </a:prstGeom>
          <a:solidFill>
            <a:schemeClr val="dk2"/>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a:lnSpc>
                <a:spcPct val="100000"/>
              </a:lnSpc>
              <a:tabLst>
                <a:tab pos="0" algn="l"/>
              </a:tabLst>
            </a:pPr>
            <a:endParaRPr lang="en-GB" sz="1400" b="0" u="none" strike="noStrike">
              <a:solidFill>
                <a:srgbClr val="FFFFFF"/>
              </a:solidFill>
              <a:effectLst/>
              <a:uFillTx/>
              <a:latin typeface="Arial"/>
            </a:endParaRPr>
          </a:p>
        </p:txBody>
      </p:sp>
      <p:sp>
        <p:nvSpPr>
          <p:cNvPr id="245" name="PlaceHolder 1"/>
          <p:cNvSpPr>
            <a:spLocks noGrp="1"/>
          </p:cNvSpPr>
          <p:nvPr>
            <p:ph type="body"/>
          </p:nvPr>
        </p:nvSpPr>
        <p:spPr>
          <a:xfrm>
            <a:off x="365760" y="634320"/>
            <a:ext cx="3824640" cy="5004360"/>
          </a:xfrm>
          <a:prstGeom prst="rect">
            <a:avLst/>
          </a:prstGeom>
          <a:noFill/>
          <a:ln w="0">
            <a:noFill/>
          </a:ln>
        </p:spPr>
        <p:txBody>
          <a:bodyPr lIns="91440" tIns="91440" rIns="91440" bIns="91440" anchor="t">
            <a:spAutoFit/>
          </a:bodyPr>
          <a:lstStyle/>
          <a:p>
            <a:pPr marL="432000" indent="-324000">
              <a:lnSpc>
                <a:spcPct val="100000"/>
              </a:lnSpc>
              <a:spcBef>
                <a:spcPts val="1417"/>
              </a:spcBef>
              <a:buClr>
                <a:srgbClr val="000000"/>
              </a:buClr>
              <a:buSzPct val="45000"/>
              <a:buFont typeface="Wingdings" charset="2"/>
              <a:buChar char=""/>
            </a:pPr>
            <a:r>
              <a:rPr lang="en-GB" sz="16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6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6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6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16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16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1600" b="0" u="none" strike="noStrike">
                <a:solidFill>
                  <a:srgbClr val="000000"/>
                </a:solidFill>
                <a:effectLst/>
                <a:uFillTx/>
                <a:latin typeface="Arial"/>
              </a:rPr>
              <a:t>Seventh Outline Level</a:t>
            </a:r>
          </a:p>
        </p:txBody>
      </p:sp>
      <p:sp>
        <p:nvSpPr>
          <p:cNvPr id="246" name="PlaceHolder 2"/>
          <p:cNvSpPr>
            <a:spLocks noGrp="1"/>
          </p:cNvSpPr>
          <p:nvPr>
            <p:ph type="title"/>
          </p:nvPr>
        </p:nvSpPr>
        <p:spPr>
          <a:xfrm>
            <a:off x="365760" y="274320"/>
            <a:ext cx="3976200" cy="457560"/>
          </a:xfrm>
          <a:prstGeom prst="rect">
            <a:avLst/>
          </a:prstGeom>
          <a:noFill/>
          <a:ln w="0">
            <a:noFill/>
          </a:ln>
        </p:spPr>
        <p:txBody>
          <a:bodyPr lIns="91440" tIns="91440" rIns="91440" bIns="91440" anchor="t">
            <a:spAutoFit/>
          </a:bodyPr>
          <a:lstStyle/>
          <a:p>
            <a:pPr indent="0">
              <a:lnSpc>
                <a:spcPct val="100000"/>
              </a:lnSpc>
              <a:buNone/>
              <a:tabLst>
                <a:tab pos="0" algn="l"/>
              </a:tabLst>
            </a:pPr>
            <a:r>
              <a:rPr lang="en-GB" sz="2600" b="0" u="none" strike="noStrike">
                <a:solidFill>
                  <a:srgbClr val="000000"/>
                </a:solidFill>
                <a:effectLst/>
                <a:uFillTx/>
                <a:latin typeface="Arial"/>
              </a:rPr>
              <a:t>Click to edit the title text format</a:t>
            </a:r>
          </a:p>
        </p:txBody>
      </p:sp>
      <p:sp>
        <p:nvSpPr>
          <p:cNvPr id="247" name="PlaceHolder 3"/>
          <p:cNvSpPr>
            <a:spLocks noGrp="1"/>
          </p:cNvSpPr>
          <p:nvPr>
            <p:ph type="sldNum" idx="16"/>
          </p:nvPr>
        </p:nvSpPr>
        <p:spPr>
          <a:xfrm>
            <a:off x="8229600" y="4864680"/>
            <a:ext cx="470880" cy="91800"/>
          </a:xfrm>
          <a:prstGeom prst="rect">
            <a:avLst/>
          </a:prstGeom>
          <a:noFill/>
          <a:ln w="0">
            <a:noFill/>
          </a:ln>
        </p:spPr>
        <p:txBody>
          <a:bodyPr lIns="0" tIns="0" rIns="0" bIns="0" anchor="b">
            <a:spAutoFit/>
          </a:bodyPr>
          <a:lstStyle>
            <a:lvl1pPr indent="0" algn="r">
              <a:lnSpc>
                <a:spcPct val="100000"/>
              </a:lnSpc>
              <a:buNone/>
              <a:tabLst>
                <a:tab pos="0" algn="l"/>
              </a:tabLst>
              <a:defRPr lang="en" sz="600" b="0" u="none" strike="noStrike">
                <a:solidFill>
                  <a:srgbClr val="FFFFFF"/>
                </a:solidFill>
                <a:effectLst/>
                <a:uFillTx/>
                <a:latin typeface="Arial"/>
                <a:ea typeface="Arial"/>
              </a:defRPr>
            </a:lvl1pPr>
          </a:lstStyle>
          <a:p>
            <a:pPr indent="0" algn="r">
              <a:lnSpc>
                <a:spcPct val="100000"/>
              </a:lnSpc>
              <a:buNone/>
              <a:tabLst>
                <a:tab pos="0" algn="l"/>
              </a:tabLst>
            </a:pPr>
            <a:fld id="{DCE62150-DF2B-4725-B761-915D12DD3756}" type="slidenum">
              <a:rPr lang="en" sz="600" b="0" u="none" strike="noStrike">
                <a:solidFill>
                  <a:srgbClr val="FFFFFF"/>
                </a:solidFill>
                <a:effectLst/>
                <a:uFillTx/>
                <a:latin typeface="Arial"/>
                <a:ea typeface="Arial"/>
              </a:rPr>
              <a:t>‹#›</a:t>
            </a:fld>
            <a:endParaRPr lang="en-GB" sz="600" b="0" u="none" strike="noStrike">
              <a:solidFill>
                <a:srgbClr val="000000"/>
              </a:solidFill>
              <a:effectLst/>
              <a:uFillTx/>
              <a:latin typeface="Times New Roman"/>
            </a:endParaRPr>
          </a:p>
        </p:txBody>
      </p:sp>
      <p:sp>
        <p:nvSpPr>
          <p:cNvPr id="248" name="Google Shape;126;p13"/>
          <p:cNvSpPr/>
          <p:nvPr/>
        </p:nvSpPr>
        <p:spPr>
          <a:xfrm>
            <a:off x="457200" y="4846320"/>
            <a:ext cx="132480" cy="125640"/>
          </a:xfrm>
          <a:custGeom>
            <a:avLst/>
            <a:gdLst>
              <a:gd name="textAreaLeft" fmla="*/ 0 w 132480"/>
              <a:gd name="textAreaRight" fmla="*/ 135360 w 132480"/>
              <a:gd name="textAreaTop" fmla="*/ 0 h 125640"/>
              <a:gd name="textAreaBottom" fmla="*/ 128520 h 125640"/>
            </a:gdLst>
            <a:ahLst/>
            <a:cxnLst/>
            <a:rect l="textAreaLeft" t="textAreaTop" r="textAreaRight" b="textAreaBottom"/>
            <a:pathLst>
              <a:path w="5409981" h="514350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249" name="Google Shape;127;p13"/>
          <p:cNvSpPr/>
          <p:nvPr/>
        </p:nvSpPr>
        <p:spPr>
          <a:xfrm>
            <a:off x="660600" y="4866840"/>
            <a:ext cx="1678320" cy="8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tabLst>
                <a:tab pos="0" algn="l"/>
              </a:tabLst>
            </a:pPr>
            <a:r>
              <a:rPr lang="en" sz="600" b="0" u="none" strike="noStrike">
                <a:solidFill>
                  <a:srgbClr val="929292"/>
                </a:solidFill>
                <a:effectLst/>
                <a:uFillTx/>
                <a:latin typeface="Arial"/>
                <a:ea typeface="Arial"/>
              </a:rPr>
              <a:t>© 2026 Snowflake Inc. All Rights Reserved</a:t>
            </a:r>
            <a:endParaRPr lang="en-GB" sz="600" b="0" u="none" strike="noStrike">
              <a:solidFill>
                <a:srgbClr val="000000"/>
              </a:solidFill>
              <a:effectLst/>
              <a:uFillTx/>
              <a:latin typeface="Arial"/>
            </a:endParaRPr>
          </a:p>
        </p:txBody>
      </p:sp>
      <p:pic>
        <p:nvPicPr>
          <p:cNvPr id="250" name="Google Shape;128;p13"/>
          <p:cNvPicPr/>
          <p:nvPr/>
        </p:nvPicPr>
        <p:blipFill>
          <a:blip r:embed="rId2"/>
          <a:srcRect l="13569" b="9582"/>
          <a:stretch/>
        </p:blipFill>
        <p:spPr>
          <a:xfrm>
            <a:off x="4572000" y="3214080"/>
            <a:ext cx="1690920" cy="1926360"/>
          </a:xfrm>
          <a:prstGeom prst="rect">
            <a:avLst/>
          </a:prstGeom>
          <a:noFill/>
          <a:ln w="0">
            <a:noFill/>
          </a:ln>
        </p:spPr>
      </p:pic>
      <p:sp>
        <p:nvSpPr>
          <p:cNvPr id="251" name="Google Shape;129;p13"/>
          <p:cNvSpPr/>
          <p:nvPr/>
        </p:nvSpPr>
        <p:spPr>
          <a:xfrm>
            <a:off x="8067600" y="228600"/>
            <a:ext cx="1074960" cy="1540440"/>
          </a:xfrm>
          <a:custGeom>
            <a:avLst/>
            <a:gdLst>
              <a:gd name="textAreaLeft" fmla="*/ 0 w 1074960"/>
              <a:gd name="textAreaRight" fmla="*/ 1077840 w 1074960"/>
              <a:gd name="textAreaTop" fmla="*/ 0 h 1540440"/>
              <a:gd name="textAreaBottom" fmla="*/ 1543320 h 1540440"/>
            </a:gdLst>
            <a:ahLst/>
            <a:cxnLst/>
            <a:rect l="textAreaLeft" t="textAreaTop" r="textAreaRight" b="textAreaBottom"/>
            <a:pathLst>
              <a:path w="2613132" h="3741797">
                <a:moveTo>
                  <a:pt x="2613132" y="0"/>
                </a:moveTo>
                <a:lnTo>
                  <a:pt x="2613132" y="1482383"/>
                </a:lnTo>
                <a:lnTo>
                  <a:pt x="2480582" y="1558999"/>
                </a:lnTo>
                <a:cubicBezTo>
                  <a:pt x="1938975" y="1872053"/>
                  <a:pt x="1938975" y="1872053"/>
                  <a:pt x="1938975" y="1872053"/>
                </a:cubicBezTo>
                <a:cubicBezTo>
                  <a:pt x="2168749" y="2004548"/>
                  <a:pt x="2355441" y="2112200"/>
                  <a:pt x="2507127" y="2199667"/>
                </a:cubicBezTo>
                <a:lnTo>
                  <a:pt x="2613132" y="2260793"/>
                </a:lnTo>
                <a:lnTo>
                  <a:pt x="2613132" y="3741797"/>
                </a:lnTo>
                <a:lnTo>
                  <a:pt x="2518746" y="3699509"/>
                </a:lnTo>
                <a:cubicBezTo>
                  <a:pt x="324746" y="2431617"/>
                  <a:pt x="324746" y="2431617"/>
                  <a:pt x="324746" y="2431617"/>
                </a:cubicBezTo>
                <a:cubicBezTo>
                  <a:pt x="176001" y="2345400"/>
                  <a:pt x="76273" y="2211848"/>
                  <a:pt x="28945" y="2061392"/>
                </a:cubicBezTo>
                <a:cubicBezTo>
                  <a:pt x="6971" y="1993771"/>
                  <a:pt x="-1480" y="1922769"/>
                  <a:pt x="210" y="1851767"/>
                </a:cubicBezTo>
                <a:cubicBezTo>
                  <a:pt x="1901" y="1801051"/>
                  <a:pt x="8662" y="1750335"/>
                  <a:pt x="23874" y="1699620"/>
                </a:cubicBezTo>
                <a:cubicBezTo>
                  <a:pt x="66132" y="1540710"/>
                  <a:pt x="169240" y="1400397"/>
                  <a:pt x="324746" y="1310799"/>
                </a:cubicBezTo>
                <a:cubicBezTo>
                  <a:pt x="2518746" y="44597"/>
                  <a:pt x="2518746" y="44597"/>
                  <a:pt x="2518746" y="44597"/>
                </a:cubicBezTo>
                <a:cubicBezTo>
                  <a:pt x="2547745" y="27797"/>
                  <a:pt x="2577487" y="13509"/>
                  <a:pt x="2607725" y="1663"/>
                </a:cubicBezTo>
                <a:close/>
              </a:path>
            </a:pathLst>
          </a:custGeom>
          <a:solidFill>
            <a:srgbClr val="27B1E3">
              <a:alpha val="12000"/>
            </a:srgbClr>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a:lnSpc>
                <a:spcPct val="100000"/>
              </a:lnSpc>
              <a:tabLst>
                <a:tab pos="0" algn="l"/>
              </a:tabLst>
            </a:pPr>
            <a:endParaRPr lang="en-GB" sz="1400" b="0" u="none" strike="noStrike">
              <a:solidFill>
                <a:srgbClr val="000000"/>
              </a:solidFill>
              <a:effectLst/>
              <a:uFillTx/>
              <a:latin typeface="Arial"/>
            </a:endParaRPr>
          </a:p>
        </p:txBody>
      </p:sp>
      <p:sp>
        <p:nvSpPr>
          <p:cNvPr id="252" name="PlaceHolder 4"/>
          <p:cNvSpPr>
            <a:spLocks noGrp="1"/>
          </p:cNvSpPr>
          <p:nvPr>
            <p:ph type="body"/>
          </p:nvPr>
        </p:nvSpPr>
        <p:spPr>
          <a:xfrm>
            <a:off x="4937760" y="1280160"/>
            <a:ext cx="3563640" cy="6101640"/>
          </a:xfrm>
          <a:prstGeom prst="rect">
            <a:avLst/>
          </a:prstGeom>
          <a:noFill/>
          <a:ln w="0">
            <a:noFill/>
          </a:ln>
        </p:spPr>
        <p:txBody>
          <a:bodyPr lIns="91440" tIns="91440" rIns="91440" bIns="91440" anchor="t">
            <a:spAutoFit/>
          </a:bodyPr>
          <a:lstStyle/>
          <a:p>
            <a:pPr marL="432000" indent="-324000">
              <a:lnSpc>
                <a:spcPct val="100000"/>
              </a:lnSpc>
              <a:spcBef>
                <a:spcPts val="1417"/>
              </a:spcBef>
              <a:buClr>
                <a:srgbClr val="000000"/>
              </a:buClr>
              <a:buSzPct val="45000"/>
              <a:buFont typeface="Wingdings" charset="2"/>
              <a:buChar char=""/>
            </a:pPr>
            <a:r>
              <a:rPr lang="en-GB" sz="18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8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8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8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Seventh Outline Level</a:t>
            </a:r>
          </a:p>
        </p:txBody>
      </p:sp>
      <p:sp>
        <p:nvSpPr>
          <p:cNvPr id="253" name="Google Shape;131;p13"/>
          <p:cNvSpPr/>
          <p:nvPr/>
        </p:nvSpPr>
        <p:spPr>
          <a:xfrm>
            <a:off x="0" y="343440"/>
            <a:ext cx="134280" cy="362880"/>
          </a:xfrm>
          <a:prstGeom prst="rect">
            <a:avLst/>
          </a:prstGeom>
          <a:solidFill>
            <a:schemeClr val="accent1"/>
          </a:solidFill>
          <a:ln w="0">
            <a:noFill/>
          </a:ln>
        </p:spPr>
        <p:style>
          <a:lnRef idx="0">
            <a:scrgbClr r="0" g="0" b="0"/>
          </a:lnRef>
          <a:fillRef idx="0">
            <a:scrgbClr r="0" g="0" b="0"/>
          </a:fillRef>
          <a:effectRef idx="0">
            <a:scrgbClr r="0" g="0" b="0"/>
          </a:effectRef>
          <a:fontRef idx="minor"/>
        </p:style>
        <p:txBody>
          <a:bodyPr lIns="90000" tIns="91440" rIns="90000" bIns="9144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blank" preserve="1">
  <p:cSld name="Data Cloud_1">
    <p:bg>
      <p:bgPr>
        <a:solidFill>
          <a:schemeClr val="lt1"/>
        </a:solidFill>
        <a:effectLst/>
      </p:bgPr>
    </p:bg>
    <p:spTree>
      <p:nvGrpSpPr>
        <p:cNvPr id="1" name=""/>
        <p:cNvGrpSpPr/>
        <p:nvPr/>
      </p:nvGrpSpPr>
      <p:grpSpPr>
        <a:xfrm>
          <a:off x="0" y="0"/>
          <a:ext cx="0" cy="0"/>
          <a:chOff x="0" y="0"/>
          <a:chExt cx="0" cy="0"/>
        </a:xfrm>
      </p:grpSpPr>
      <p:sp>
        <p:nvSpPr>
          <p:cNvPr id="254" name="Google Shape;9;p1"/>
          <p:cNvSpPr/>
          <p:nvPr/>
        </p:nvSpPr>
        <p:spPr>
          <a:xfrm>
            <a:off x="3837240" y="-655560"/>
            <a:ext cx="5303880" cy="16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a:lnSpc>
                <a:spcPct val="100000"/>
              </a:lnSpc>
              <a:tabLst>
                <a:tab pos="0" algn="l"/>
              </a:tabLst>
            </a:pPr>
            <a:r>
              <a:rPr lang="en" sz="800" b="0" u="none" strike="noStrike">
                <a:solidFill>
                  <a:srgbClr val="C8C8C8"/>
                </a:solidFill>
                <a:effectLst/>
                <a:uFillTx/>
                <a:latin typeface="Arial"/>
                <a:ea typeface="Arial"/>
              </a:rPr>
              <a:t>SNOWFLAKE GSLIDES THEME 2026.01</a:t>
            </a:r>
            <a:endParaRPr lang="en-GB" sz="800" b="0" u="none" strike="noStrike">
              <a:solidFill>
                <a:srgbClr val="000000"/>
              </a:solidFill>
              <a:effectLst/>
              <a:uFillTx/>
              <a:latin typeface="Arial"/>
            </a:endParaRPr>
          </a:p>
        </p:txBody>
      </p:sp>
      <p:sp>
        <p:nvSpPr>
          <p:cNvPr id="255" name="PlaceHolder 1"/>
          <p:cNvSpPr>
            <a:spLocks noGrp="1"/>
          </p:cNvSpPr>
          <p:nvPr>
            <p:ph type="sldNum" idx="17"/>
          </p:nvPr>
        </p:nvSpPr>
        <p:spPr>
          <a:xfrm>
            <a:off x="8229600" y="4864680"/>
            <a:ext cx="470880" cy="91800"/>
          </a:xfrm>
          <a:prstGeom prst="rect">
            <a:avLst/>
          </a:prstGeom>
          <a:noFill/>
          <a:ln w="0">
            <a:noFill/>
          </a:ln>
        </p:spPr>
        <p:txBody>
          <a:bodyPr lIns="0" tIns="0" rIns="0" bIns="0" anchor="b">
            <a:spAutoFit/>
          </a:bodyPr>
          <a:lstStyle>
            <a:lvl1pPr indent="0" algn="r">
              <a:lnSpc>
                <a:spcPct val="100000"/>
              </a:lnSpc>
              <a:buNone/>
              <a:tabLst>
                <a:tab pos="0" algn="l"/>
              </a:tabLst>
              <a:defRPr lang="en" sz="600" b="0" u="none" strike="noStrike">
                <a:solidFill>
                  <a:srgbClr val="929292"/>
                </a:solidFill>
                <a:effectLst/>
                <a:uFillTx/>
                <a:latin typeface="Arial"/>
                <a:ea typeface="Arial"/>
              </a:defRPr>
            </a:lvl1pPr>
          </a:lstStyle>
          <a:p>
            <a:pPr indent="0" algn="r">
              <a:lnSpc>
                <a:spcPct val="100000"/>
              </a:lnSpc>
              <a:buNone/>
              <a:tabLst>
                <a:tab pos="0" algn="l"/>
              </a:tabLst>
            </a:pPr>
            <a:fld id="{A09463C0-1EC4-4AAD-8430-2127D9A34C65}" type="slidenum">
              <a:rPr lang="en" sz="600" b="0" u="none" strike="noStrike">
                <a:solidFill>
                  <a:srgbClr val="929292"/>
                </a:solidFill>
                <a:effectLst/>
                <a:uFillTx/>
                <a:latin typeface="Arial"/>
                <a:ea typeface="Arial"/>
              </a:rPr>
              <a:t>‹#›</a:t>
            </a:fld>
            <a:endParaRPr lang="en-GB" sz="600" b="0" u="none" strike="noStrike">
              <a:solidFill>
                <a:srgbClr val="000000"/>
              </a:solidFill>
              <a:effectLst/>
              <a:uFillTx/>
              <a:latin typeface="Times New Roman"/>
            </a:endParaRPr>
          </a:p>
        </p:txBody>
      </p:sp>
      <p:sp>
        <p:nvSpPr>
          <p:cNvPr id="256" name="Google Shape;134;p14"/>
          <p:cNvSpPr/>
          <p:nvPr/>
        </p:nvSpPr>
        <p:spPr>
          <a:xfrm>
            <a:off x="457200" y="4846320"/>
            <a:ext cx="132480" cy="125640"/>
          </a:xfrm>
          <a:custGeom>
            <a:avLst/>
            <a:gdLst>
              <a:gd name="textAreaLeft" fmla="*/ 0 w 132480"/>
              <a:gd name="textAreaRight" fmla="*/ 135360 w 132480"/>
              <a:gd name="textAreaTop" fmla="*/ 0 h 125640"/>
              <a:gd name="textAreaBottom" fmla="*/ 128520 h 125640"/>
            </a:gdLst>
            <a:ahLst/>
            <a:cxnLst/>
            <a:rect l="textAreaLeft" t="textAreaTop" r="textAreaRight" b="textAreaBottom"/>
            <a:pathLst>
              <a:path w="5409981" h="514350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257" name="Google Shape;135;p14"/>
          <p:cNvSpPr/>
          <p:nvPr/>
        </p:nvSpPr>
        <p:spPr>
          <a:xfrm>
            <a:off x="660600" y="4866840"/>
            <a:ext cx="1678320" cy="8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tabLst>
                <a:tab pos="0" algn="l"/>
              </a:tabLst>
            </a:pPr>
            <a:r>
              <a:rPr lang="en" sz="600" b="0" u="none" strike="noStrike">
                <a:solidFill>
                  <a:srgbClr val="929292"/>
                </a:solidFill>
                <a:effectLst/>
                <a:uFillTx/>
                <a:latin typeface="Arial"/>
                <a:ea typeface="Arial"/>
              </a:rPr>
              <a:t>© 2026 Snowflake Inc. All Rights Reserved</a:t>
            </a:r>
            <a:endParaRPr lang="en-GB" sz="600" b="0" u="none" strike="noStrike">
              <a:solidFill>
                <a:srgbClr val="000000"/>
              </a:solidFill>
              <a:effectLst/>
              <a:uFillTx/>
              <a:latin typeface="Arial"/>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blank" preserve="1">
  <p:cSld name="Quote - Violet_1_1">
    <p:bg>
      <p:bgPr>
        <a:solidFill>
          <a:schemeClr val="dk2"/>
        </a:solidFill>
        <a:effectLst/>
      </p:bgPr>
    </p:bg>
    <p:spTree>
      <p:nvGrpSpPr>
        <p:cNvPr id="1" name=""/>
        <p:cNvGrpSpPr/>
        <p:nvPr/>
      </p:nvGrpSpPr>
      <p:grpSpPr>
        <a:xfrm>
          <a:off x="0" y="0"/>
          <a:ext cx="0" cy="0"/>
          <a:chOff x="0" y="0"/>
          <a:chExt cx="0" cy="0"/>
        </a:xfrm>
      </p:grpSpPr>
      <p:sp>
        <p:nvSpPr>
          <p:cNvPr id="258" name="Google Shape;9;p1"/>
          <p:cNvSpPr/>
          <p:nvPr/>
        </p:nvSpPr>
        <p:spPr>
          <a:xfrm>
            <a:off x="3837240" y="-655560"/>
            <a:ext cx="5303880" cy="16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a:lnSpc>
                <a:spcPct val="100000"/>
              </a:lnSpc>
              <a:tabLst>
                <a:tab pos="0" algn="l"/>
              </a:tabLst>
            </a:pPr>
            <a:r>
              <a:rPr lang="en" sz="800" b="0" u="none" strike="noStrike">
                <a:solidFill>
                  <a:srgbClr val="C8C8C8"/>
                </a:solidFill>
                <a:effectLst/>
                <a:uFillTx/>
                <a:latin typeface="Arial"/>
                <a:ea typeface="Arial"/>
              </a:rPr>
              <a:t>SNOWFLAKE GSLIDES THEME 2026.01</a:t>
            </a:r>
            <a:endParaRPr lang="en-GB" sz="800" b="0" u="none" strike="noStrike">
              <a:solidFill>
                <a:srgbClr val="FFFFFF"/>
              </a:solidFill>
              <a:effectLst/>
              <a:uFillTx/>
              <a:latin typeface="Arial"/>
            </a:endParaRPr>
          </a:p>
        </p:txBody>
      </p:sp>
      <p:sp>
        <p:nvSpPr>
          <p:cNvPr id="259" name="PlaceHolder 1"/>
          <p:cNvSpPr>
            <a:spLocks noGrp="1"/>
          </p:cNvSpPr>
          <p:nvPr>
            <p:ph type="body"/>
          </p:nvPr>
        </p:nvSpPr>
        <p:spPr>
          <a:xfrm>
            <a:off x="365760" y="1214280"/>
            <a:ext cx="7481520" cy="2711880"/>
          </a:xfrm>
          <a:prstGeom prst="rect">
            <a:avLst/>
          </a:prstGeom>
          <a:noFill/>
          <a:ln w="0">
            <a:noFill/>
          </a:ln>
        </p:spPr>
        <p:txBody>
          <a:bodyPr lIns="91440" tIns="45720" rIns="91440" bIns="45720" anchor="ctr">
            <a:noAutofit/>
          </a:bodyPr>
          <a:lstStyle/>
          <a:p>
            <a:pPr marL="432000" indent="-324000">
              <a:lnSpc>
                <a:spcPct val="100000"/>
              </a:lnSpc>
              <a:spcBef>
                <a:spcPts val="1417"/>
              </a:spcBef>
              <a:buClr>
                <a:srgbClr val="FFFFFF"/>
              </a:buClr>
              <a:buSzPct val="45000"/>
              <a:buFont typeface="Wingdings" charset="2"/>
              <a:buChar char=""/>
            </a:pPr>
            <a:r>
              <a:rPr lang="en-GB" sz="4000" b="0" u="none" strike="noStrike">
                <a:solidFill>
                  <a:srgbClr val="000000"/>
                </a:solidFill>
                <a:effectLst/>
                <a:uFillTx/>
                <a:latin typeface="Arial"/>
              </a:rPr>
              <a:t>Click to edit the outline text format</a:t>
            </a:r>
            <a:endParaRPr lang="en-GB" sz="4000" b="0" u="none" strike="noStrike">
              <a:solidFill>
                <a:srgbClr val="FFFFFF"/>
              </a:solidFill>
              <a:effectLst/>
              <a:uFillTx/>
              <a:latin typeface="Arial"/>
            </a:endParaRPr>
          </a:p>
          <a:p>
            <a:pPr marL="864000" lvl="1" indent="-324000">
              <a:lnSpc>
                <a:spcPct val="100000"/>
              </a:lnSpc>
              <a:spcBef>
                <a:spcPts val="1134"/>
              </a:spcBef>
              <a:buClr>
                <a:srgbClr val="FFFFFF"/>
              </a:buClr>
              <a:buSzPct val="75000"/>
              <a:buFont typeface="Symbol" charset="2"/>
              <a:buChar char=""/>
            </a:pPr>
            <a:r>
              <a:rPr lang="en-GB" sz="4000" b="0" u="none" strike="noStrike">
                <a:solidFill>
                  <a:srgbClr val="000000"/>
                </a:solidFill>
                <a:effectLst/>
                <a:uFillTx/>
                <a:latin typeface="Arial"/>
              </a:rPr>
              <a:t>Second Outline Level</a:t>
            </a:r>
            <a:endParaRPr lang="en-GB" sz="4000" b="0" u="none" strike="noStrike">
              <a:solidFill>
                <a:srgbClr val="FFFFFF"/>
              </a:solidFill>
              <a:effectLst/>
              <a:uFillTx/>
              <a:latin typeface="Arial"/>
            </a:endParaRPr>
          </a:p>
          <a:p>
            <a:pPr marL="1296000" lvl="2" indent="-288000">
              <a:lnSpc>
                <a:spcPct val="100000"/>
              </a:lnSpc>
              <a:spcBef>
                <a:spcPts val="850"/>
              </a:spcBef>
              <a:buClr>
                <a:srgbClr val="FFFFFF"/>
              </a:buClr>
              <a:buSzPct val="45000"/>
              <a:buFont typeface="Wingdings" charset="2"/>
              <a:buChar char=""/>
            </a:pPr>
            <a:r>
              <a:rPr lang="en-GB" sz="4000" b="0" u="none" strike="noStrike">
                <a:solidFill>
                  <a:srgbClr val="000000"/>
                </a:solidFill>
                <a:effectLst/>
                <a:uFillTx/>
                <a:latin typeface="Arial"/>
              </a:rPr>
              <a:t>Third Outline Level</a:t>
            </a:r>
            <a:endParaRPr lang="en-GB" sz="4000" b="0" u="none" strike="noStrike">
              <a:solidFill>
                <a:srgbClr val="FFFFFF"/>
              </a:solidFill>
              <a:effectLst/>
              <a:uFillTx/>
              <a:latin typeface="Arial"/>
            </a:endParaRPr>
          </a:p>
          <a:p>
            <a:pPr marL="1728000" lvl="3" indent="-216000">
              <a:lnSpc>
                <a:spcPct val="100000"/>
              </a:lnSpc>
              <a:spcBef>
                <a:spcPts val="567"/>
              </a:spcBef>
              <a:buClr>
                <a:srgbClr val="FFFFFF"/>
              </a:buClr>
              <a:buSzPct val="75000"/>
              <a:buFont typeface="Symbol" charset="2"/>
              <a:buChar char=""/>
            </a:pPr>
            <a:r>
              <a:rPr lang="en-GB" sz="4000" b="0" u="none" strike="noStrike">
                <a:solidFill>
                  <a:srgbClr val="000000"/>
                </a:solidFill>
                <a:effectLst/>
                <a:uFillTx/>
                <a:latin typeface="Arial"/>
              </a:rPr>
              <a:t>Fourth Outline Level</a:t>
            </a:r>
            <a:endParaRPr lang="en-GB" sz="4000" b="0" u="none" strike="noStrike">
              <a:solidFill>
                <a:srgbClr val="FFFFFF"/>
              </a:solidFill>
              <a:effectLst/>
              <a:uFillTx/>
              <a:latin typeface="Arial"/>
            </a:endParaRPr>
          </a:p>
          <a:p>
            <a:pPr marL="2160000" lvl="4" indent="-216000">
              <a:lnSpc>
                <a:spcPct val="100000"/>
              </a:lnSpc>
              <a:spcBef>
                <a:spcPts val="283"/>
              </a:spcBef>
              <a:buClr>
                <a:srgbClr val="FFFFFF"/>
              </a:buClr>
              <a:buSzPct val="45000"/>
              <a:buFont typeface="Wingdings" charset="2"/>
              <a:buChar char=""/>
            </a:pPr>
            <a:r>
              <a:rPr lang="en-GB" sz="4000" b="0" u="none" strike="noStrike">
                <a:solidFill>
                  <a:srgbClr val="000000"/>
                </a:solidFill>
                <a:effectLst/>
                <a:uFillTx/>
                <a:latin typeface="Arial"/>
              </a:rPr>
              <a:t>Fifth Outline Level</a:t>
            </a:r>
            <a:endParaRPr lang="en-GB" sz="4000" b="0" u="none" strike="noStrike">
              <a:solidFill>
                <a:srgbClr val="FFFFFF"/>
              </a:solidFill>
              <a:effectLst/>
              <a:uFillTx/>
              <a:latin typeface="Arial"/>
            </a:endParaRPr>
          </a:p>
          <a:p>
            <a:pPr marL="2592000" lvl="5" indent="-216000">
              <a:lnSpc>
                <a:spcPct val="100000"/>
              </a:lnSpc>
              <a:spcBef>
                <a:spcPts val="283"/>
              </a:spcBef>
              <a:buClr>
                <a:srgbClr val="FFFFFF"/>
              </a:buClr>
              <a:buSzPct val="45000"/>
              <a:buFont typeface="Wingdings" charset="2"/>
              <a:buChar char=""/>
            </a:pPr>
            <a:r>
              <a:rPr lang="en-GB" sz="4000" b="0" u="none" strike="noStrike">
                <a:solidFill>
                  <a:srgbClr val="000000"/>
                </a:solidFill>
                <a:effectLst/>
                <a:uFillTx/>
                <a:latin typeface="Arial"/>
              </a:rPr>
              <a:t>Sixth Outline Level</a:t>
            </a:r>
            <a:endParaRPr lang="en-GB" sz="4000" b="0" u="none" strike="noStrike">
              <a:solidFill>
                <a:srgbClr val="FFFFFF"/>
              </a:solidFill>
              <a:effectLst/>
              <a:uFillTx/>
              <a:latin typeface="Arial"/>
            </a:endParaRPr>
          </a:p>
          <a:p>
            <a:pPr marL="3024000" lvl="6" indent="-216000">
              <a:lnSpc>
                <a:spcPct val="100000"/>
              </a:lnSpc>
              <a:spcBef>
                <a:spcPts val="283"/>
              </a:spcBef>
              <a:buClr>
                <a:srgbClr val="FFFFFF"/>
              </a:buClr>
              <a:buSzPct val="45000"/>
              <a:buFont typeface="Wingdings" charset="2"/>
              <a:buChar char=""/>
            </a:pPr>
            <a:r>
              <a:rPr lang="en-GB" sz="4000" b="0" u="none" strike="noStrike">
                <a:solidFill>
                  <a:srgbClr val="000000"/>
                </a:solidFill>
                <a:effectLst/>
                <a:uFillTx/>
                <a:latin typeface="Arial"/>
              </a:rPr>
              <a:t>Seventh Outline Level</a:t>
            </a:r>
            <a:endParaRPr lang="en-GB" sz="4000" b="0" u="none" strike="noStrike">
              <a:solidFill>
                <a:srgbClr val="FFFFFF"/>
              </a:solidFill>
              <a:effectLst/>
              <a:uFillTx/>
              <a:latin typeface="Arial"/>
            </a:endParaRPr>
          </a:p>
        </p:txBody>
      </p:sp>
      <p:sp>
        <p:nvSpPr>
          <p:cNvPr id="260" name="Google Shape;190;p20"/>
          <p:cNvSpPr/>
          <p:nvPr/>
        </p:nvSpPr>
        <p:spPr>
          <a:xfrm>
            <a:off x="660600" y="4866840"/>
            <a:ext cx="1705680" cy="8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tabLst>
                <a:tab pos="0" algn="l"/>
              </a:tabLst>
            </a:pPr>
            <a:r>
              <a:rPr lang="en" sz="600" b="0" u="none" strike="noStrike">
                <a:solidFill>
                  <a:schemeClr val="lt1"/>
                </a:solidFill>
                <a:effectLst/>
                <a:uFillTx/>
                <a:latin typeface="Arial"/>
                <a:ea typeface="Arial"/>
              </a:rPr>
              <a:t>© 2026 Snowflake Inc. All Rights Reserved</a:t>
            </a:r>
            <a:endParaRPr lang="en-GB" sz="600" b="0" u="none" strike="noStrike">
              <a:solidFill>
                <a:srgbClr val="FFFFFF"/>
              </a:solidFill>
              <a:effectLst/>
              <a:uFillTx/>
              <a:latin typeface="Arial"/>
            </a:endParaRPr>
          </a:p>
        </p:txBody>
      </p:sp>
      <p:sp>
        <p:nvSpPr>
          <p:cNvPr id="261" name="Google Shape;191;p20"/>
          <p:cNvSpPr/>
          <p:nvPr/>
        </p:nvSpPr>
        <p:spPr>
          <a:xfrm>
            <a:off x="457200" y="4846320"/>
            <a:ext cx="132480" cy="125640"/>
          </a:xfrm>
          <a:custGeom>
            <a:avLst/>
            <a:gdLst>
              <a:gd name="textAreaLeft" fmla="*/ 0 w 132480"/>
              <a:gd name="textAreaRight" fmla="*/ 135360 w 132480"/>
              <a:gd name="textAreaTop" fmla="*/ 0 h 125640"/>
              <a:gd name="textAreaBottom" fmla="*/ 128520 h 125640"/>
            </a:gdLst>
            <a:ahLst/>
            <a:cxnLst/>
            <a:rect l="textAreaLeft" t="textAreaTop" r="textAreaRight" b="textAreaBottom"/>
            <a:pathLst>
              <a:path w="5409981" h="514350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262" name="PlaceHolder 2"/>
          <p:cNvSpPr>
            <a:spLocks noGrp="1"/>
          </p:cNvSpPr>
          <p:nvPr>
            <p:ph type="title"/>
          </p:nvPr>
        </p:nvSpPr>
        <p:spPr>
          <a:xfrm>
            <a:off x="457200" y="205200"/>
            <a:ext cx="8226720" cy="856080"/>
          </a:xfrm>
          <a:prstGeom prst="rect">
            <a:avLst/>
          </a:prstGeom>
          <a:noFill/>
          <a:ln w="0">
            <a:noFill/>
          </a:ln>
        </p:spPr>
        <p:txBody>
          <a:bodyPr lIns="0" tIns="0" rIns="0" bIns="0" anchor="ctr">
            <a:noAutofit/>
          </a:bodyPr>
          <a:lstStyle/>
          <a:p>
            <a:pPr indent="0">
              <a:lnSpc>
                <a:spcPct val="100000"/>
              </a:lnSpc>
              <a:buNone/>
              <a:tabLst>
                <a:tab pos="0" algn="l"/>
              </a:tabLst>
            </a:pPr>
            <a:r>
              <a:rPr lang="en-GB" sz="1400" b="0" u="none" strike="noStrike">
                <a:solidFill>
                  <a:srgbClr val="000000"/>
                </a:solidFill>
                <a:effectLst/>
                <a:uFillTx/>
                <a:latin typeface="Arial"/>
              </a:rPr>
              <a:t>Click to edit the title text format</a:t>
            </a:r>
            <a:endParaRPr lang="en-GB" sz="1400" b="0" u="none" strike="noStrike">
              <a:solidFill>
                <a:srgbClr val="FFFFFF"/>
              </a:solidFill>
              <a:effectLst/>
              <a:uFillTx/>
              <a:latin typeface="Arial"/>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blank" preserve="1">
  <p:cSld name="Multi-use layout_2">
    <p:bg>
      <p:bgPr>
        <a:solidFill>
          <a:schemeClr val="lt1"/>
        </a:solidFill>
        <a:effectLst/>
      </p:bgPr>
    </p:bg>
    <p:spTree>
      <p:nvGrpSpPr>
        <p:cNvPr id="1" name=""/>
        <p:cNvGrpSpPr/>
        <p:nvPr/>
      </p:nvGrpSpPr>
      <p:grpSpPr>
        <a:xfrm>
          <a:off x="0" y="0"/>
          <a:ext cx="0" cy="0"/>
          <a:chOff x="0" y="0"/>
          <a:chExt cx="0" cy="0"/>
        </a:xfrm>
      </p:grpSpPr>
      <p:sp>
        <p:nvSpPr>
          <p:cNvPr id="263" name="Google Shape;9;p1"/>
          <p:cNvSpPr/>
          <p:nvPr/>
        </p:nvSpPr>
        <p:spPr>
          <a:xfrm>
            <a:off x="3837240" y="-655560"/>
            <a:ext cx="5303880" cy="16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a:lnSpc>
                <a:spcPct val="100000"/>
              </a:lnSpc>
              <a:tabLst>
                <a:tab pos="0" algn="l"/>
              </a:tabLst>
            </a:pPr>
            <a:r>
              <a:rPr lang="en" sz="800" b="0" u="none" strike="noStrike">
                <a:solidFill>
                  <a:srgbClr val="C8C8C8"/>
                </a:solidFill>
                <a:effectLst/>
                <a:uFillTx/>
                <a:latin typeface="Arial"/>
                <a:ea typeface="Arial"/>
              </a:rPr>
              <a:t>SNOWFLAKE GSLIDES THEME 2026.01</a:t>
            </a:r>
            <a:endParaRPr lang="en-GB" sz="800" b="0" u="none" strike="noStrike">
              <a:solidFill>
                <a:srgbClr val="000000"/>
              </a:solidFill>
              <a:effectLst/>
              <a:uFillTx/>
              <a:latin typeface="Arial"/>
            </a:endParaRPr>
          </a:p>
        </p:txBody>
      </p:sp>
      <p:sp>
        <p:nvSpPr>
          <p:cNvPr id="264" name="PlaceHolder 1"/>
          <p:cNvSpPr>
            <a:spLocks noGrp="1"/>
          </p:cNvSpPr>
          <p:nvPr>
            <p:ph type="sldNum" idx="18"/>
          </p:nvPr>
        </p:nvSpPr>
        <p:spPr>
          <a:xfrm>
            <a:off x="8229600" y="4864680"/>
            <a:ext cx="470880" cy="91800"/>
          </a:xfrm>
          <a:prstGeom prst="rect">
            <a:avLst/>
          </a:prstGeom>
          <a:noFill/>
          <a:ln w="0">
            <a:noFill/>
          </a:ln>
        </p:spPr>
        <p:txBody>
          <a:bodyPr lIns="0" tIns="0" rIns="0" bIns="0" anchor="b">
            <a:spAutoFit/>
          </a:bodyPr>
          <a:lstStyle>
            <a:lvl1pPr indent="0" algn="r">
              <a:lnSpc>
                <a:spcPct val="100000"/>
              </a:lnSpc>
              <a:buNone/>
              <a:tabLst>
                <a:tab pos="0" algn="l"/>
              </a:tabLst>
              <a:defRPr lang="en" sz="600" b="0" u="none" strike="noStrike">
                <a:solidFill>
                  <a:srgbClr val="929292"/>
                </a:solidFill>
                <a:effectLst/>
                <a:uFillTx/>
                <a:latin typeface="Arial"/>
                <a:ea typeface="Arial"/>
              </a:defRPr>
            </a:lvl1pPr>
          </a:lstStyle>
          <a:p>
            <a:pPr indent="0" algn="r">
              <a:lnSpc>
                <a:spcPct val="100000"/>
              </a:lnSpc>
              <a:buNone/>
              <a:tabLst>
                <a:tab pos="0" algn="l"/>
              </a:tabLst>
            </a:pPr>
            <a:fld id="{578616FD-599A-41FF-80DB-6E6EB870A91F}" type="slidenum">
              <a:rPr lang="en" sz="600" b="0" u="none" strike="noStrike">
                <a:solidFill>
                  <a:srgbClr val="929292"/>
                </a:solidFill>
                <a:effectLst/>
                <a:uFillTx/>
                <a:latin typeface="Arial"/>
                <a:ea typeface="Arial"/>
              </a:rPr>
              <a:t>‹#›</a:t>
            </a:fld>
            <a:endParaRPr lang="en-GB" sz="600" b="0" u="none" strike="noStrike">
              <a:solidFill>
                <a:srgbClr val="000000"/>
              </a:solidFill>
              <a:effectLst/>
              <a:uFillTx/>
              <a:latin typeface="Times New Roman"/>
            </a:endParaRPr>
          </a:p>
        </p:txBody>
      </p:sp>
      <p:sp>
        <p:nvSpPr>
          <p:cNvPr id="265" name="Google Shape;20;p3"/>
          <p:cNvSpPr/>
          <p:nvPr/>
        </p:nvSpPr>
        <p:spPr>
          <a:xfrm>
            <a:off x="457200" y="4846320"/>
            <a:ext cx="132480" cy="125640"/>
          </a:xfrm>
          <a:custGeom>
            <a:avLst/>
            <a:gdLst>
              <a:gd name="textAreaLeft" fmla="*/ 0 w 132480"/>
              <a:gd name="textAreaRight" fmla="*/ 135360 w 132480"/>
              <a:gd name="textAreaTop" fmla="*/ 0 h 125640"/>
              <a:gd name="textAreaBottom" fmla="*/ 128520 h 125640"/>
            </a:gdLst>
            <a:ahLst/>
            <a:cxnLst/>
            <a:rect l="textAreaLeft" t="textAreaTop" r="textAreaRight" b="textAreaBottom"/>
            <a:pathLst>
              <a:path w="5409981" h="514350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266" name="PlaceHolder 2"/>
          <p:cNvSpPr>
            <a:spLocks noGrp="1"/>
          </p:cNvSpPr>
          <p:nvPr>
            <p:ph type="title"/>
          </p:nvPr>
        </p:nvSpPr>
        <p:spPr>
          <a:xfrm>
            <a:off x="367920" y="274320"/>
            <a:ext cx="8341920" cy="362880"/>
          </a:xfrm>
          <a:prstGeom prst="rect">
            <a:avLst/>
          </a:prstGeom>
          <a:noFill/>
          <a:ln w="0">
            <a:noFill/>
          </a:ln>
        </p:spPr>
        <p:txBody>
          <a:bodyPr lIns="91440" tIns="91440" rIns="91440" bIns="91440" anchor="t">
            <a:noAutofit/>
          </a:bodyPr>
          <a:lstStyle/>
          <a:p>
            <a:pPr indent="0">
              <a:lnSpc>
                <a:spcPct val="100000"/>
              </a:lnSpc>
              <a:buNone/>
              <a:tabLst>
                <a:tab pos="0" algn="l"/>
              </a:tabLst>
            </a:pPr>
            <a:r>
              <a:rPr lang="en-GB" sz="2600" b="0" u="none" strike="noStrike">
                <a:solidFill>
                  <a:srgbClr val="000000"/>
                </a:solidFill>
                <a:effectLst/>
                <a:uFillTx/>
                <a:latin typeface="Arial"/>
              </a:rPr>
              <a:t>Click to edit the title text format</a:t>
            </a:r>
          </a:p>
        </p:txBody>
      </p:sp>
      <p:sp>
        <p:nvSpPr>
          <p:cNvPr id="267" name="Google Shape;23;p3"/>
          <p:cNvSpPr/>
          <p:nvPr/>
        </p:nvSpPr>
        <p:spPr>
          <a:xfrm>
            <a:off x="2883240" y="1954080"/>
            <a:ext cx="2665800" cy="397440"/>
          </a:xfrm>
          <a:prstGeom prst="rect">
            <a:avLst/>
          </a:prstGeom>
          <a:noFill/>
          <a:ln w="0">
            <a:noFill/>
          </a:ln>
        </p:spPr>
        <p:style>
          <a:lnRef idx="0">
            <a:scrgbClr r="0" g="0" b="0"/>
          </a:lnRef>
          <a:fillRef idx="0">
            <a:scrgbClr r="0" g="0" b="0"/>
          </a:fillRef>
          <a:effectRef idx="0">
            <a:scrgbClr r="0" g="0" b="0"/>
          </a:effectRef>
          <a:fontRef idx="minor"/>
        </p:style>
        <p:txBody>
          <a:bodyPr lIns="90000" tIns="91440" rIns="90000" bIns="91440" anchor="t">
            <a:sp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268" name="Google Shape;24;p3"/>
          <p:cNvSpPr/>
          <p:nvPr/>
        </p:nvSpPr>
        <p:spPr>
          <a:xfrm>
            <a:off x="660600" y="4866840"/>
            <a:ext cx="1678320" cy="8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tabLst>
                <a:tab pos="0" algn="l"/>
              </a:tabLst>
            </a:pPr>
            <a:r>
              <a:rPr lang="en" sz="600" b="0" u="none" strike="noStrike">
                <a:solidFill>
                  <a:srgbClr val="929292"/>
                </a:solidFill>
                <a:effectLst/>
                <a:uFillTx/>
                <a:latin typeface="Arial"/>
                <a:ea typeface="Arial"/>
              </a:rPr>
              <a:t>© 2026 Snowflake Inc. All Rights Reserved</a:t>
            </a:r>
            <a:endParaRPr lang="en-GB" sz="600" b="0" u="none" strike="noStrike">
              <a:solidFill>
                <a:srgbClr val="000000"/>
              </a:solidFill>
              <a:effectLst/>
              <a:uFillTx/>
              <a:latin typeface="Arial"/>
            </a:endParaRPr>
          </a:p>
        </p:txBody>
      </p:sp>
      <p:sp>
        <p:nvSpPr>
          <p:cNvPr id="269" name="Google Shape;25;p3"/>
          <p:cNvSpPr/>
          <p:nvPr/>
        </p:nvSpPr>
        <p:spPr>
          <a:xfrm>
            <a:off x="0" y="343440"/>
            <a:ext cx="134280" cy="728640"/>
          </a:xfrm>
          <a:prstGeom prst="rect">
            <a:avLst/>
          </a:prstGeom>
          <a:solidFill>
            <a:schemeClr val="accent1"/>
          </a:solidFill>
          <a:ln w="0">
            <a:noFill/>
          </a:ln>
        </p:spPr>
        <p:style>
          <a:lnRef idx="0">
            <a:scrgbClr r="0" g="0" b="0"/>
          </a:lnRef>
          <a:fillRef idx="0">
            <a:scrgbClr r="0" g="0" b="0"/>
          </a:fillRef>
          <a:effectRef idx="0">
            <a:scrgbClr r="0" g="0" b="0"/>
          </a:effectRef>
          <a:fontRef idx="minor"/>
        </p:style>
        <p:txBody>
          <a:bodyPr lIns="90000" tIns="91440" rIns="90000" bIns="9144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270" name="PlaceHolder 3"/>
          <p:cNvSpPr>
            <a:spLocks noGrp="1"/>
          </p:cNvSpPr>
          <p:nvPr>
            <p:ph type="body"/>
          </p:nvPr>
        </p:nvSpPr>
        <p:spPr>
          <a:xfrm>
            <a:off x="457200" y="1203480"/>
            <a:ext cx="8226720" cy="2980440"/>
          </a:xfrm>
          <a:prstGeom prst="rect">
            <a:avLst/>
          </a:prstGeom>
          <a:noFill/>
          <a:ln w="0">
            <a:noFill/>
          </a:ln>
        </p:spPr>
        <p:txBody>
          <a:bodyPr lIns="0" tIns="0" rIns="0" bIns="0" anchor="t">
            <a:normAutofit/>
          </a:bodyPr>
          <a:lstStyle/>
          <a:p>
            <a:pPr marL="432000" indent="-324000">
              <a:lnSpc>
                <a:spcPct val="100000"/>
              </a:lnSpc>
              <a:spcBef>
                <a:spcPts val="1417"/>
              </a:spcBef>
              <a:buClr>
                <a:srgbClr val="000000"/>
              </a:buClr>
              <a:buSzPct val="45000"/>
              <a:buFont typeface="Wingdings" charset="2"/>
              <a:buChar char=""/>
            </a:pPr>
            <a:r>
              <a:rPr lang="en-GB" sz="14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4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4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4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Seventh Outline Level</a:t>
            </a: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tx">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800348-DFA4-1B70-D0BC-3CA87C02748B}"/>
              </a:ext>
            </a:extLst>
          </p:cNvPr>
          <p:cNvSpPr>
            <a:spLocks noGrp="1"/>
          </p:cNvSpPr>
          <p:nvPr>
            <p:ph type="title"/>
          </p:nvPr>
        </p:nvSpPr>
        <p:spPr>
          <a:xfrm>
            <a:off x="628650" y="274638"/>
            <a:ext cx="7886700" cy="993775"/>
          </a:xfrm>
          <a:prstGeom prst="rect">
            <a:avLst/>
          </a:prstGeom>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26371FDF-9C5A-C4AF-125E-8BAEF2A1CB8B}"/>
              </a:ext>
            </a:extLst>
          </p:cNvPr>
          <p:cNvSpPr>
            <a:spLocks noGrp="1"/>
          </p:cNvSpPr>
          <p:nvPr>
            <p:ph type="body" idx="1"/>
          </p:nvPr>
        </p:nvSpPr>
        <p:spPr>
          <a:xfrm>
            <a:off x="628650" y="1370013"/>
            <a:ext cx="7886700" cy="3262312"/>
          </a:xfrm>
          <a:prstGeom prst="rect">
            <a:avLst/>
          </a:prstGeo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tx">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A6AC74-3857-E66C-DEAA-79617E1F6E20}"/>
              </a:ext>
            </a:extLst>
          </p:cNvPr>
          <p:cNvSpPr>
            <a:spLocks noGrp="1"/>
          </p:cNvSpPr>
          <p:nvPr>
            <p:ph type="title"/>
          </p:nvPr>
        </p:nvSpPr>
        <p:spPr>
          <a:xfrm>
            <a:off x="628650" y="274638"/>
            <a:ext cx="7886700" cy="993775"/>
          </a:xfrm>
          <a:prstGeom prst="rect">
            <a:avLst/>
          </a:prstGeom>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DDE2F3F6-8EBA-2D34-AA51-ED1E8E35ECAD}"/>
              </a:ext>
            </a:extLst>
          </p:cNvPr>
          <p:cNvSpPr>
            <a:spLocks noGrp="1"/>
          </p:cNvSpPr>
          <p:nvPr>
            <p:ph type="body" idx="1"/>
          </p:nvPr>
        </p:nvSpPr>
        <p:spPr>
          <a:xfrm>
            <a:off x="628650" y="1370013"/>
            <a:ext cx="7886700" cy="3262312"/>
          </a:xfrm>
          <a:prstGeom prst="rect">
            <a:avLst/>
          </a:prstGeo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tx">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895E5C-AE95-AB0A-2993-611148F4521D}"/>
              </a:ext>
            </a:extLst>
          </p:cNvPr>
          <p:cNvSpPr>
            <a:spLocks noGrp="1"/>
          </p:cNvSpPr>
          <p:nvPr>
            <p:ph type="title"/>
          </p:nvPr>
        </p:nvSpPr>
        <p:spPr>
          <a:xfrm>
            <a:off x="628650" y="274638"/>
            <a:ext cx="7886700" cy="993775"/>
          </a:xfrm>
          <a:prstGeom prst="rect">
            <a:avLst/>
          </a:prstGeom>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316C8439-F1F9-31EF-6CF2-9634C144B5CE}"/>
              </a:ext>
            </a:extLst>
          </p:cNvPr>
          <p:cNvSpPr>
            <a:spLocks noGrp="1"/>
          </p:cNvSpPr>
          <p:nvPr>
            <p:ph type="body" idx="1"/>
          </p:nvPr>
        </p:nvSpPr>
        <p:spPr>
          <a:xfrm>
            <a:off x="628650" y="1370013"/>
            <a:ext cx="7886700" cy="3262312"/>
          </a:xfrm>
          <a:prstGeom prst="rect">
            <a:avLst/>
          </a:prstGeo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slideLayout" Target="../slideLayouts/slideLayout6.xml"/><Relationship Id="rId3" Type="http://schemas.openxmlformats.org/officeDocument/2006/relationships/slideLayout" Target="../slideLayouts/slideLayout7.xml"/><Relationship Id="rId4" Type="http://schemas.openxmlformats.org/officeDocument/2006/relationships/slideLayout" Target="../slideLayouts/slideLayout8.xml"/><Relationship Id="rId5"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theme" Target="../theme/theme3.xml"/><Relationship Id="rId3" Type="http://schemas.openxmlformats.org/officeDocument/2006/relationships/image" Target="../media/image4.png"/><Relationship Id="rId4" Type="http://schemas.openxmlformats.org/officeDocument/2006/relationships/image" Target="../media/image5.png"/></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slideLayout" Target="../slideLayouts/slideLayout11.xml"/><Relationship Id="rId3" Type="http://schemas.openxmlformats.org/officeDocument/2006/relationships/slideLayout" Target="../slideLayouts/slideLayout12.xml"/><Relationship Id="rId4" Type="http://schemas.openxmlformats.org/officeDocument/2006/relationships/slideLayout" Target="../slideLayouts/slideLayout13.xml"/><Relationship Id="rId5" Type="http://schemas.openxmlformats.org/officeDocument/2006/relationships/slideLayout" Target="../slideLayouts/slideLayout14.xml"/><Relationship Id="rId6" Type="http://schemas.openxmlformats.org/officeDocument/2006/relationships/slideLayout" Target="../slideLayouts/slideLayout15.xml"/><Relationship Id="rId7" Type="http://schemas.openxmlformats.org/officeDocument/2006/relationships/slideLayout" Target="../slideLayouts/slideLayout16.xml"/><Relationship Id="rId8" Type="http://schemas.openxmlformats.org/officeDocument/2006/relationships/slideLayout" Target="../slideLayouts/slideLayout17.xml"/><Relationship Id="rId9" Type="http://schemas.openxmlformats.org/officeDocument/2006/relationships/slideLayout" Target="../slideLayouts/slideLayout18.xml"/><Relationship Id="rId10" Type="http://schemas.openxmlformats.org/officeDocument/2006/relationships/slideLayout" Target="../slideLayouts/slideLayout19.xml"/><Relationship Id="rId11" Type="http://schemas.openxmlformats.org/officeDocument/2006/relationships/slideLayout" Target="../slideLayouts/slideLayout20.xml"/><Relationship Id="rId12" Type="http://schemas.openxmlformats.org/officeDocument/2006/relationships/slideLayout" Target="../slideLayouts/slideLayout21.xml"/><Relationship Id="rId13" Type="http://schemas.openxmlformats.org/officeDocument/2006/relationships/slideLayout" Target="../slideLayouts/slideLayout22.xml"/><Relationship Id="rId14" Type="http://schemas.openxmlformats.org/officeDocument/2006/relationships/slideLayout" Target="../slideLayouts/slideLayout23.xml"/><Relationship Id="rId15" Type="http://schemas.openxmlformats.org/officeDocument/2006/relationships/slideLayout" Target="../slideLayouts/slideLayout24.xml"/><Relationship Id="rId16" Type="http://schemas.openxmlformats.org/officeDocument/2006/relationships/slideLayout" Target="../slideLayouts/slideLayout25.xml"/><Relationship Id="rId17" Type="http://schemas.openxmlformats.org/officeDocument/2006/relationships/slideLayout" Target="../slideLayouts/slideLayout26.xml"/><Relationship Id="rId18" Type="http://schemas.openxmlformats.org/officeDocument/2006/relationships/slideLayout" Target="../slideLayouts/slideLayout27.xml"/><Relationship Id="rId19" Type="http://schemas.openxmlformats.org/officeDocument/2006/relationships/slideLayout" Target="../slideLayouts/slideLayout28.xml"/><Relationship Id="rId20" Type="http://schemas.openxmlformats.org/officeDocument/2006/relationships/slideLayout" Target="../slideLayouts/slideLayout29.xml"/><Relationship Id="rId21" Type="http://schemas.openxmlformats.org/officeDocument/2006/relationships/slideLayout" Target="../slideLayouts/slideLayout30.xml"/><Relationship Id="rId22" Type="http://schemas.openxmlformats.org/officeDocument/2006/relationships/slideLayout" Target="../slideLayouts/slideLayout31.xml"/><Relationship Id="rId23" Type="http://schemas.openxmlformats.org/officeDocument/2006/relationships/theme" Target="../theme/theme4.xml"/></Relationships>
</file>

<file path=ppt/slideMasters/_rels/slideMaster5.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theme" Target="../theme/theme5.xml"/></Relationships>
</file>

<file path=ppt/slideMasters/_rels/slideMaster6.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theme" Target="../theme/theme6.xml"/></Relationships>
</file>

<file path=ppt/slideMasters/_rels/slideMaster7.xml.rels><?xml version='1.0' encoding='UTF-8' standalone='yes'?>
<Relationships xmlns="http://schemas.openxmlformats.org/package/2006/relationships"><Relationship Id="rId1" Type="http://schemas.openxmlformats.org/officeDocument/2006/relationships/slideLayout" Target="../slideLayouts/slideLayout34.xml"/><Relationship Id="rId2" Type="http://schemas.openxmlformats.org/officeDocument/2006/relationships/theme" Target="../theme/theme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89" r:id="rId4"/>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53" r:id="rId1"/>
    <p:sldLayoutId id="2147483654" r:id="rId2"/>
    <p:sldLayoutId id="2147483655" r:id="rId3"/>
    <p:sldLayoutId id="2147483656" r:id="rId4"/>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78" name="Google Shape;9;p1"/>
          <p:cNvSpPr/>
          <p:nvPr/>
        </p:nvSpPr>
        <p:spPr>
          <a:xfrm>
            <a:off x="3837240" y="-655560"/>
            <a:ext cx="5303880" cy="16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a:lnSpc>
                <a:spcPct val="100000"/>
              </a:lnSpc>
              <a:tabLst>
                <a:tab pos="0" algn="l"/>
              </a:tabLst>
            </a:pPr>
            <a:r>
              <a:rPr lang="en" sz="800" b="0" u="none" strike="noStrike">
                <a:solidFill>
                  <a:srgbClr val="C8C8C8"/>
                </a:solidFill>
                <a:effectLst/>
                <a:uFillTx/>
                <a:latin typeface="Arial"/>
                <a:ea typeface="Arial"/>
              </a:rPr>
              <a:t>SNOWFLAKE GSLIDES THEME 2026.01</a:t>
            </a:r>
            <a:endParaRPr lang="en-GB" sz="800" b="0" u="none" strike="noStrike">
              <a:solidFill>
                <a:srgbClr val="000000"/>
              </a:solidFill>
              <a:effectLst/>
              <a:uFillTx/>
              <a:latin typeface="Arial"/>
            </a:endParaRPr>
          </a:p>
        </p:txBody>
      </p:sp>
      <p:grpSp>
        <p:nvGrpSpPr>
          <p:cNvPr id="79" name="Google Shape;151;p16"/>
          <p:cNvGrpSpPr/>
          <p:nvPr/>
        </p:nvGrpSpPr>
        <p:grpSpPr>
          <a:xfrm>
            <a:off x="0" y="2914920"/>
            <a:ext cx="9140760" cy="2225520"/>
            <a:chOff x="0" y="2914920"/>
            <a:chExt cx="9140760" cy="2225520"/>
          </a:xfrm>
        </p:grpSpPr>
        <p:pic>
          <p:nvPicPr>
            <p:cNvPr id="80" name="Google Shape;152;p16"/>
            <p:cNvPicPr/>
            <p:nvPr/>
          </p:nvPicPr>
          <p:blipFill>
            <a:blip r:embed="rId3">
              <a:alphaModFix amt="85000"/>
            </a:blip>
            <a:srcRect l="45946" t="24688" b="30755"/>
            <a:stretch/>
          </p:blipFill>
          <p:spPr>
            <a:xfrm>
              <a:off x="0" y="2914920"/>
              <a:ext cx="3241440" cy="2225520"/>
            </a:xfrm>
            <a:prstGeom prst="rect">
              <a:avLst/>
            </a:prstGeom>
            <a:noFill/>
            <a:ln w="0">
              <a:noFill/>
            </a:ln>
          </p:spPr>
        </p:pic>
        <p:pic>
          <p:nvPicPr>
            <p:cNvPr id="81" name="Google Shape;153;p16"/>
            <p:cNvPicPr/>
            <p:nvPr/>
          </p:nvPicPr>
          <p:blipFill>
            <a:blip r:embed="rId4">
              <a:alphaModFix amt="85000"/>
            </a:blip>
            <a:srcRect t="25252" r="1930" b="30759"/>
            <a:stretch/>
          </p:blipFill>
          <p:spPr>
            <a:xfrm>
              <a:off x="3253320" y="2943000"/>
              <a:ext cx="5887440" cy="2197440"/>
            </a:xfrm>
            <a:prstGeom prst="rect">
              <a:avLst/>
            </a:prstGeom>
            <a:noFill/>
            <a:ln w="0">
              <a:noFill/>
            </a:ln>
          </p:spPr>
        </p:pic>
      </p:grpSp>
      <p:sp>
        <p:nvSpPr>
          <p:cNvPr id="82" name="Google Shape;154;p16"/>
          <p:cNvSpPr/>
          <p:nvPr/>
        </p:nvSpPr>
        <p:spPr>
          <a:xfrm>
            <a:off x="456840" y="4898880"/>
            <a:ext cx="1632960" cy="8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tabLst>
                <a:tab pos="0" algn="l"/>
              </a:tabLst>
            </a:pPr>
            <a:r>
              <a:rPr lang="en" sz="600" b="0" u="none" strike="noStrike">
                <a:solidFill>
                  <a:schemeClr val="dk1"/>
                </a:solidFill>
                <a:effectLst/>
                <a:uFillTx/>
                <a:latin typeface="Arial"/>
                <a:ea typeface="Arial"/>
              </a:rPr>
              <a:t>© 2026 Snowflake Inc. All Rights Reserved</a:t>
            </a:r>
            <a:endParaRPr lang="en-GB" sz="600" b="0" u="none" strike="noStrike">
              <a:solidFill>
                <a:srgbClr val="000000"/>
              </a:solidFill>
              <a:effectLst/>
              <a:uFillTx/>
              <a:latin typeface="Arial"/>
            </a:endParaRPr>
          </a:p>
        </p:txBody>
      </p:sp>
      <p:sp>
        <p:nvSpPr>
          <p:cNvPr id="83" name="Google Shape;158;p16"/>
          <p:cNvSpPr/>
          <p:nvPr/>
        </p:nvSpPr>
        <p:spPr>
          <a:xfrm>
            <a:off x="457200" y="548640"/>
            <a:ext cx="1825920" cy="415080"/>
          </a:xfrm>
          <a:custGeom>
            <a:avLst/>
            <a:gdLst>
              <a:gd name="textAreaLeft" fmla="*/ 0 w 1825920"/>
              <a:gd name="textAreaRight" fmla="*/ 1828800 w 1825920"/>
              <a:gd name="textAreaTop" fmla="*/ 0 h 415080"/>
              <a:gd name="textAreaBottom" fmla="*/ 417960 h 415080"/>
            </a:gdLst>
            <a:ahLst/>
            <a:cxnLst/>
            <a:rect l="textAreaLeft" t="textAreaTop" r="textAreaRight" b="textAreaBottom"/>
            <a:pathLst>
              <a:path w="10771" h="2451">
                <a:moveTo>
                  <a:pt x="10625" y="726"/>
                </a:moveTo>
                <a:lnTo>
                  <a:pt x="10597" y="726"/>
                </a:lnTo>
                <a:lnTo>
                  <a:pt x="10597" y="761"/>
                </a:lnTo>
                <a:lnTo>
                  <a:pt x="10625" y="761"/>
                </a:lnTo>
                <a:cubicBezTo>
                  <a:pt x="10638" y="761"/>
                  <a:pt x="10646" y="756"/>
                  <a:pt x="10646" y="744"/>
                </a:cubicBezTo>
                <a:cubicBezTo>
                  <a:pt x="10646" y="731"/>
                  <a:pt x="10639" y="726"/>
                  <a:pt x="10625" y="726"/>
                </a:cubicBezTo>
                <a:close/>
                <a:moveTo>
                  <a:pt x="10562" y="693"/>
                </a:moveTo>
                <a:lnTo>
                  <a:pt x="10625" y="693"/>
                </a:lnTo>
                <a:cubicBezTo>
                  <a:pt x="10660" y="693"/>
                  <a:pt x="10683" y="712"/>
                  <a:pt x="10683" y="742"/>
                </a:cubicBezTo>
                <a:cubicBezTo>
                  <a:pt x="10683" y="760"/>
                  <a:pt x="10675" y="774"/>
                  <a:pt x="10660" y="783"/>
                </a:cubicBezTo>
                <a:lnTo>
                  <a:pt x="10685" y="820"/>
                </a:lnTo>
                <a:lnTo>
                  <a:pt x="10685" y="827"/>
                </a:lnTo>
                <a:lnTo>
                  <a:pt x="10648" y="827"/>
                </a:lnTo>
                <a:lnTo>
                  <a:pt x="10623" y="791"/>
                </a:lnTo>
                <a:lnTo>
                  <a:pt x="10595" y="791"/>
                </a:lnTo>
                <a:lnTo>
                  <a:pt x="10595" y="827"/>
                </a:lnTo>
                <a:lnTo>
                  <a:pt x="10560" y="827"/>
                </a:lnTo>
                <a:lnTo>
                  <a:pt x="10560" y="693"/>
                </a:lnTo>
                <a:lnTo>
                  <a:pt x="10562" y="693"/>
                </a:lnTo>
                <a:close/>
                <a:moveTo>
                  <a:pt x="10742" y="761"/>
                </a:moveTo>
                <a:cubicBezTo>
                  <a:pt x="10742" y="691"/>
                  <a:pt x="10694" y="636"/>
                  <a:pt x="10622" y="636"/>
                </a:cubicBezTo>
                <a:cubicBezTo>
                  <a:pt x="10551" y="636"/>
                  <a:pt x="10504" y="687"/>
                  <a:pt x="10504" y="761"/>
                </a:cubicBezTo>
                <a:cubicBezTo>
                  <a:pt x="10504" y="832"/>
                  <a:pt x="10551" y="887"/>
                  <a:pt x="10622" y="887"/>
                </a:cubicBezTo>
                <a:cubicBezTo>
                  <a:pt x="10694" y="888"/>
                  <a:pt x="10742" y="834"/>
                  <a:pt x="10742" y="761"/>
                </a:cubicBezTo>
                <a:close/>
                <a:moveTo>
                  <a:pt x="10770" y="761"/>
                </a:moveTo>
                <a:cubicBezTo>
                  <a:pt x="10770" y="846"/>
                  <a:pt x="10713" y="915"/>
                  <a:pt x="10620" y="915"/>
                </a:cubicBezTo>
                <a:cubicBezTo>
                  <a:pt x="10527" y="915"/>
                  <a:pt x="10472" y="844"/>
                  <a:pt x="10472" y="761"/>
                </a:cubicBezTo>
                <a:cubicBezTo>
                  <a:pt x="10472" y="677"/>
                  <a:pt x="10527" y="608"/>
                  <a:pt x="10620" y="608"/>
                </a:cubicBezTo>
                <a:cubicBezTo>
                  <a:pt x="10715" y="608"/>
                  <a:pt x="10770" y="679"/>
                  <a:pt x="10770" y="761"/>
                </a:cubicBezTo>
                <a:close/>
                <a:moveTo>
                  <a:pt x="2384" y="1061"/>
                </a:moveTo>
                <a:lnTo>
                  <a:pt x="2095" y="1228"/>
                </a:lnTo>
                <a:lnTo>
                  <a:pt x="2384" y="1395"/>
                </a:lnTo>
                <a:cubicBezTo>
                  <a:pt x="2457" y="1437"/>
                  <a:pt x="2483" y="1530"/>
                  <a:pt x="2441" y="1603"/>
                </a:cubicBezTo>
                <a:cubicBezTo>
                  <a:pt x="2398" y="1675"/>
                  <a:pt x="2305" y="1700"/>
                  <a:pt x="2233" y="1659"/>
                </a:cubicBezTo>
                <a:lnTo>
                  <a:pt x="1717" y="1361"/>
                </a:lnTo>
                <a:cubicBezTo>
                  <a:pt x="1681" y="1342"/>
                  <a:pt x="1658" y="1310"/>
                  <a:pt x="1648" y="1275"/>
                </a:cubicBezTo>
                <a:cubicBezTo>
                  <a:pt x="1642" y="1259"/>
                  <a:pt x="1641" y="1242"/>
                  <a:pt x="1641" y="1227"/>
                </a:cubicBezTo>
                <a:cubicBezTo>
                  <a:pt x="1641" y="1214"/>
                  <a:pt x="1642" y="1202"/>
                  <a:pt x="1646" y="1191"/>
                </a:cubicBezTo>
                <a:cubicBezTo>
                  <a:pt x="1657" y="1154"/>
                  <a:pt x="1681" y="1121"/>
                  <a:pt x="1717" y="1100"/>
                </a:cubicBezTo>
                <a:lnTo>
                  <a:pt x="2233" y="802"/>
                </a:lnTo>
                <a:cubicBezTo>
                  <a:pt x="2305" y="760"/>
                  <a:pt x="2398" y="784"/>
                  <a:pt x="2441" y="858"/>
                </a:cubicBezTo>
                <a:cubicBezTo>
                  <a:pt x="2483" y="925"/>
                  <a:pt x="2457" y="1019"/>
                  <a:pt x="2384" y="1061"/>
                </a:cubicBezTo>
                <a:close/>
                <a:moveTo>
                  <a:pt x="2111" y="1869"/>
                </a:moveTo>
                <a:lnTo>
                  <a:pt x="1595" y="1571"/>
                </a:lnTo>
                <a:cubicBezTo>
                  <a:pt x="1567" y="1555"/>
                  <a:pt x="1537" y="1548"/>
                  <a:pt x="1507" y="1552"/>
                </a:cubicBezTo>
                <a:cubicBezTo>
                  <a:pt x="1428" y="1557"/>
                  <a:pt x="1366" y="1624"/>
                  <a:pt x="1366" y="1703"/>
                </a:cubicBezTo>
                <a:lnTo>
                  <a:pt x="1366" y="2299"/>
                </a:lnTo>
                <a:cubicBezTo>
                  <a:pt x="1366" y="2383"/>
                  <a:pt x="1435" y="2450"/>
                  <a:pt x="1517" y="2450"/>
                </a:cubicBezTo>
                <a:cubicBezTo>
                  <a:pt x="1602" y="2450"/>
                  <a:pt x="1669" y="2382"/>
                  <a:pt x="1669" y="2299"/>
                </a:cubicBezTo>
                <a:lnTo>
                  <a:pt x="1669" y="1964"/>
                </a:lnTo>
                <a:lnTo>
                  <a:pt x="1958" y="2131"/>
                </a:lnTo>
                <a:cubicBezTo>
                  <a:pt x="2030" y="2174"/>
                  <a:pt x="2124" y="2149"/>
                  <a:pt x="2166" y="2077"/>
                </a:cubicBezTo>
                <a:cubicBezTo>
                  <a:pt x="2208" y="2005"/>
                  <a:pt x="2183" y="1911"/>
                  <a:pt x="2111" y="1869"/>
                </a:cubicBezTo>
                <a:close/>
                <a:moveTo>
                  <a:pt x="1514" y="1284"/>
                </a:moveTo>
                <a:lnTo>
                  <a:pt x="1299" y="1499"/>
                </a:lnTo>
                <a:cubicBezTo>
                  <a:pt x="1294" y="1506"/>
                  <a:pt x="1281" y="1511"/>
                  <a:pt x="1272" y="1511"/>
                </a:cubicBezTo>
                <a:lnTo>
                  <a:pt x="1257" y="1511"/>
                </a:lnTo>
                <a:lnTo>
                  <a:pt x="1225" y="1511"/>
                </a:lnTo>
                <a:lnTo>
                  <a:pt x="1209" y="1511"/>
                </a:lnTo>
                <a:cubicBezTo>
                  <a:pt x="1200" y="1511"/>
                  <a:pt x="1188" y="1506"/>
                  <a:pt x="1183" y="1499"/>
                </a:cubicBezTo>
                <a:lnTo>
                  <a:pt x="968" y="1284"/>
                </a:lnTo>
                <a:cubicBezTo>
                  <a:pt x="962" y="1279"/>
                  <a:pt x="957" y="1266"/>
                  <a:pt x="957" y="1257"/>
                </a:cubicBezTo>
                <a:lnTo>
                  <a:pt x="957" y="1243"/>
                </a:lnTo>
                <a:lnTo>
                  <a:pt x="957" y="1211"/>
                </a:lnTo>
                <a:lnTo>
                  <a:pt x="957" y="1195"/>
                </a:lnTo>
                <a:cubicBezTo>
                  <a:pt x="957" y="1186"/>
                  <a:pt x="962" y="1174"/>
                  <a:pt x="968" y="1168"/>
                </a:cubicBezTo>
                <a:lnTo>
                  <a:pt x="1183" y="954"/>
                </a:lnTo>
                <a:cubicBezTo>
                  <a:pt x="1190" y="946"/>
                  <a:pt x="1200" y="943"/>
                  <a:pt x="1209" y="943"/>
                </a:cubicBezTo>
                <a:lnTo>
                  <a:pt x="1225" y="943"/>
                </a:lnTo>
                <a:lnTo>
                  <a:pt x="1257" y="943"/>
                </a:lnTo>
                <a:lnTo>
                  <a:pt x="1272" y="943"/>
                </a:lnTo>
                <a:cubicBezTo>
                  <a:pt x="1281" y="943"/>
                  <a:pt x="1294" y="948"/>
                  <a:pt x="1299" y="954"/>
                </a:cubicBezTo>
                <a:lnTo>
                  <a:pt x="1514" y="1168"/>
                </a:lnTo>
                <a:cubicBezTo>
                  <a:pt x="1519" y="1174"/>
                  <a:pt x="1524" y="1186"/>
                  <a:pt x="1524" y="1195"/>
                </a:cubicBezTo>
                <a:lnTo>
                  <a:pt x="1524" y="1211"/>
                </a:lnTo>
                <a:lnTo>
                  <a:pt x="1524" y="1243"/>
                </a:lnTo>
                <a:lnTo>
                  <a:pt x="1524" y="1257"/>
                </a:lnTo>
                <a:cubicBezTo>
                  <a:pt x="1526" y="1266"/>
                  <a:pt x="1521" y="1279"/>
                  <a:pt x="1514" y="1284"/>
                </a:cubicBezTo>
                <a:close/>
                <a:moveTo>
                  <a:pt x="1343" y="1227"/>
                </a:moveTo>
                <a:cubicBezTo>
                  <a:pt x="1343" y="1218"/>
                  <a:pt x="1338" y="1205"/>
                  <a:pt x="1332" y="1200"/>
                </a:cubicBezTo>
                <a:lnTo>
                  <a:pt x="1271" y="1139"/>
                </a:lnTo>
                <a:cubicBezTo>
                  <a:pt x="1265" y="1133"/>
                  <a:pt x="1253" y="1128"/>
                  <a:pt x="1244" y="1128"/>
                </a:cubicBezTo>
                <a:lnTo>
                  <a:pt x="1242" y="1128"/>
                </a:lnTo>
                <a:cubicBezTo>
                  <a:pt x="1234" y="1128"/>
                  <a:pt x="1221" y="1133"/>
                  <a:pt x="1216" y="1139"/>
                </a:cubicBezTo>
                <a:lnTo>
                  <a:pt x="1154" y="1200"/>
                </a:lnTo>
                <a:cubicBezTo>
                  <a:pt x="1147" y="1207"/>
                  <a:pt x="1144" y="1220"/>
                  <a:pt x="1144" y="1227"/>
                </a:cubicBezTo>
                <a:lnTo>
                  <a:pt x="1144" y="1228"/>
                </a:lnTo>
                <a:cubicBezTo>
                  <a:pt x="1144" y="1237"/>
                  <a:pt x="1149" y="1249"/>
                  <a:pt x="1154" y="1254"/>
                </a:cubicBezTo>
                <a:lnTo>
                  <a:pt x="1216" y="1316"/>
                </a:lnTo>
                <a:cubicBezTo>
                  <a:pt x="1221" y="1321"/>
                  <a:pt x="1234" y="1326"/>
                  <a:pt x="1242" y="1326"/>
                </a:cubicBezTo>
                <a:lnTo>
                  <a:pt x="1244" y="1326"/>
                </a:lnTo>
                <a:cubicBezTo>
                  <a:pt x="1253" y="1326"/>
                  <a:pt x="1265" y="1321"/>
                  <a:pt x="1271" y="1316"/>
                </a:cubicBezTo>
                <a:lnTo>
                  <a:pt x="1332" y="1254"/>
                </a:lnTo>
                <a:cubicBezTo>
                  <a:pt x="1338" y="1247"/>
                  <a:pt x="1343" y="1237"/>
                  <a:pt x="1343" y="1228"/>
                </a:cubicBezTo>
                <a:lnTo>
                  <a:pt x="1343" y="1227"/>
                </a:lnTo>
                <a:close/>
                <a:moveTo>
                  <a:pt x="370" y="583"/>
                </a:moveTo>
                <a:lnTo>
                  <a:pt x="887" y="881"/>
                </a:lnTo>
                <a:cubicBezTo>
                  <a:pt x="915" y="897"/>
                  <a:pt x="945" y="904"/>
                  <a:pt x="975" y="901"/>
                </a:cubicBezTo>
                <a:cubicBezTo>
                  <a:pt x="1054" y="895"/>
                  <a:pt x="1116" y="828"/>
                  <a:pt x="1116" y="749"/>
                </a:cubicBezTo>
                <a:lnTo>
                  <a:pt x="1116" y="152"/>
                </a:lnTo>
                <a:cubicBezTo>
                  <a:pt x="1116" y="67"/>
                  <a:pt x="1047" y="0"/>
                  <a:pt x="964" y="0"/>
                </a:cubicBezTo>
                <a:cubicBezTo>
                  <a:pt x="879" y="0"/>
                  <a:pt x="812" y="69"/>
                  <a:pt x="812" y="152"/>
                </a:cubicBezTo>
                <a:lnTo>
                  <a:pt x="812" y="487"/>
                </a:lnTo>
                <a:lnTo>
                  <a:pt x="523" y="319"/>
                </a:lnTo>
                <a:cubicBezTo>
                  <a:pt x="451" y="277"/>
                  <a:pt x="358" y="302"/>
                  <a:pt x="316" y="376"/>
                </a:cubicBezTo>
                <a:cubicBezTo>
                  <a:pt x="273" y="450"/>
                  <a:pt x="298" y="543"/>
                  <a:pt x="370" y="583"/>
                </a:cubicBezTo>
                <a:close/>
                <a:moveTo>
                  <a:pt x="1505" y="902"/>
                </a:moveTo>
                <a:cubicBezTo>
                  <a:pt x="1535" y="904"/>
                  <a:pt x="1565" y="899"/>
                  <a:pt x="1593" y="883"/>
                </a:cubicBezTo>
                <a:lnTo>
                  <a:pt x="2109" y="585"/>
                </a:lnTo>
                <a:cubicBezTo>
                  <a:pt x="2182" y="543"/>
                  <a:pt x="2206" y="450"/>
                  <a:pt x="2166" y="377"/>
                </a:cubicBezTo>
                <a:cubicBezTo>
                  <a:pt x="2124" y="305"/>
                  <a:pt x="2030" y="280"/>
                  <a:pt x="1958" y="321"/>
                </a:cubicBezTo>
                <a:lnTo>
                  <a:pt x="1669" y="488"/>
                </a:lnTo>
                <a:lnTo>
                  <a:pt x="1669" y="153"/>
                </a:lnTo>
                <a:cubicBezTo>
                  <a:pt x="1669" y="69"/>
                  <a:pt x="1600" y="2"/>
                  <a:pt x="1517" y="2"/>
                </a:cubicBezTo>
                <a:cubicBezTo>
                  <a:pt x="1433" y="2"/>
                  <a:pt x="1366" y="71"/>
                  <a:pt x="1366" y="153"/>
                </a:cubicBezTo>
                <a:lnTo>
                  <a:pt x="1366" y="751"/>
                </a:lnTo>
                <a:cubicBezTo>
                  <a:pt x="1366" y="830"/>
                  <a:pt x="1428" y="897"/>
                  <a:pt x="1505" y="902"/>
                </a:cubicBezTo>
                <a:close/>
                <a:moveTo>
                  <a:pt x="976" y="1550"/>
                </a:moveTo>
                <a:cubicBezTo>
                  <a:pt x="946" y="1548"/>
                  <a:pt x="916" y="1553"/>
                  <a:pt x="888" y="1569"/>
                </a:cubicBezTo>
                <a:lnTo>
                  <a:pt x="372" y="1867"/>
                </a:lnTo>
                <a:cubicBezTo>
                  <a:pt x="300" y="1909"/>
                  <a:pt x="275" y="2003"/>
                  <a:pt x="316" y="2075"/>
                </a:cubicBezTo>
                <a:cubicBezTo>
                  <a:pt x="358" y="2147"/>
                  <a:pt x="451" y="2172"/>
                  <a:pt x="523" y="2130"/>
                </a:cubicBezTo>
                <a:lnTo>
                  <a:pt x="812" y="1962"/>
                </a:lnTo>
                <a:lnTo>
                  <a:pt x="812" y="2297"/>
                </a:lnTo>
                <a:cubicBezTo>
                  <a:pt x="812" y="2382"/>
                  <a:pt x="881" y="2449"/>
                  <a:pt x="964" y="2449"/>
                </a:cubicBezTo>
                <a:cubicBezTo>
                  <a:pt x="1049" y="2449"/>
                  <a:pt x="1116" y="2380"/>
                  <a:pt x="1116" y="2297"/>
                </a:cubicBezTo>
                <a:lnTo>
                  <a:pt x="1116" y="1700"/>
                </a:lnTo>
                <a:cubicBezTo>
                  <a:pt x="1117" y="1622"/>
                  <a:pt x="1056" y="1557"/>
                  <a:pt x="976" y="1550"/>
                </a:cubicBezTo>
                <a:close/>
                <a:moveTo>
                  <a:pt x="835" y="1271"/>
                </a:moveTo>
                <a:cubicBezTo>
                  <a:pt x="841" y="1256"/>
                  <a:pt x="842" y="1239"/>
                  <a:pt x="842" y="1223"/>
                </a:cubicBezTo>
                <a:cubicBezTo>
                  <a:pt x="842" y="1211"/>
                  <a:pt x="841" y="1198"/>
                  <a:pt x="837" y="1188"/>
                </a:cubicBezTo>
                <a:cubicBezTo>
                  <a:pt x="827" y="1151"/>
                  <a:pt x="802" y="1117"/>
                  <a:pt x="767" y="1096"/>
                </a:cubicBezTo>
                <a:lnTo>
                  <a:pt x="250" y="797"/>
                </a:lnTo>
                <a:cubicBezTo>
                  <a:pt x="178" y="754"/>
                  <a:pt x="85" y="779"/>
                  <a:pt x="42" y="853"/>
                </a:cubicBezTo>
                <a:cubicBezTo>
                  <a:pt x="0" y="925"/>
                  <a:pt x="25" y="1019"/>
                  <a:pt x="99" y="1061"/>
                </a:cubicBezTo>
                <a:lnTo>
                  <a:pt x="388" y="1228"/>
                </a:lnTo>
                <a:lnTo>
                  <a:pt x="99" y="1395"/>
                </a:lnTo>
                <a:cubicBezTo>
                  <a:pt x="27" y="1437"/>
                  <a:pt x="2" y="1530"/>
                  <a:pt x="42" y="1603"/>
                </a:cubicBezTo>
                <a:cubicBezTo>
                  <a:pt x="85" y="1675"/>
                  <a:pt x="178" y="1700"/>
                  <a:pt x="250" y="1659"/>
                </a:cubicBezTo>
                <a:lnTo>
                  <a:pt x="767" y="1361"/>
                </a:lnTo>
                <a:cubicBezTo>
                  <a:pt x="802" y="1338"/>
                  <a:pt x="825" y="1307"/>
                  <a:pt x="835" y="1271"/>
                </a:cubicBezTo>
                <a:close/>
                <a:moveTo>
                  <a:pt x="7251" y="379"/>
                </a:moveTo>
                <a:lnTo>
                  <a:pt x="7237" y="379"/>
                </a:lnTo>
                <a:cubicBezTo>
                  <a:pt x="7235" y="379"/>
                  <a:pt x="7233" y="379"/>
                  <a:pt x="7231" y="379"/>
                </a:cubicBezTo>
                <a:cubicBezTo>
                  <a:pt x="7229" y="379"/>
                  <a:pt x="7228" y="379"/>
                  <a:pt x="7226" y="379"/>
                </a:cubicBezTo>
                <a:cubicBezTo>
                  <a:pt x="7189" y="379"/>
                  <a:pt x="7154" y="383"/>
                  <a:pt x="7120" y="395"/>
                </a:cubicBezTo>
                <a:cubicBezTo>
                  <a:pt x="7087" y="405"/>
                  <a:pt x="7057" y="423"/>
                  <a:pt x="7034" y="451"/>
                </a:cubicBezTo>
                <a:lnTo>
                  <a:pt x="7034" y="451"/>
                </a:lnTo>
                <a:lnTo>
                  <a:pt x="7034" y="451"/>
                </a:lnTo>
                <a:lnTo>
                  <a:pt x="7034" y="451"/>
                </a:lnTo>
                <a:cubicBezTo>
                  <a:pt x="7009" y="478"/>
                  <a:pt x="6993" y="511"/>
                  <a:pt x="6985" y="546"/>
                </a:cubicBezTo>
                <a:cubicBezTo>
                  <a:pt x="6974" y="583"/>
                  <a:pt x="6970" y="624"/>
                  <a:pt x="6970" y="672"/>
                </a:cubicBezTo>
                <a:lnTo>
                  <a:pt x="6970" y="763"/>
                </a:lnTo>
                <a:lnTo>
                  <a:pt x="6870" y="763"/>
                </a:lnTo>
                <a:cubicBezTo>
                  <a:pt x="6835" y="763"/>
                  <a:pt x="6807" y="791"/>
                  <a:pt x="6807" y="825"/>
                </a:cubicBezTo>
                <a:cubicBezTo>
                  <a:pt x="6807" y="842"/>
                  <a:pt x="6814" y="860"/>
                  <a:pt x="6824" y="872"/>
                </a:cubicBezTo>
                <a:cubicBezTo>
                  <a:pt x="6836" y="885"/>
                  <a:pt x="6852" y="892"/>
                  <a:pt x="6870" y="894"/>
                </a:cubicBezTo>
                <a:lnTo>
                  <a:pt x="6970" y="894"/>
                </a:lnTo>
                <a:lnTo>
                  <a:pt x="6970" y="1634"/>
                </a:lnTo>
                <a:lnTo>
                  <a:pt x="6970" y="1636"/>
                </a:lnTo>
                <a:cubicBezTo>
                  <a:pt x="6970" y="1654"/>
                  <a:pt x="6977" y="1670"/>
                  <a:pt x="6990" y="1682"/>
                </a:cubicBezTo>
                <a:cubicBezTo>
                  <a:pt x="7002" y="1693"/>
                  <a:pt x="7018" y="1700"/>
                  <a:pt x="7036" y="1700"/>
                </a:cubicBezTo>
                <a:cubicBezTo>
                  <a:pt x="7069" y="1700"/>
                  <a:pt x="7097" y="1671"/>
                  <a:pt x="7097" y="1636"/>
                </a:cubicBezTo>
                <a:lnTo>
                  <a:pt x="7097" y="894"/>
                </a:lnTo>
                <a:lnTo>
                  <a:pt x="7205" y="894"/>
                </a:lnTo>
                <a:cubicBezTo>
                  <a:pt x="7222" y="892"/>
                  <a:pt x="7238" y="885"/>
                  <a:pt x="7251" y="874"/>
                </a:cubicBezTo>
                <a:cubicBezTo>
                  <a:pt x="7263" y="862"/>
                  <a:pt x="7270" y="846"/>
                  <a:pt x="7270" y="828"/>
                </a:cubicBezTo>
                <a:lnTo>
                  <a:pt x="7270" y="827"/>
                </a:lnTo>
                <a:cubicBezTo>
                  <a:pt x="7270" y="793"/>
                  <a:pt x="7242" y="765"/>
                  <a:pt x="7207" y="765"/>
                </a:cubicBezTo>
                <a:lnTo>
                  <a:pt x="7097" y="765"/>
                </a:lnTo>
                <a:lnTo>
                  <a:pt x="7097" y="673"/>
                </a:lnTo>
                <a:cubicBezTo>
                  <a:pt x="7097" y="633"/>
                  <a:pt x="7103" y="603"/>
                  <a:pt x="7108" y="582"/>
                </a:cubicBezTo>
                <a:cubicBezTo>
                  <a:pt x="7113" y="561"/>
                  <a:pt x="7122" y="546"/>
                  <a:pt x="7129" y="538"/>
                </a:cubicBezTo>
                <a:cubicBezTo>
                  <a:pt x="7136" y="531"/>
                  <a:pt x="7145" y="524"/>
                  <a:pt x="7161" y="518"/>
                </a:cubicBezTo>
                <a:cubicBezTo>
                  <a:pt x="7177" y="513"/>
                  <a:pt x="7196" y="509"/>
                  <a:pt x="7224" y="509"/>
                </a:cubicBezTo>
                <a:lnTo>
                  <a:pt x="7228" y="509"/>
                </a:lnTo>
                <a:cubicBezTo>
                  <a:pt x="7229" y="509"/>
                  <a:pt x="7231" y="509"/>
                  <a:pt x="7233" y="509"/>
                </a:cubicBezTo>
                <a:cubicBezTo>
                  <a:pt x="7235" y="509"/>
                  <a:pt x="7237" y="509"/>
                  <a:pt x="7238" y="509"/>
                </a:cubicBezTo>
                <a:lnTo>
                  <a:pt x="7247" y="509"/>
                </a:lnTo>
                <a:lnTo>
                  <a:pt x="7252" y="509"/>
                </a:lnTo>
                <a:cubicBezTo>
                  <a:pt x="7288" y="509"/>
                  <a:pt x="7318" y="481"/>
                  <a:pt x="7318" y="444"/>
                </a:cubicBezTo>
                <a:cubicBezTo>
                  <a:pt x="7314" y="409"/>
                  <a:pt x="7286" y="379"/>
                  <a:pt x="7251" y="379"/>
                </a:cubicBezTo>
                <a:close/>
                <a:moveTo>
                  <a:pt x="9482" y="862"/>
                </a:moveTo>
                <a:cubicBezTo>
                  <a:pt x="9494" y="850"/>
                  <a:pt x="9501" y="832"/>
                  <a:pt x="9501" y="816"/>
                </a:cubicBezTo>
                <a:cubicBezTo>
                  <a:pt x="9501" y="800"/>
                  <a:pt x="9494" y="784"/>
                  <a:pt x="9482" y="772"/>
                </a:cubicBezTo>
                <a:lnTo>
                  <a:pt x="9482" y="772"/>
                </a:lnTo>
                <a:lnTo>
                  <a:pt x="9482" y="772"/>
                </a:lnTo>
                <a:lnTo>
                  <a:pt x="9482" y="772"/>
                </a:lnTo>
                <a:lnTo>
                  <a:pt x="9482" y="772"/>
                </a:lnTo>
                <a:cubicBezTo>
                  <a:pt x="9469" y="760"/>
                  <a:pt x="9454" y="753"/>
                  <a:pt x="9438" y="753"/>
                </a:cubicBezTo>
                <a:cubicBezTo>
                  <a:pt x="9423" y="753"/>
                  <a:pt x="9406" y="760"/>
                  <a:pt x="9393" y="772"/>
                </a:cubicBezTo>
                <a:lnTo>
                  <a:pt x="8895" y="1256"/>
                </a:lnTo>
                <a:lnTo>
                  <a:pt x="8895" y="441"/>
                </a:lnTo>
                <a:cubicBezTo>
                  <a:pt x="8895" y="405"/>
                  <a:pt x="8865" y="377"/>
                  <a:pt x="8830" y="377"/>
                </a:cubicBezTo>
                <a:cubicBezTo>
                  <a:pt x="8812" y="377"/>
                  <a:pt x="8796" y="384"/>
                  <a:pt x="8785" y="397"/>
                </a:cubicBezTo>
                <a:cubicBezTo>
                  <a:pt x="8775" y="407"/>
                  <a:pt x="8766" y="425"/>
                  <a:pt x="8766" y="441"/>
                </a:cubicBezTo>
                <a:lnTo>
                  <a:pt x="8766" y="1634"/>
                </a:lnTo>
                <a:cubicBezTo>
                  <a:pt x="8766" y="1652"/>
                  <a:pt x="8773" y="1668"/>
                  <a:pt x="8785" y="1679"/>
                </a:cubicBezTo>
                <a:cubicBezTo>
                  <a:pt x="8796" y="1689"/>
                  <a:pt x="8814" y="1698"/>
                  <a:pt x="8830" y="1698"/>
                </a:cubicBezTo>
                <a:cubicBezTo>
                  <a:pt x="8867" y="1698"/>
                  <a:pt x="8895" y="1670"/>
                  <a:pt x="8895" y="1634"/>
                </a:cubicBezTo>
                <a:lnTo>
                  <a:pt x="8895" y="1437"/>
                </a:lnTo>
                <a:lnTo>
                  <a:pt x="9057" y="1275"/>
                </a:lnTo>
                <a:lnTo>
                  <a:pt x="9388" y="1673"/>
                </a:lnTo>
                <a:cubicBezTo>
                  <a:pt x="9395" y="1682"/>
                  <a:pt x="9402" y="1690"/>
                  <a:pt x="9411" y="1693"/>
                </a:cubicBezTo>
                <a:cubicBezTo>
                  <a:pt x="9420" y="1697"/>
                  <a:pt x="9430" y="1698"/>
                  <a:pt x="9438" y="1698"/>
                </a:cubicBezTo>
                <a:cubicBezTo>
                  <a:pt x="9448" y="1698"/>
                  <a:pt x="9466" y="1696"/>
                  <a:pt x="9480" y="1684"/>
                </a:cubicBezTo>
                <a:lnTo>
                  <a:pt x="9480" y="1684"/>
                </a:lnTo>
                <a:lnTo>
                  <a:pt x="9480" y="1684"/>
                </a:lnTo>
                <a:cubicBezTo>
                  <a:pt x="9494" y="1671"/>
                  <a:pt x="9501" y="1654"/>
                  <a:pt x="9501" y="1636"/>
                </a:cubicBezTo>
                <a:cubicBezTo>
                  <a:pt x="9501" y="1622"/>
                  <a:pt x="9496" y="1606"/>
                  <a:pt x="9485" y="1594"/>
                </a:cubicBezTo>
                <a:lnTo>
                  <a:pt x="9485" y="1594"/>
                </a:lnTo>
                <a:lnTo>
                  <a:pt x="9149" y="1186"/>
                </a:lnTo>
                <a:lnTo>
                  <a:pt x="9482" y="862"/>
                </a:lnTo>
                <a:close/>
                <a:moveTo>
                  <a:pt x="8581" y="779"/>
                </a:moveTo>
                <a:cubicBezTo>
                  <a:pt x="8593" y="790"/>
                  <a:pt x="8600" y="807"/>
                  <a:pt x="8600" y="825"/>
                </a:cubicBezTo>
                <a:lnTo>
                  <a:pt x="8600" y="1633"/>
                </a:lnTo>
                <a:cubicBezTo>
                  <a:pt x="8600" y="1650"/>
                  <a:pt x="8593" y="1666"/>
                  <a:pt x="8581" y="1677"/>
                </a:cubicBezTo>
                <a:cubicBezTo>
                  <a:pt x="8569" y="1687"/>
                  <a:pt x="8553" y="1696"/>
                  <a:pt x="8537" y="1696"/>
                </a:cubicBezTo>
                <a:cubicBezTo>
                  <a:pt x="8519" y="1696"/>
                  <a:pt x="8504" y="1689"/>
                  <a:pt x="8493" y="1677"/>
                </a:cubicBezTo>
                <a:cubicBezTo>
                  <a:pt x="8481" y="1666"/>
                  <a:pt x="8474" y="1650"/>
                  <a:pt x="8474" y="1633"/>
                </a:cubicBezTo>
                <a:lnTo>
                  <a:pt x="8474" y="1553"/>
                </a:lnTo>
                <a:cubicBezTo>
                  <a:pt x="8394" y="1640"/>
                  <a:pt x="8281" y="1696"/>
                  <a:pt x="8156" y="1696"/>
                </a:cubicBezTo>
                <a:cubicBezTo>
                  <a:pt x="8033" y="1696"/>
                  <a:pt x="7920" y="1643"/>
                  <a:pt x="7841" y="1557"/>
                </a:cubicBezTo>
                <a:cubicBezTo>
                  <a:pt x="7760" y="1472"/>
                  <a:pt x="7712" y="1354"/>
                  <a:pt x="7712" y="1228"/>
                </a:cubicBezTo>
                <a:cubicBezTo>
                  <a:pt x="7712" y="1100"/>
                  <a:pt x="7762" y="983"/>
                  <a:pt x="7841" y="899"/>
                </a:cubicBezTo>
                <a:cubicBezTo>
                  <a:pt x="7920" y="814"/>
                  <a:pt x="8033" y="760"/>
                  <a:pt x="8156" y="760"/>
                </a:cubicBezTo>
                <a:cubicBezTo>
                  <a:pt x="8281" y="760"/>
                  <a:pt x="8394" y="814"/>
                  <a:pt x="8474" y="901"/>
                </a:cubicBezTo>
                <a:lnTo>
                  <a:pt x="8474" y="823"/>
                </a:lnTo>
                <a:cubicBezTo>
                  <a:pt x="8474" y="805"/>
                  <a:pt x="8481" y="790"/>
                  <a:pt x="8493" y="777"/>
                </a:cubicBezTo>
                <a:cubicBezTo>
                  <a:pt x="8505" y="767"/>
                  <a:pt x="8521" y="760"/>
                  <a:pt x="8537" y="760"/>
                </a:cubicBezTo>
                <a:cubicBezTo>
                  <a:pt x="8555" y="761"/>
                  <a:pt x="8570" y="768"/>
                  <a:pt x="8581" y="779"/>
                </a:cubicBezTo>
                <a:close/>
                <a:moveTo>
                  <a:pt x="8474" y="1230"/>
                </a:moveTo>
                <a:cubicBezTo>
                  <a:pt x="8474" y="1135"/>
                  <a:pt x="8437" y="1049"/>
                  <a:pt x="8380" y="987"/>
                </a:cubicBezTo>
                <a:cubicBezTo>
                  <a:pt x="8322" y="925"/>
                  <a:pt x="8243" y="888"/>
                  <a:pt x="8156" y="888"/>
                </a:cubicBezTo>
                <a:cubicBezTo>
                  <a:pt x="8070" y="888"/>
                  <a:pt x="7992" y="925"/>
                  <a:pt x="7933" y="987"/>
                </a:cubicBezTo>
                <a:cubicBezTo>
                  <a:pt x="7875" y="1049"/>
                  <a:pt x="7837" y="1135"/>
                  <a:pt x="7837" y="1230"/>
                </a:cubicBezTo>
                <a:cubicBezTo>
                  <a:pt x="7837" y="1324"/>
                  <a:pt x="7874" y="1411"/>
                  <a:pt x="7933" y="1472"/>
                </a:cubicBezTo>
                <a:cubicBezTo>
                  <a:pt x="7991" y="1534"/>
                  <a:pt x="8070" y="1571"/>
                  <a:pt x="8156" y="1571"/>
                </a:cubicBezTo>
                <a:cubicBezTo>
                  <a:pt x="8243" y="1571"/>
                  <a:pt x="8322" y="1534"/>
                  <a:pt x="8380" y="1472"/>
                </a:cubicBezTo>
                <a:cubicBezTo>
                  <a:pt x="8437" y="1409"/>
                  <a:pt x="8474" y="1324"/>
                  <a:pt x="8474" y="1230"/>
                </a:cubicBezTo>
                <a:close/>
                <a:moveTo>
                  <a:pt x="3348" y="1207"/>
                </a:moveTo>
                <a:cubicBezTo>
                  <a:pt x="3297" y="1183"/>
                  <a:pt x="3239" y="1165"/>
                  <a:pt x="3181" y="1146"/>
                </a:cubicBezTo>
                <a:cubicBezTo>
                  <a:pt x="3128" y="1128"/>
                  <a:pt x="3073" y="1112"/>
                  <a:pt x="3035" y="1091"/>
                </a:cubicBezTo>
                <a:cubicBezTo>
                  <a:pt x="3015" y="1080"/>
                  <a:pt x="2999" y="1070"/>
                  <a:pt x="2991" y="1057"/>
                </a:cubicBezTo>
                <a:cubicBezTo>
                  <a:pt x="2980" y="1045"/>
                  <a:pt x="2976" y="1033"/>
                  <a:pt x="2975" y="1015"/>
                </a:cubicBezTo>
                <a:cubicBezTo>
                  <a:pt x="2975" y="992"/>
                  <a:pt x="2982" y="973"/>
                  <a:pt x="2992" y="955"/>
                </a:cubicBezTo>
                <a:cubicBezTo>
                  <a:pt x="3010" y="931"/>
                  <a:pt x="3038" y="911"/>
                  <a:pt x="3072" y="899"/>
                </a:cubicBezTo>
                <a:cubicBezTo>
                  <a:pt x="3103" y="887"/>
                  <a:pt x="3137" y="879"/>
                  <a:pt x="3162" y="879"/>
                </a:cubicBezTo>
                <a:cubicBezTo>
                  <a:pt x="3234" y="879"/>
                  <a:pt x="3280" y="904"/>
                  <a:pt x="3315" y="929"/>
                </a:cubicBezTo>
                <a:cubicBezTo>
                  <a:pt x="3332" y="941"/>
                  <a:pt x="3347" y="954"/>
                  <a:pt x="3361" y="964"/>
                </a:cubicBezTo>
                <a:cubicBezTo>
                  <a:pt x="3368" y="969"/>
                  <a:pt x="3375" y="975"/>
                  <a:pt x="3382" y="978"/>
                </a:cubicBezTo>
                <a:cubicBezTo>
                  <a:pt x="3389" y="982"/>
                  <a:pt x="3398" y="985"/>
                  <a:pt x="3406" y="985"/>
                </a:cubicBezTo>
                <a:cubicBezTo>
                  <a:pt x="3412" y="985"/>
                  <a:pt x="3419" y="983"/>
                  <a:pt x="3424" y="982"/>
                </a:cubicBezTo>
                <a:cubicBezTo>
                  <a:pt x="3429" y="980"/>
                  <a:pt x="3435" y="976"/>
                  <a:pt x="3440" y="971"/>
                </a:cubicBezTo>
                <a:cubicBezTo>
                  <a:pt x="3445" y="968"/>
                  <a:pt x="3449" y="962"/>
                  <a:pt x="3452" y="955"/>
                </a:cubicBezTo>
                <a:cubicBezTo>
                  <a:pt x="3454" y="950"/>
                  <a:pt x="3456" y="943"/>
                  <a:pt x="3456" y="938"/>
                </a:cubicBezTo>
                <a:cubicBezTo>
                  <a:pt x="3456" y="927"/>
                  <a:pt x="3452" y="916"/>
                  <a:pt x="3447" y="906"/>
                </a:cubicBezTo>
                <a:cubicBezTo>
                  <a:pt x="3438" y="888"/>
                  <a:pt x="3422" y="872"/>
                  <a:pt x="3403" y="855"/>
                </a:cubicBezTo>
                <a:cubicBezTo>
                  <a:pt x="3375" y="830"/>
                  <a:pt x="3337" y="805"/>
                  <a:pt x="3297" y="788"/>
                </a:cubicBezTo>
                <a:cubicBezTo>
                  <a:pt x="3256" y="770"/>
                  <a:pt x="3214" y="758"/>
                  <a:pt x="3174" y="758"/>
                </a:cubicBezTo>
                <a:cubicBezTo>
                  <a:pt x="3079" y="758"/>
                  <a:pt x="3001" y="779"/>
                  <a:pt x="2943" y="820"/>
                </a:cubicBezTo>
                <a:cubicBezTo>
                  <a:pt x="2913" y="841"/>
                  <a:pt x="2887" y="864"/>
                  <a:pt x="2869" y="894"/>
                </a:cubicBezTo>
                <a:cubicBezTo>
                  <a:pt x="2850" y="925"/>
                  <a:pt x="2839" y="964"/>
                  <a:pt x="2839" y="1013"/>
                </a:cubicBezTo>
                <a:cubicBezTo>
                  <a:pt x="2839" y="1015"/>
                  <a:pt x="2839" y="1019"/>
                  <a:pt x="2839" y="1020"/>
                </a:cubicBezTo>
                <a:cubicBezTo>
                  <a:pt x="2839" y="1070"/>
                  <a:pt x="2855" y="1109"/>
                  <a:pt x="2880" y="1140"/>
                </a:cubicBezTo>
                <a:cubicBezTo>
                  <a:pt x="2917" y="1188"/>
                  <a:pt x="2973" y="1215"/>
                  <a:pt x="3028" y="1235"/>
                </a:cubicBezTo>
                <a:cubicBezTo>
                  <a:pt x="3082" y="1254"/>
                  <a:pt x="3137" y="1266"/>
                  <a:pt x="3170" y="1279"/>
                </a:cubicBezTo>
                <a:cubicBezTo>
                  <a:pt x="3218" y="1294"/>
                  <a:pt x="3271" y="1312"/>
                  <a:pt x="3308" y="1335"/>
                </a:cubicBezTo>
                <a:cubicBezTo>
                  <a:pt x="3327" y="1347"/>
                  <a:pt x="3341" y="1360"/>
                  <a:pt x="3352" y="1374"/>
                </a:cubicBezTo>
                <a:cubicBezTo>
                  <a:pt x="3362" y="1388"/>
                  <a:pt x="3368" y="1404"/>
                  <a:pt x="3368" y="1421"/>
                </a:cubicBezTo>
                <a:lnTo>
                  <a:pt x="3368" y="1423"/>
                </a:lnTo>
                <a:cubicBezTo>
                  <a:pt x="3368" y="1449"/>
                  <a:pt x="3359" y="1471"/>
                  <a:pt x="3347" y="1490"/>
                </a:cubicBezTo>
                <a:cubicBezTo>
                  <a:pt x="3327" y="1516"/>
                  <a:pt x="3294" y="1538"/>
                  <a:pt x="3258" y="1550"/>
                </a:cubicBezTo>
                <a:cubicBezTo>
                  <a:pt x="3223" y="1562"/>
                  <a:pt x="3188" y="1568"/>
                  <a:pt x="3163" y="1568"/>
                </a:cubicBezTo>
                <a:cubicBezTo>
                  <a:pt x="3080" y="1568"/>
                  <a:pt x="3026" y="1548"/>
                  <a:pt x="2985" y="1527"/>
                </a:cubicBezTo>
                <a:cubicBezTo>
                  <a:pt x="2966" y="1516"/>
                  <a:pt x="2948" y="1508"/>
                  <a:pt x="2934" y="1499"/>
                </a:cubicBezTo>
                <a:cubicBezTo>
                  <a:pt x="2927" y="1495"/>
                  <a:pt x="2920" y="1492"/>
                  <a:pt x="2913" y="1488"/>
                </a:cubicBezTo>
                <a:cubicBezTo>
                  <a:pt x="2906" y="1485"/>
                  <a:pt x="2899" y="1483"/>
                  <a:pt x="2890" y="1483"/>
                </a:cubicBezTo>
                <a:cubicBezTo>
                  <a:pt x="2885" y="1483"/>
                  <a:pt x="2880" y="1483"/>
                  <a:pt x="2874" y="1486"/>
                </a:cubicBezTo>
                <a:cubicBezTo>
                  <a:pt x="2869" y="1488"/>
                  <a:pt x="2864" y="1492"/>
                  <a:pt x="2860" y="1495"/>
                </a:cubicBezTo>
                <a:cubicBezTo>
                  <a:pt x="2855" y="1501"/>
                  <a:pt x="2850" y="1506"/>
                  <a:pt x="2846" y="1513"/>
                </a:cubicBezTo>
                <a:cubicBezTo>
                  <a:pt x="2843" y="1520"/>
                  <a:pt x="2841" y="1527"/>
                  <a:pt x="2841" y="1534"/>
                </a:cubicBezTo>
                <a:cubicBezTo>
                  <a:pt x="2841" y="1546"/>
                  <a:pt x="2846" y="1559"/>
                  <a:pt x="2851" y="1568"/>
                </a:cubicBezTo>
                <a:cubicBezTo>
                  <a:pt x="2862" y="1582"/>
                  <a:pt x="2878" y="1596"/>
                  <a:pt x="2895" y="1610"/>
                </a:cubicBezTo>
                <a:cubicBezTo>
                  <a:pt x="2915" y="1622"/>
                  <a:pt x="2938" y="1636"/>
                  <a:pt x="2966" y="1649"/>
                </a:cubicBezTo>
                <a:cubicBezTo>
                  <a:pt x="3026" y="1677"/>
                  <a:pt x="3103" y="1691"/>
                  <a:pt x="3162" y="1693"/>
                </a:cubicBezTo>
                <a:lnTo>
                  <a:pt x="3162" y="1693"/>
                </a:lnTo>
                <a:cubicBezTo>
                  <a:pt x="3253" y="1693"/>
                  <a:pt x="3331" y="1671"/>
                  <a:pt x="3398" y="1622"/>
                </a:cubicBezTo>
                <a:lnTo>
                  <a:pt x="3398" y="1622"/>
                </a:lnTo>
                <a:lnTo>
                  <a:pt x="3398" y="1622"/>
                </a:lnTo>
                <a:cubicBezTo>
                  <a:pt x="3463" y="1573"/>
                  <a:pt x="3503" y="1501"/>
                  <a:pt x="3503" y="1419"/>
                </a:cubicBezTo>
                <a:cubicBezTo>
                  <a:pt x="3503" y="1375"/>
                  <a:pt x="3493" y="1337"/>
                  <a:pt x="3475" y="1305"/>
                </a:cubicBezTo>
                <a:cubicBezTo>
                  <a:pt x="3445" y="1261"/>
                  <a:pt x="3399" y="1232"/>
                  <a:pt x="3348" y="1207"/>
                </a:cubicBezTo>
                <a:close/>
                <a:moveTo>
                  <a:pt x="7513" y="377"/>
                </a:moveTo>
                <a:cubicBezTo>
                  <a:pt x="7496" y="377"/>
                  <a:pt x="7480" y="384"/>
                  <a:pt x="7469" y="397"/>
                </a:cubicBezTo>
                <a:cubicBezTo>
                  <a:pt x="7457" y="407"/>
                  <a:pt x="7450" y="425"/>
                  <a:pt x="7450" y="441"/>
                </a:cubicBezTo>
                <a:lnTo>
                  <a:pt x="7450" y="1634"/>
                </a:lnTo>
                <a:cubicBezTo>
                  <a:pt x="7450" y="1652"/>
                  <a:pt x="7457" y="1668"/>
                  <a:pt x="7469" y="1679"/>
                </a:cubicBezTo>
                <a:cubicBezTo>
                  <a:pt x="7481" y="1689"/>
                  <a:pt x="7497" y="1698"/>
                  <a:pt x="7513" y="1698"/>
                </a:cubicBezTo>
                <a:cubicBezTo>
                  <a:pt x="7550" y="1698"/>
                  <a:pt x="7578" y="1670"/>
                  <a:pt x="7578" y="1634"/>
                </a:cubicBezTo>
                <a:lnTo>
                  <a:pt x="7578" y="441"/>
                </a:lnTo>
                <a:cubicBezTo>
                  <a:pt x="7578" y="405"/>
                  <a:pt x="7548" y="377"/>
                  <a:pt x="7513" y="377"/>
                </a:cubicBezTo>
                <a:close/>
                <a:moveTo>
                  <a:pt x="10445" y="1200"/>
                </a:moveTo>
                <a:lnTo>
                  <a:pt x="10445" y="1207"/>
                </a:lnTo>
                <a:cubicBezTo>
                  <a:pt x="10445" y="1225"/>
                  <a:pt x="10438" y="1241"/>
                  <a:pt x="10426" y="1250"/>
                </a:cubicBezTo>
                <a:cubicBezTo>
                  <a:pt x="10414" y="1261"/>
                  <a:pt x="10398" y="1266"/>
                  <a:pt x="10382" y="1266"/>
                </a:cubicBezTo>
                <a:lnTo>
                  <a:pt x="9667" y="1266"/>
                </a:lnTo>
                <a:cubicBezTo>
                  <a:pt x="9684" y="1441"/>
                  <a:pt x="9823" y="1569"/>
                  <a:pt x="9991" y="1571"/>
                </a:cubicBezTo>
                <a:lnTo>
                  <a:pt x="10033" y="1571"/>
                </a:lnTo>
                <a:cubicBezTo>
                  <a:pt x="10088" y="1571"/>
                  <a:pt x="10142" y="1552"/>
                  <a:pt x="10188" y="1520"/>
                </a:cubicBezTo>
                <a:cubicBezTo>
                  <a:pt x="10236" y="1488"/>
                  <a:pt x="10276" y="1446"/>
                  <a:pt x="10305" y="1397"/>
                </a:cubicBezTo>
                <a:cubicBezTo>
                  <a:pt x="10310" y="1386"/>
                  <a:pt x="10319" y="1380"/>
                  <a:pt x="10327" y="1374"/>
                </a:cubicBezTo>
                <a:cubicBezTo>
                  <a:pt x="10336" y="1369"/>
                  <a:pt x="10347" y="1367"/>
                  <a:pt x="10357" y="1367"/>
                </a:cubicBezTo>
                <a:cubicBezTo>
                  <a:pt x="10368" y="1367"/>
                  <a:pt x="10380" y="1370"/>
                  <a:pt x="10389" y="1375"/>
                </a:cubicBezTo>
                <a:lnTo>
                  <a:pt x="10389" y="1375"/>
                </a:lnTo>
                <a:lnTo>
                  <a:pt x="10389" y="1375"/>
                </a:lnTo>
                <a:cubicBezTo>
                  <a:pt x="10407" y="1388"/>
                  <a:pt x="10419" y="1409"/>
                  <a:pt x="10419" y="1430"/>
                </a:cubicBezTo>
                <a:cubicBezTo>
                  <a:pt x="10419" y="1441"/>
                  <a:pt x="10416" y="1453"/>
                  <a:pt x="10410" y="1464"/>
                </a:cubicBezTo>
                <a:lnTo>
                  <a:pt x="10410" y="1464"/>
                </a:lnTo>
                <a:lnTo>
                  <a:pt x="10410" y="1464"/>
                </a:lnTo>
                <a:cubicBezTo>
                  <a:pt x="10370" y="1527"/>
                  <a:pt x="10315" y="1585"/>
                  <a:pt x="10252" y="1627"/>
                </a:cubicBezTo>
                <a:cubicBezTo>
                  <a:pt x="10186" y="1670"/>
                  <a:pt x="10112" y="1696"/>
                  <a:pt x="10031" y="1696"/>
                </a:cubicBezTo>
                <a:lnTo>
                  <a:pt x="9989" y="1696"/>
                </a:lnTo>
                <a:cubicBezTo>
                  <a:pt x="9864" y="1696"/>
                  <a:pt x="9749" y="1642"/>
                  <a:pt x="9668" y="1557"/>
                </a:cubicBezTo>
                <a:cubicBezTo>
                  <a:pt x="9587" y="1472"/>
                  <a:pt x="9536" y="1356"/>
                  <a:pt x="9536" y="1230"/>
                </a:cubicBezTo>
                <a:cubicBezTo>
                  <a:pt x="9536" y="1100"/>
                  <a:pt x="9587" y="983"/>
                  <a:pt x="9668" y="897"/>
                </a:cubicBezTo>
                <a:cubicBezTo>
                  <a:pt x="9751" y="813"/>
                  <a:pt x="9864" y="760"/>
                  <a:pt x="9991" y="760"/>
                </a:cubicBezTo>
                <a:cubicBezTo>
                  <a:pt x="10112" y="760"/>
                  <a:pt x="10220" y="807"/>
                  <a:pt x="10301" y="887"/>
                </a:cubicBezTo>
                <a:cubicBezTo>
                  <a:pt x="10382" y="966"/>
                  <a:pt x="10435" y="1075"/>
                  <a:pt x="10445" y="1200"/>
                </a:cubicBezTo>
                <a:close/>
                <a:moveTo>
                  <a:pt x="10305" y="1139"/>
                </a:moveTo>
                <a:cubicBezTo>
                  <a:pt x="10268" y="992"/>
                  <a:pt x="10139" y="887"/>
                  <a:pt x="9993" y="887"/>
                </a:cubicBezTo>
                <a:cubicBezTo>
                  <a:pt x="9841" y="887"/>
                  <a:pt x="9714" y="989"/>
                  <a:pt x="9675" y="1139"/>
                </a:cubicBezTo>
                <a:lnTo>
                  <a:pt x="10305" y="1139"/>
                </a:lnTo>
                <a:close/>
                <a:moveTo>
                  <a:pt x="4027" y="763"/>
                </a:moveTo>
                <a:cubicBezTo>
                  <a:pt x="3926" y="763"/>
                  <a:pt x="3836" y="802"/>
                  <a:pt x="3768" y="864"/>
                </a:cubicBezTo>
                <a:lnTo>
                  <a:pt x="3768" y="827"/>
                </a:lnTo>
                <a:cubicBezTo>
                  <a:pt x="3768" y="809"/>
                  <a:pt x="3761" y="793"/>
                  <a:pt x="3750" y="783"/>
                </a:cubicBezTo>
                <a:cubicBezTo>
                  <a:pt x="3740" y="770"/>
                  <a:pt x="3724" y="763"/>
                  <a:pt x="3706" y="763"/>
                </a:cubicBezTo>
                <a:cubicBezTo>
                  <a:pt x="3688" y="763"/>
                  <a:pt x="3670" y="770"/>
                  <a:pt x="3660" y="783"/>
                </a:cubicBezTo>
                <a:cubicBezTo>
                  <a:pt x="3649" y="795"/>
                  <a:pt x="3643" y="811"/>
                  <a:pt x="3643" y="827"/>
                </a:cubicBezTo>
                <a:lnTo>
                  <a:pt x="3643" y="1652"/>
                </a:lnTo>
                <a:lnTo>
                  <a:pt x="3644" y="1654"/>
                </a:lnTo>
                <a:lnTo>
                  <a:pt x="3644" y="1654"/>
                </a:lnTo>
                <a:cubicBezTo>
                  <a:pt x="3644" y="1657"/>
                  <a:pt x="3646" y="1659"/>
                  <a:pt x="3648" y="1663"/>
                </a:cubicBezTo>
                <a:cubicBezTo>
                  <a:pt x="3657" y="1679"/>
                  <a:pt x="3671" y="1689"/>
                  <a:pt x="3688" y="1694"/>
                </a:cubicBezTo>
                <a:lnTo>
                  <a:pt x="3690" y="1694"/>
                </a:lnTo>
                <a:lnTo>
                  <a:pt x="3704" y="1694"/>
                </a:lnTo>
                <a:cubicBezTo>
                  <a:pt x="3713" y="1694"/>
                  <a:pt x="3722" y="1693"/>
                  <a:pt x="3731" y="1689"/>
                </a:cubicBezTo>
                <a:cubicBezTo>
                  <a:pt x="3738" y="1686"/>
                  <a:pt x="3745" y="1680"/>
                  <a:pt x="3750" y="1673"/>
                </a:cubicBezTo>
                <a:lnTo>
                  <a:pt x="3750" y="1673"/>
                </a:lnTo>
                <a:cubicBezTo>
                  <a:pt x="3750" y="1673"/>
                  <a:pt x="3750" y="1671"/>
                  <a:pt x="3752" y="1671"/>
                </a:cubicBezTo>
                <a:lnTo>
                  <a:pt x="3752" y="1671"/>
                </a:lnTo>
                <a:cubicBezTo>
                  <a:pt x="3755" y="1668"/>
                  <a:pt x="3759" y="1663"/>
                  <a:pt x="3761" y="1659"/>
                </a:cubicBezTo>
                <a:cubicBezTo>
                  <a:pt x="3762" y="1654"/>
                  <a:pt x="3764" y="1650"/>
                  <a:pt x="3764" y="1645"/>
                </a:cubicBezTo>
                <a:lnTo>
                  <a:pt x="3764" y="1643"/>
                </a:lnTo>
                <a:lnTo>
                  <a:pt x="3764" y="1147"/>
                </a:lnTo>
                <a:cubicBezTo>
                  <a:pt x="3766" y="1077"/>
                  <a:pt x="3796" y="1012"/>
                  <a:pt x="3842" y="966"/>
                </a:cubicBezTo>
                <a:cubicBezTo>
                  <a:pt x="3888" y="920"/>
                  <a:pt x="3953" y="890"/>
                  <a:pt x="4023" y="890"/>
                </a:cubicBezTo>
                <a:cubicBezTo>
                  <a:pt x="4095" y="890"/>
                  <a:pt x="4159" y="918"/>
                  <a:pt x="4205" y="966"/>
                </a:cubicBezTo>
                <a:cubicBezTo>
                  <a:pt x="4251" y="1012"/>
                  <a:pt x="4279" y="1077"/>
                  <a:pt x="4279" y="1147"/>
                </a:cubicBezTo>
                <a:lnTo>
                  <a:pt x="4279" y="1634"/>
                </a:lnTo>
                <a:cubicBezTo>
                  <a:pt x="4279" y="1652"/>
                  <a:pt x="4286" y="1668"/>
                  <a:pt x="4298" y="1680"/>
                </a:cubicBezTo>
                <a:cubicBezTo>
                  <a:pt x="4310" y="1691"/>
                  <a:pt x="4326" y="1698"/>
                  <a:pt x="4342" y="1698"/>
                </a:cubicBezTo>
                <a:cubicBezTo>
                  <a:pt x="4360" y="1698"/>
                  <a:pt x="4376" y="1691"/>
                  <a:pt x="4386" y="1680"/>
                </a:cubicBezTo>
                <a:cubicBezTo>
                  <a:pt x="4399" y="1670"/>
                  <a:pt x="4406" y="1652"/>
                  <a:pt x="4406" y="1634"/>
                </a:cubicBezTo>
                <a:lnTo>
                  <a:pt x="4406" y="1147"/>
                </a:lnTo>
                <a:cubicBezTo>
                  <a:pt x="4413" y="936"/>
                  <a:pt x="4240" y="763"/>
                  <a:pt x="4027" y="763"/>
                </a:cubicBezTo>
                <a:close/>
                <a:moveTo>
                  <a:pt x="5294" y="901"/>
                </a:moveTo>
                <a:cubicBezTo>
                  <a:pt x="5375" y="985"/>
                  <a:pt x="5421" y="1103"/>
                  <a:pt x="5423" y="1230"/>
                </a:cubicBezTo>
                <a:cubicBezTo>
                  <a:pt x="5423" y="1356"/>
                  <a:pt x="5375" y="1472"/>
                  <a:pt x="5294" y="1559"/>
                </a:cubicBezTo>
                <a:cubicBezTo>
                  <a:pt x="5214" y="1643"/>
                  <a:pt x="5101" y="1698"/>
                  <a:pt x="4978" y="1698"/>
                </a:cubicBezTo>
                <a:cubicBezTo>
                  <a:pt x="4854" y="1698"/>
                  <a:pt x="4744" y="1644"/>
                  <a:pt x="4663" y="1559"/>
                </a:cubicBezTo>
                <a:cubicBezTo>
                  <a:pt x="4582" y="1475"/>
                  <a:pt x="4533" y="1356"/>
                  <a:pt x="4533" y="1230"/>
                </a:cubicBezTo>
                <a:cubicBezTo>
                  <a:pt x="4533" y="1103"/>
                  <a:pt x="4582" y="987"/>
                  <a:pt x="4663" y="901"/>
                </a:cubicBezTo>
                <a:cubicBezTo>
                  <a:pt x="4742" y="816"/>
                  <a:pt x="4855" y="761"/>
                  <a:pt x="4978" y="761"/>
                </a:cubicBezTo>
                <a:cubicBezTo>
                  <a:pt x="5103" y="761"/>
                  <a:pt x="5214" y="816"/>
                  <a:pt x="5294" y="901"/>
                </a:cubicBezTo>
                <a:close/>
                <a:moveTo>
                  <a:pt x="5296" y="1230"/>
                </a:moveTo>
                <a:cubicBezTo>
                  <a:pt x="5296" y="1135"/>
                  <a:pt x="5258" y="1049"/>
                  <a:pt x="5200" y="987"/>
                </a:cubicBezTo>
                <a:cubicBezTo>
                  <a:pt x="5141" y="925"/>
                  <a:pt x="5063" y="887"/>
                  <a:pt x="4978" y="887"/>
                </a:cubicBezTo>
                <a:cubicBezTo>
                  <a:pt x="4892" y="887"/>
                  <a:pt x="4813" y="925"/>
                  <a:pt x="4755" y="987"/>
                </a:cubicBezTo>
                <a:cubicBezTo>
                  <a:pt x="4696" y="1049"/>
                  <a:pt x="4659" y="1135"/>
                  <a:pt x="4659" y="1230"/>
                </a:cubicBezTo>
                <a:cubicBezTo>
                  <a:pt x="4659" y="1324"/>
                  <a:pt x="4696" y="1410"/>
                  <a:pt x="4755" y="1471"/>
                </a:cubicBezTo>
                <a:cubicBezTo>
                  <a:pt x="4813" y="1533"/>
                  <a:pt x="4892" y="1569"/>
                  <a:pt x="4978" y="1569"/>
                </a:cubicBezTo>
                <a:cubicBezTo>
                  <a:pt x="5065" y="1569"/>
                  <a:pt x="5144" y="1532"/>
                  <a:pt x="5200" y="1471"/>
                </a:cubicBezTo>
                <a:cubicBezTo>
                  <a:pt x="5259" y="1409"/>
                  <a:pt x="5296" y="1324"/>
                  <a:pt x="5296" y="1230"/>
                </a:cubicBezTo>
                <a:close/>
                <a:moveTo>
                  <a:pt x="6671" y="768"/>
                </a:moveTo>
                <a:lnTo>
                  <a:pt x="6671" y="768"/>
                </a:lnTo>
                <a:cubicBezTo>
                  <a:pt x="6669" y="768"/>
                  <a:pt x="6669" y="768"/>
                  <a:pt x="6671" y="768"/>
                </a:cubicBezTo>
                <a:cubicBezTo>
                  <a:pt x="6662" y="765"/>
                  <a:pt x="6655" y="763"/>
                  <a:pt x="6648" y="763"/>
                </a:cubicBezTo>
                <a:cubicBezTo>
                  <a:pt x="6636" y="763"/>
                  <a:pt x="6624" y="767"/>
                  <a:pt x="6613" y="774"/>
                </a:cubicBezTo>
                <a:cubicBezTo>
                  <a:pt x="6603" y="781"/>
                  <a:pt x="6593" y="790"/>
                  <a:pt x="6588" y="802"/>
                </a:cubicBezTo>
                <a:lnTo>
                  <a:pt x="6588" y="802"/>
                </a:lnTo>
                <a:lnTo>
                  <a:pt x="6345" y="1467"/>
                </a:lnTo>
                <a:lnTo>
                  <a:pt x="6158" y="1022"/>
                </a:lnTo>
                <a:lnTo>
                  <a:pt x="6158" y="1022"/>
                </a:lnTo>
                <a:cubicBezTo>
                  <a:pt x="6153" y="1010"/>
                  <a:pt x="6144" y="999"/>
                  <a:pt x="6133" y="994"/>
                </a:cubicBezTo>
                <a:cubicBezTo>
                  <a:pt x="6123" y="987"/>
                  <a:pt x="6110" y="983"/>
                  <a:pt x="6096" y="983"/>
                </a:cubicBezTo>
                <a:cubicBezTo>
                  <a:pt x="6084" y="983"/>
                  <a:pt x="6072" y="987"/>
                  <a:pt x="6061" y="994"/>
                </a:cubicBezTo>
                <a:cubicBezTo>
                  <a:pt x="6051" y="1001"/>
                  <a:pt x="6042" y="1010"/>
                  <a:pt x="6036" y="1022"/>
                </a:cubicBezTo>
                <a:lnTo>
                  <a:pt x="6036" y="1022"/>
                </a:lnTo>
                <a:lnTo>
                  <a:pt x="5848" y="1467"/>
                </a:lnTo>
                <a:lnTo>
                  <a:pt x="5603" y="802"/>
                </a:lnTo>
                <a:lnTo>
                  <a:pt x="5603" y="802"/>
                </a:lnTo>
                <a:cubicBezTo>
                  <a:pt x="5599" y="790"/>
                  <a:pt x="5591" y="779"/>
                  <a:pt x="5580" y="772"/>
                </a:cubicBezTo>
                <a:cubicBezTo>
                  <a:pt x="5569" y="765"/>
                  <a:pt x="5557" y="761"/>
                  <a:pt x="5545" y="761"/>
                </a:cubicBezTo>
                <a:cubicBezTo>
                  <a:pt x="5536" y="761"/>
                  <a:pt x="5529" y="763"/>
                  <a:pt x="5520" y="767"/>
                </a:cubicBezTo>
                <a:lnTo>
                  <a:pt x="5520" y="767"/>
                </a:lnTo>
                <a:lnTo>
                  <a:pt x="5520" y="767"/>
                </a:lnTo>
                <a:cubicBezTo>
                  <a:pt x="5497" y="777"/>
                  <a:pt x="5483" y="800"/>
                  <a:pt x="5483" y="825"/>
                </a:cubicBezTo>
                <a:cubicBezTo>
                  <a:pt x="5483" y="832"/>
                  <a:pt x="5485" y="841"/>
                  <a:pt x="5488" y="848"/>
                </a:cubicBezTo>
                <a:lnTo>
                  <a:pt x="5488" y="848"/>
                </a:lnTo>
                <a:lnTo>
                  <a:pt x="5790" y="1654"/>
                </a:lnTo>
                <a:lnTo>
                  <a:pt x="5790" y="1654"/>
                </a:lnTo>
                <a:cubicBezTo>
                  <a:pt x="5791" y="1659"/>
                  <a:pt x="5795" y="1666"/>
                  <a:pt x="5800" y="1671"/>
                </a:cubicBezTo>
                <a:cubicBezTo>
                  <a:pt x="5804" y="1675"/>
                  <a:pt x="5809" y="1679"/>
                  <a:pt x="5814" y="1682"/>
                </a:cubicBezTo>
                <a:cubicBezTo>
                  <a:pt x="5816" y="1684"/>
                  <a:pt x="5816" y="1684"/>
                  <a:pt x="5820" y="1686"/>
                </a:cubicBezTo>
                <a:cubicBezTo>
                  <a:pt x="5821" y="1687"/>
                  <a:pt x="5825" y="1687"/>
                  <a:pt x="5829" y="1689"/>
                </a:cubicBezTo>
                <a:cubicBezTo>
                  <a:pt x="5834" y="1691"/>
                  <a:pt x="5841" y="1693"/>
                  <a:pt x="5850" y="1693"/>
                </a:cubicBezTo>
                <a:cubicBezTo>
                  <a:pt x="5862" y="1693"/>
                  <a:pt x="5873" y="1689"/>
                  <a:pt x="5883" y="1682"/>
                </a:cubicBezTo>
                <a:cubicBezTo>
                  <a:pt x="5892" y="1675"/>
                  <a:pt x="5901" y="1666"/>
                  <a:pt x="5906" y="1654"/>
                </a:cubicBezTo>
                <a:lnTo>
                  <a:pt x="5906" y="1654"/>
                </a:lnTo>
                <a:lnTo>
                  <a:pt x="6096" y="1200"/>
                </a:lnTo>
                <a:lnTo>
                  <a:pt x="6287" y="1652"/>
                </a:lnTo>
                <a:lnTo>
                  <a:pt x="6287" y="1652"/>
                </a:lnTo>
                <a:cubicBezTo>
                  <a:pt x="6290" y="1664"/>
                  <a:pt x="6299" y="1673"/>
                  <a:pt x="6308" y="1680"/>
                </a:cubicBezTo>
                <a:cubicBezTo>
                  <a:pt x="6317" y="1687"/>
                  <a:pt x="6327" y="1693"/>
                  <a:pt x="6340" y="1693"/>
                </a:cubicBezTo>
                <a:lnTo>
                  <a:pt x="6348" y="1693"/>
                </a:lnTo>
                <a:cubicBezTo>
                  <a:pt x="6355" y="1693"/>
                  <a:pt x="6364" y="1691"/>
                  <a:pt x="6370" y="1689"/>
                </a:cubicBezTo>
                <a:cubicBezTo>
                  <a:pt x="6377" y="1687"/>
                  <a:pt x="6382" y="1684"/>
                  <a:pt x="6385" y="1680"/>
                </a:cubicBezTo>
                <a:cubicBezTo>
                  <a:pt x="6396" y="1673"/>
                  <a:pt x="6403" y="1661"/>
                  <a:pt x="6408" y="1650"/>
                </a:cubicBezTo>
                <a:lnTo>
                  <a:pt x="6408" y="1650"/>
                </a:lnTo>
                <a:lnTo>
                  <a:pt x="6708" y="848"/>
                </a:lnTo>
                <a:cubicBezTo>
                  <a:pt x="6711" y="841"/>
                  <a:pt x="6713" y="832"/>
                  <a:pt x="6713" y="825"/>
                </a:cubicBezTo>
                <a:cubicBezTo>
                  <a:pt x="6708" y="802"/>
                  <a:pt x="6694" y="779"/>
                  <a:pt x="6671" y="768"/>
                </a:cubicBezTo>
                <a:close/>
              </a:path>
            </a:pathLst>
          </a:custGeom>
          <a:solidFill>
            <a:schemeClr val="lt1"/>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Tree>
  </p:cSld>
  <p:clrMap bg1="lt1" tx1="dk1" bg2="dk2" tx2="lt2" accent1="accent1" accent2="accent2" accent3="accent3" accent4="accent4" accent5="accent5" accent6="accent6" hlink="hlink" folHlink="folHlink"/>
  <p:sldLayoutIdLst>
    <p:sldLayoutId id="2147483658"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60" r:id="rId1"/>
    <p:sldLayoutId id="2147483661" r:id="rId2"/>
    <p:sldLayoutId id="2147483662" r:id="rId3"/>
    <p:sldLayoutId id="2147483663" r:id="rId4"/>
    <p:sldLayoutId id="2147483664" r:id="rId5"/>
    <p:sldLayoutId id="2147483665" r:id="rId6"/>
    <p:sldLayoutId id="2147483666" r:id="rId7"/>
    <p:sldLayoutId id="2147483667" r:id="rId8"/>
    <p:sldLayoutId id="2147483668" r:id="rId9"/>
    <p:sldLayoutId id="2147483669" r:id="rId10"/>
    <p:sldLayoutId id="2147483670" r:id="rId11"/>
    <p:sldLayoutId id="2147483671" r:id="rId12"/>
    <p:sldLayoutId id="2147483672" r:id="rId13"/>
    <p:sldLayoutId id="2147483673" r:id="rId14"/>
    <p:sldLayoutId id="2147483674" r:id="rId15"/>
    <p:sldLayoutId id="2147483675" r:id="rId16"/>
    <p:sldLayoutId id="2147483676" r:id="rId17"/>
    <p:sldLayoutId id="2147483677" r:id="rId18"/>
    <p:sldLayoutId id="2147483678" r:id="rId19"/>
    <p:sldLayoutId id="2147483679" r:id="rId20"/>
    <p:sldLayoutId id="2147483680" r:id="rId21"/>
    <p:sldLayoutId id="2147483681" r:id="rId2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8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8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7.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8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image" Target="../media/image1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1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09" name="PlaceHolder 1"/>
          <p:cNvSpPr>
            <a:spLocks noGrp="1"/>
          </p:cNvSpPr>
          <p:nvPr>
            <p:ph type="title"/>
          </p:nvPr>
        </p:nvSpPr>
        <p:spPr>
          <a:xfrm>
            <a:off x="366480" y="1188720"/>
            <a:ext cx="8642348" cy="1917360"/>
          </a:xfrm>
          <a:prstGeom prst="rect">
            <a:avLst/>
          </a:prstGeom>
          <a:noFill/>
          <a:ln w="0">
            <a:noFill/>
          </a:ln>
        </p:spPr>
        <p:txBody>
          <a:bodyPr lIns="91440" tIns="91440" rIns="91440" bIns="91440" anchor="b">
            <a:noAutofit/>
          </a:bodyPr>
          <a:lstStyle/>
          <a:p>
            <a:pPr indent="0">
              <a:lnSpc>
                <a:spcPct val="85000"/>
              </a:lnSpc>
              <a:buNone/>
              <a:tabLst>
                <a:tab pos="0" algn="l"/>
              </a:tabLst>
            </a:pPr>
            <a:r>
              <a:rPr lang="en" sz="4400" b="1" u="none" strike="noStrike" dirty="0">
                <a:solidFill>
                  <a:schemeClr val="lt1"/>
                </a:solidFill>
                <a:effectLst/>
                <a:uFillTx/>
                <a:latin typeface="Arial"/>
                <a:ea typeface="Arial"/>
              </a:rPr>
              <a:t>[Customer Name]</a:t>
            </a:r>
            <a:endParaRPr lang="en-GB" sz="4400" b="0" u="none" strike="noStrike" dirty="0">
              <a:solidFill>
                <a:srgbClr val="000000"/>
              </a:solidFill>
              <a:effectLst/>
              <a:uFillTx/>
              <a:latin typeface="Arial"/>
            </a:endParaRPr>
          </a:p>
          <a:p>
            <a:pPr indent="0">
              <a:lnSpc>
                <a:spcPct val="85000"/>
              </a:lnSpc>
              <a:buNone/>
              <a:tabLst>
                <a:tab pos="0" algn="l"/>
              </a:tabLst>
            </a:pPr>
            <a:r>
              <a:rPr lang="en" sz="4400" b="1" u="none" strike="noStrike" dirty="0">
                <a:solidFill>
                  <a:schemeClr val="dk1"/>
                </a:solidFill>
                <a:effectLst/>
                <a:uFillTx/>
                <a:latin typeface="Arial"/>
                <a:ea typeface="Arial"/>
              </a:rPr>
              <a:t>Snowflake Sizing Proposal</a:t>
            </a:r>
            <a:endParaRPr lang="en-GB" sz="4400" b="0" u="none" strike="noStrike" dirty="0">
              <a:solidFill>
                <a:srgbClr val="000000"/>
              </a:solidFill>
              <a:effectLst/>
              <a:uFillTx/>
              <a:latin typeface="Arial"/>
            </a:endParaRPr>
          </a:p>
        </p:txBody>
      </p:sp>
      <p:sp>
        <p:nvSpPr>
          <p:cNvPr id="410" name="PlaceHolder 2"/>
          <p:cNvSpPr>
            <a:spLocks noGrp="1"/>
          </p:cNvSpPr>
          <p:nvPr>
            <p:ph type="title"/>
          </p:nvPr>
        </p:nvSpPr>
        <p:spPr>
          <a:xfrm>
            <a:off x="366479" y="3160440"/>
            <a:ext cx="8642347" cy="439560"/>
          </a:xfrm>
          <a:prstGeom prst="rect">
            <a:avLst/>
          </a:prstGeom>
          <a:noFill/>
          <a:ln w="0">
            <a:noFill/>
          </a:ln>
        </p:spPr>
        <p:txBody>
          <a:bodyPr lIns="91440" tIns="91440" rIns="91440" bIns="91440" anchor="t">
            <a:noAutofit/>
          </a:bodyPr>
          <a:lstStyle/>
          <a:p>
            <a:pPr indent="0">
              <a:lnSpc>
                <a:spcPct val="80000"/>
              </a:lnSpc>
              <a:buNone/>
              <a:tabLst>
                <a:tab pos="0" algn="l"/>
              </a:tabLst>
            </a:pPr>
            <a:r>
              <a:rPr lang="en" sz="1800" b="1" u="none" strike="noStrike" dirty="0">
                <a:solidFill>
                  <a:schemeClr val="dk1"/>
                </a:solidFill>
                <a:effectLst/>
                <a:uFillTx/>
                <a:latin typeface="Arial"/>
                <a:ea typeface="Arial"/>
              </a:rPr>
              <a:t>[Edition]  |  [Cloud]  |  [Region]  |  [N]-Year Contract</a:t>
            </a:r>
            <a:endParaRPr lang="en-GB" sz="1800" b="0" u="none" strike="noStrike" dirty="0">
              <a:solidFill>
                <a:srgbClr val="000000"/>
              </a:solidFill>
              <a:effectLst/>
              <a:uFillTx/>
              <a:latin typeface="Arial"/>
            </a:endParaRPr>
          </a:p>
        </p:txBody>
      </p:sp>
      <p:sp>
        <p:nvSpPr>
          <p:cNvPr id="411" name="PlaceHolder 3"/>
          <p:cNvSpPr>
            <a:spLocks noGrp="1"/>
          </p:cNvSpPr>
          <p:nvPr>
            <p:ph type="title"/>
          </p:nvPr>
        </p:nvSpPr>
        <p:spPr>
          <a:xfrm>
            <a:off x="366480" y="4359600"/>
            <a:ext cx="4202640" cy="271440"/>
          </a:xfrm>
          <a:prstGeom prst="rect">
            <a:avLst/>
          </a:prstGeom>
          <a:noFill/>
          <a:ln w="0">
            <a:noFill/>
          </a:ln>
        </p:spPr>
        <p:txBody>
          <a:bodyPr lIns="91440" tIns="91440" rIns="91440" bIns="91440" anchor="b">
            <a:noAutofit/>
          </a:bodyPr>
          <a:lstStyle/>
          <a:p>
            <a:pPr indent="0">
              <a:lnSpc>
                <a:spcPct val="90000"/>
              </a:lnSpc>
              <a:buNone/>
              <a:tabLst>
                <a:tab pos="0" algn="l"/>
              </a:tabLst>
            </a:pPr>
            <a:r>
              <a:rPr lang="en" sz="1400" b="1" u="none" strike="noStrike" dirty="0">
                <a:solidFill>
                  <a:schemeClr val="dk1"/>
                </a:solidFill>
                <a:effectLst/>
                <a:uFillTx/>
                <a:latin typeface="Arial"/>
                <a:ea typeface="Arial"/>
              </a:rPr>
              <a:t>[Month Year]</a:t>
            </a:r>
            <a:endParaRPr lang="en-GB" sz="1400" b="0" u="none" strike="noStrike" dirty="0">
              <a:solidFill>
                <a:srgbClr val="000000"/>
              </a:solidFill>
              <a:effectLst/>
              <a:uFillTx/>
              <a:latin typeface="Arial"/>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80" name="PlaceHolder 1"/>
          <p:cNvSpPr>
            <a:spLocks noGrp="1"/>
          </p:cNvSpPr>
          <p:nvPr>
            <p:ph/>
          </p:nvPr>
        </p:nvSpPr>
        <p:spPr>
          <a:xfrm>
            <a:off x="365760" y="274320"/>
            <a:ext cx="1923120" cy="682920"/>
          </a:xfrm>
          <a:prstGeom prst="rect">
            <a:avLst/>
          </a:prstGeom>
          <a:noFill/>
          <a:ln w="0">
            <a:noFill/>
          </a:ln>
        </p:spPr>
        <p:txBody>
          <a:bodyPr lIns="91440" tIns="91440" rIns="91440" bIns="91440" anchor="t">
            <a:noAutofit/>
          </a:bodyPr>
          <a:lstStyle/>
          <a:p>
            <a:pPr indent="0">
              <a:lnSpc>
                <a:spcPct val="85000"/>
              </a:lnSpc>
              <a:spcAft>
                <a:spcPts val="1001"/>
              </a:spcAft>
              <a:buNone/>
              <a:tabLst>
                <a:tab pos="0" algn="l"/>
              </a:tabLst>
            </a:pPr>
            <a:r>
              <a:rPr lang="en" sz="2600" b="1" u="none" strike="noStrike">
                <a:solidFill>
                  <a:schemeClr val="dk1"/>
                </a:solidFill>
                <a:effectLst/>
                <a:uFillTx/>
                <a:latin typeface="Arial"/>
                <a:ea typeface="Arial"/>
              </a:rPr>
              <a:t>Agenda</a:t>
            </a:r>
            <a:endParaRPr lang="en-GB" sz="2600" b="0" u="none" strike="noStrike" dirty="0">
              <a:solidFill>
                <a:srgbClr val="000000"/>
              </a:solidFill>
              <a:effectLst/>
              <a:uFillTx/>
              <a:latin typeface="Arial"/>
            </a:endParaRPr>
          </a:p>
        </p:txBody>
      </p:sp>
      <p:sp>
        <p:nvSpPr>
          <p:cNvPr id="281" name="PlaceHolder 2"/>
          <p:cNvSpPr>
            <a:spLocks noGrp="1"/>
          </p:cNvSpPr>
          <p:nvPr>
            <p:ph/>
          </p:nvPr>
        </p:nvSpPr>
        <p:spPr>
          <a:xfrm>
            <a:off x="2961360" y="914400"/>
            <a:ext cx="5722560" cy="3769200"/>
          </a:xfrm>
          <a:prstGeom prst="rect">
            <a:avLst/>
          </a:prstGeom>
          <a:noFill/>
          <a:ln w="0">
            <a:noFill/>
          </a:ln>
        </p:spPr>
        <p:txBody>
          <a:bodyPr lIns="365760" tIns="91440" rIns="91440" bIns="91440" anchor="ctr">
            <a:noAutofit/>
          </a:bodyPr>
          <a:lstStyle/>
          <a:p>
            <a:pPr marL="216000" indent="-216000">
              <a:lnSpc>
                <a:spcPct val="100000"/>
              </a:lnSpc>
              <a:spcBef>
                <a:spcPts val="300"/>
              </a:spcBef>
              <a:spcAft>
                <a:spcPts val="300"/>
              </a:spcAft>
              <a:buSzPct val="134983"/>
              <a:buBlip>
                <a:blip r:embed="rId2"/>
              </a:buBlip>
              <a:tabLst>
                <a:tab pos="0" algn="l"/>
              </a:tabLst>
            </a:pPr>
            <a:r>
              <a:rPr lang="en" sz="1800" b="0" u="none" strike="noStrike" dirty="0">
                <a:solidFill>
                  <a:srgbClr val="FFFFFF"/>
                </a:solidFill>
                <a:effectLst/>
                <a:uFillTx/>
                <a:latin typeface="Arial"/>
                <a:ea typeface="Arial"/>
              </a:rPr>
              <a:t>Executive Summary</a:t>
            </a:r>
            <a:endParaRPr lang="en-GB" sz="1800" b="0" u="none" strike="noStrike" dirty="0">
              <a:solidFill>
                <a:srgbClr val="000000"/>
              </a:solidFill>
              <a:effectLst/>
              <a:uFillTx/>
              <a:latin typeface="Arial"/>
              <a:ea typeface="Noto Sans SC"/>
            </a:endParaRPr>
          </a:p>
          <a:p>
            <a:pPr marL="216000" indent="-216000">
              <a:lnSpc>
                <a:spcPct val="100000"/>
              </a:lnSpc>
              <a:spcBef>
                <a:spcPts val="300"/>
              </a:spcBef>
              <a:spcAft>
                <a:spcPts val="300"/>
              </a:spcAft>
              <a:buSzPct val="134983"/>
              <a:buBlip>
                <a:blip r:embed="rId2"/>
              </a:buBlip>
              <a:tabLst>
                <a:tab pos="0" algn="l"/>
              </a:tabLst>
            </a:pPr>
            <a:r>
              <a:rPr lang="en" sz="1800" b="0" u="none" strike="noStrike" dirty="0">
                <a:solidFill>
                  <a:srgbClr val="FFFFFF"/>
                </a:solidFill>
                <a:effectLst/>
                <a:uFillTx/>
                <a:latin typeface="Arial"/>
                <a:ea typeface="Arial"/>
              </a:rPr>
              <a:t>Warehouse Workloads</a:t>
            </a:r>
            <a:endParaRPr lang="en-GB" sz="1800" b="0" u="none" strike="noStrike" dirty="0">
              <a:solidFill>
                <a:srgbClr val="000000"/>
              </a:solidFill>
              <a:effectLst/>
              <a:uFillTx/>
              <a:latin typeface="Arial"/>
              <a:ea typeface="Noto Sans SC"/>
            </a:endParaRPr>
          </a:p>
          <a:p>
            <a:pPr marL="216000" indent="-216000">
              <a:lnSpc>
                <a:spcPct val="100000"/>
              </a:lnSpc>
              <a:spcBef>
                <a:spcPts val="300"/>
              </a:spcBef>
              <a:spcAft>
                <a:spcPts val="300"/>
              </a:spcAft>
              <a:buSzPct val="134983"/>
              <a:buBlip>
                <a:blip r:embed="rId2"/>
              </a:buBlip>
              <a:tabLst>
                <a:tab pos="0" algn="l"/>
              </a:tabLst>
            </a:pPr>
            <a:r>
              <a:rPr lang="en" sz="1800" b="0" u="none" strike="noStrike" dirty="0">
                <a:solidFill>
                  <a:srgbClr val="FFFFFF"/>
                </a:solidFill>
                <a:effectLst/>
                <a:uFillTx/>
                <a:latin typeface="Arial"/>
                <a:ea typeface="Arial"/>
              </a:rPr>
              <a:t>Year-by-Year Costs</a:t>
            </a:r>
            <a:endParaRPr lang="en-GB" sz="1800" b="0" u="none" strike="noStrike" dirty="0">
              <a:solidFill>
                <a:srgbClr val="000000"/>
              </a:solidFill>
              <a:effectLst/>
              <a:uFillTx/>
              <a:latin typeface="Arial"/>
              <a:ea typeface="Noto Sans SC"/>
            </a:endParaRPr>
          </a:p>
          <a:p>
            <a:pPr marL="216000" indent="-216000">
              <a:lnSpc>
                <a:spcPct val="100000"/>
              </a:lnSpc>
              <a:spcBef>
                <a:spcPts val="300"/>
              </a:spcBef>
              <a:spcAft>
                <a:spcPts val="300"/>
              </a:spcAft>
              <a:buSzPct val="134983"/>
              <a:buBlip>
                <a:blip r:embed="rId2"/>
              </a:buBlip>
              <a:tabLst>
                <a:tab pos="0" algn="l"/>
              </a:tabLst>
            </a:pPr>
            <a:r>
              <a:rPr lang="en" sz="1800" b="0" u="none" strike="noStrike" dirty="0">
                <a:solidFill>
                  <a:srgbClr val="FFFFFF"/>
                </a:solidFill>
                <a:effectLst/>
                <a:uFillTx/>
                <a:latin typeface="Arial"/>
                <a:ea typeface="Arial"/>
              </a:rPr>
              <a:t>Cost Detail by Year</a:t>
            </a:r>
            <a:endParaRPr lang="en-GB" sz="1800" b="0" u="none" strike="noStrike" dirty="0">
              <a:solidFill>
                <a:srgbClr val="000000"/>
              </a:solidFill>
              <a:effectLst/>
              <a:uFillTx/>
              <a:latin typeface="Arial"/>
              <a:ea typeface="Noto Sans SC"/>
            </a:endParaRPr>
          </a:p>
          <a:p>
            <a:pPr marL="216000" indent="-216000">
              <a:lnSpc>
                <a:spcPct val="100000"/>
              </a:lnSpc>
              <a:spcBef>
                <a:spcPts val="300"/>
              </a:spcBef>
              <a:spcAft>
                <a:spcPts val="300"/>
              </a:spcAft>
              <a:buSzPct val="134983"/>
              <a:buBlip>
                <a:blip r:embed="rId2"/>
              </a:buBlip>
              <a:tabLst>
                <a:tab pos="0" algn="l"/>
              </a:tabLst>
            </a:pPr>
            <a:r>
              <a:rPr lang="en" sz="1800" b="0" u="none" strike="noStrike" dirty="0">
                <a:solidFill>
                  <a:srgbClr val="FFFFFF"/>
                </a:solidFill>
                <a:effectLst/>
                <a:uFillTx/>
                <a:latin typeface="Arial"/>
                <a:ea typeface="Arial"/>
              </a:rPr>
              <a:t>Serverless &amp; AI / Cortex</a:t>
            </a:r>
            <a:endParaRPr lang="en-GB" sz="1800" b="0" u="none" strike="noStrike" dirty="0">
              <a:solidFill>
                <a:srgbClr val="000000"/>
              </a:solidFill>
              <a:effectLst/>
              <a:uFillTx/>
              <a:latin typeface="Arial"/>
              <a:ea typeface="Noto Sans SC"/>
            </a:endParaRPr>
          </a:p>
        </p:txBody>
      </p:sp>
      <p:sp>
        <p:nvSpPr>
          <p:cNvPr id="282" name="PlaceHolder 3"/>
          <p:cNvSpPr>
            <a:spLocks noGrp="1"/>
          </p:cNvSpPr>
          <p:nvPr>
            <p:ph type="sldNum" idx="22"/>
          </p:nvPr>
        </p:nvSpPr>
        <p:spPr>
          <a:xfrm>
            <a:off x="8229600" y="4859280"/>
            <a:ext cx="470880" cy="95040"/>
          </a:xfrm>
          <a:prstGeom prst="rect">
            <a:avLst/>
          </a:prstGeom>
          <a:noFill/>
          <a:ln w="0">
            <a:noFill/>
          </a:ln>
        </p:spPr>
        <p:txBody>
          <a:bodyPr lIns="0" tIns="0" rIns="0" bIns="0" anchor="b">
            <a:spAutoFit/>
          </a:bodyPr>
          <a:lstStyle>
            <a:lvl1pPr indent="0" algn="r">
              <a:lnSpc>
                <a:spcPct val="100000"/>
              </a:lnSpc>
              <a:buNone/>
              <a:tabLst>
                <a:tab pos="0" algn="l"/>
              </a:tabLst>
              <a:defRPr lang="en" sz="600" b="0" u="none" strike="noStrike">
                <a:solidFill>
                  <a:srgbClr val="EFEFEF"/>
                </a:solidFill>
                <a:effectLst/>
                <a:uFillTx/>
                <a:latin typeface="Arial"/>
                <a:ea typeface="Arial"/>
              </a:defRPr>
            </a:lvl1pPr>
          </a:lstStyle>
          <a:p>
            <a:pPr indent="0" algn="r">
              <a:lnSpc>
                <a:spcPct val="100000"/>
              </a:lnSpc>
              <a:buNone/>
              <a:tabLst>
                <a:tab pos="0" algn="l"/>
              </a:tabLst>
            </a:pPr>
            <a:fld id="{A07A6598-7CAD-41C4-B4E3-EEE055F4561F}" type="slidenum">
              <a:rPr lang="en" sz="600" b="0" u="none" strike="noStrike">
                <a:solidFill>
                  <a:srgbClr val="EFEFEF"/>
                </a:solidFill>
                <a:effectLst/>
                <a:uFillTx/>
                <a:latin typeface="Arial"/>
                <a:ea typeface="Arial"/>
              </a:rPr>
              <a:t>2</a:t>
            </a:fld>
            <a:endParaRPr lang="en-GB" sz="600" b="0" u="none" strike="noStrike">
              <a:solidFill>
                <a:srgbClr val="000000"/>
              </a:solidFill>
              <a:effectLst/>
              <a:uFillTx/>
              <a:latin typeface="Times New Roman"/>
            </a:endParaRPr>
          </a:p>
        </p:txBody>
      </p:sp>
      <p:sp>
        <p:nvSpPr>
          <p:cNvPr id="283" name="TextBox 282"/>
          <p:cNvSpPr txBox="1"/>
          <p:nvPr/>
        </p:nvSpPr>
        <p:spPr>
          <a:xfrm>
            <a:off x="365760" y="4572000"/>
            <a:ext cx="2743200" cy="274320"/>
          </a:xfrm>
          <a:prstGeom prst="rect">
            <a:avLst/>
          </a:prstGeom>
          <a:noFill/>
        </p:spPr>
        <p:txBody>
          <a:bodyPr wrap="none">
            <a:spAutoFit/>
          </a:bodyPr>
          <a:lstStyle/>
          <a:p>
            <a:r>
              <a:rPr sz="800">
                <a:solidFill>
                  <a:srgbClr val="8C8C8C"/>
                </a:solidFill>
                <a:latin typeface="Arial"/>
              </a:rPr>
              <a:t>Confidential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84" name="PlaceHolder 1"/>
          <p:cNvSpPr>
            <a:spLocks noGrp="1"/>
          </p:cNvSpPr>
          <p:nvPr>
            <p:ph type="sldNum" idx="23"/>
          </p:nvPr>
        </p:nvSpPr>
        <p:spPr>
          <a:xfrm>
            <a:off x="8229600" y="4861440"/>
            <a:ext cx="470880" cy="95040"/>
          </a:xfrm>
          <a:prstGeom prst="rect">
            <a:avLst/>
          </a:prstGeom>
          <a:noFill/>
          <a:ln w="0">
            <a:noFill/>
          </a:ln>
        </p:spPr>
        <p:txBody>
          <a:bodyPr lIns="0" tIns="0" rIns="0" bIns="0" anchor="b">
            <a:spAutoFit/>
          </a:bodyPr>
          <a:lstStyle>
            <a:lvl1pPr indent="0" algn="r">
              <a:lnSpc>
                <a:spcPct val="100000"/>
              </a:lnSpc>
              <a:buNone/>
              <a:tabLst>
                <a:tab pos="0" algn="l"/>
              </a:tabLst>
              <a:defRPr lang="en" sz="600" b="0" u="none" strike="noStrike">
                <a:solidFill>
                  <a:srgbClr val="929292"/>
                </a:solidFill>
                <a:effectLst/>
                <a:uFillTx/>
                <a:latin typeface="Arial"/>
                <a:ea typeface="Arial"/>
              </a:defRPr>
            </a:lvl1pPr>
          </a:lstStyle>
          <a:p>
            <a:pPr indent="0" algn="r">
              <a:lnSpc>
                <a:spcPct val="100000"/>
              </a:lnSpc>
              <a:buNone/>
              <a:tabLst>
                <a:tab pos="0" algn="l"/>
              </a:tabLst>
            </a:pPr>
            <a:fld id="{ACAAB92A-891A-43B7-A1C6-644B46B9BD42}" type="slidenum">
              <a:rPr lang="en" sz="600" b="0" u="none" strike="noStrike">
                <a:solidFill>
                  <a:srgbClr val="929292"/>
                </a:solidFill>
                <a:effectLst/>
                <a:uFillTx/>
                <a:latin typeface="Arial"/>
                <a:ea typeface="Arial"/>
              </a:rPr>
              <a:t>3</a:t>
            </a:fld>
            <a:endParaRPr lang="en-GB" sz="600" b="0" u="none" strike="noStrike">
              <a:solidFill>
                <a:srgbClr val="000000"/>
              </a:solidFill>
              <a:effectLst/>
              <a:uFillTx/>
              <a:latin typeface="Times New Roman"/>
            </a:endParaRPr>
          </a:p>
        </p:txBody>
      </p:sp>
      <p:sp>
        <p:nvSpPr>
          <p:cNvPr id="285" name="PlaceHolder 2"/>
          <p:cNvSpPr>
            <a:spLocks noGrp="1"/>
          </p:cNvSpPr>
          <p:nvPr>
            <p:ph type="title"/>
          </p:nvPr>
        </p:nvSpPr>
        <p:spPr>
          <a:xfrm>
            <a:off x="365760" y="274320"/>
            <a:ext cx="8341920" cy="362880"/>
          </a:xfrm>
          <a:prstGeom prst="rect">
            <a:avLst/>
          </a:prstGeom>
          <a:noFill/>
          <a:ln w="0">
            <a:noFill/>
          </a:ln>
        </p:spPr>
        <p:txBody>
          <a:bodyPr lIns="91440" tIns="91440" rIns="91440" bIns="91440" anchor="t">
            <a:noAutofit/>
          </a:bodyPr>
          <a:lstStyle/>
          <a:p>
            <a:pPr indent="0">
              <a:lnSpc>
                <a:spcPct val="85000"/>
              </a:lnSpc>
              <a:spcAft>
                <a:spcPts val="1001"/>
              </a:spcAft>
              <a:buNone/>
              <a:tabLst>
                <a:tab pos="0" algn="l"/>
              </a:tabLst>
            </a:pPr>
            <a:r>
              <a:rPr lang="en" sz="2600" b="1" u="none" strike="noStrike">
                <a:solidFill>
                  <a:schemeClr val="dk1"/>
                </a:solidFill>
                <a:effectLst/>
                <a:uFillTx/>
                <a:latin typeface="Arial"/>
                <a:ea typeface="Arial"/>
              </a:rPr>
              <a:t>Safe Harbor and Disclaimers</a:t>
            </a:r>
            <a:endParaRPr lang="en-GB" sz="2600" b="0" u="none" strike="noStrike">
              <a:solidFill>
                <a:srgbClr val="000000"/>
              </a:solidFill>
              <a:effectLst/>
              <a:uFillTx/>
              <a:latin typeface="Arial"/>
            </a:endParaRPr>
          </a:p>
        </p:txBody>
      </p:sp>
      <p:sp>
        <p:nvSpPr>
          <p:cNvPr id="286" name="Google Shape;292;p33"/>
          <p:cNvSpPr/>
          <p:nvPr/>
        </p:nvSpPr>
        <p:spPr>
          <a:xfrm>
            <a:off x="660600" y="4776120"/>
            <a:ext cx="6031800" cy="313560"/>
          </a:xfrm>
          <a:prstGeom prst="rect">
            <a:avLst/>
          </a:prstGeom>
          <a:solidFill>
            <a:schemeClr val="lt1"/>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tabLst>
                <a:tab pos="0" algn="l"/>
              </a:tabLst>
            </a:pPr>
            <a:r>
              <a:rPr lang="en" sz="600" b="0" u="none" strike="noStrike">
                <a:solidFill>
                  <a:srgbClr val="929292"/>
                </a:solidFill>
                <a:effectLst/>
                <a:uFillTx/>
                <a:latin typeface="Arial"/>
                <a:ea typeface="Arial"/>
              </a:rPr>
              <a:t>© 2026 Snowflake Inc. All rights reserved. Snowflake, the Snowflake logo, and all other Snowflake product, feature and service names mentioned in the Materials are registered trademarks or trademarks of Snowflake Inc. in the United States and other countries. All other brand names or logos mentioned or used in the Materials are for identification purposes only and may be the trademarks of their respective holder(s). Snowflake may not be associated with, or be sponsored or endorsed by, any such holder(s).</a:t>
            </a:r>
            <a:endParaRPr lang="en-GB" sz="600" b="0" u="none" strike="noStrike">
              <a:solidFill>
                <a:srgbClr val="000000"/>
              </a:solidFill>
              <a:effectLst/>
              <a:uFillTx/>
              <a:latin typeface="Arial"/>
            </a:endParaRPr>
          </a:p>
        </p:txBody>
      </p:sp>
      <p:sp>
        <p:nvSpPr>
          <p:cNvPr id="287" name="Google Shape;293;p33"/>
          <p:cNvSpPr/>
          <p:nvPr/>
        </p:nvSpPr>
        <p:spPr>
          <a:xfrm>
            <a:off x="7814520" y="0"/>
            <a:ext cx="1326600" cy="1818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a:lnSpc>
                <a:spcPct val="100000"/>
              </a:lnSpc>
              <a:tabLst>
                <a:tab pos="0" algn="l"/>
              </a:tabLst>
            </a:pPr>
            <a:r>
              <a:rPr lang="en" sz="600" b="0" u="none" strike="noStrike">
                <a:solidFill>
                  <a:srgbClr val="919191"/>
                </a:solidFill>
                <a:effectLst/>
                <a:uFillTx/>
                <a:latin typeface="Arial"/>
                <a:ea typeface="Arial"/>
              </a:rPr>
              <a:t>REV 12.16.25</a:t>
            </a:r>
            <a:endParaRPr lang="en-GB" sz="600" b="0" u="none" strike="noStrike">
              <a:solidFill>
                <a:srgbClr val="000000"/>
              </a:solidFill>
              <a:effectLst/>
              <a:uFillTx/>
              <a:latin typeface="Arial"/>
            </a:endParaRPr>
          </a:p>
        </p:txBody>
      </p:sp>
      <p:sp>
        <p:nvSpPr>
          <p:cNvPr id="288" name="Google Shape;294;p33"/>
          <p:cNvSpPr/>
          <p:nvPr/>
        </p:nvSpPr>
        <p:spPr>
          <a:xfrm>
            <a:off x="367920" y="873360"/>
            <a:ext cx="4370040" cy="3753720"/>
          </a:xfrm>
          <a:prstGeom prst="rect">
            <a:avLst/>
          </a:prstGeom>
          <a:noFill/>
          <a:ln w="0">
            <a:noFill/>
          </a:ln>
        </p:spPr>
        <p:style>
          <a:lnRef idx="0">
            <a:scrgbClr r="0" g="0" b="0"/>
          </a:lnRef>
          <a:fillRef idx="0">
            <a:scrgbClr r="0" g="0" b="0"/>
          </a:fillRef>
          <a:effectRef idx="0">
            <a:scrgbClr r="0" g="0" b="0"/>
          </a:effectRef>
          <a:fontRef idx="minor"/>
        </p:style>
        <p:txBody>
          <a:bodyPr lIns="90000" tIns="91440" rIns="90000" bIns="91440" anchor="t">
            <a:noAutofit/>
          </a:bodyPr>
          <a:lstStyle/>
          <a:p>
            <a:pPr>
              <a:lnSpc>
                <a:spcPct val="115000"/>
              </a:lnSpc>
              <a:spcAft>
                <a:spcPts val="700"/>
              </a:spcAft>
              <a:tabLst>
                <a:tab pos="0" algn="l"/>
              </a:tabLst>
            </a:pPr>
            <a:r>
              <a:rPr lang="en" sz="800" b="0" u="none" strike="noStrike">
                <a:solidFill>
                  <a:srgbClr val="5B5B5B"/>
                </a:solidFill>
                <a:effectLst/>
                <a:uFillTx/>
                <a:latin typeface="Arial"/>
                <a:ea typeface="Arial"/>
              </a:rPr>
              <a:t>Other than statements of historical fact, all statements contained in these materials and any accompanying oral commentary (collectively, the “Materials”) are forward-looking statements within the meaning of Section 27A of the Securities Act of 1933, as amended, and Section 21E of the Securities Exchange Act of 1934, as amended, including statements regarding (i) Snowflake’s business strategy, plans, opportunities, or priorities; (ii) Snowflake’s new or enhanced products, services, and technology offerings, including those that are under development or not generally available; (iii) market size and growth, trends, and competitive considerations; (iv) Snowflake’s vision, strategy, and expected benefits relating to artificial intelligence (“AI”), Snowpark, Snowflake Marketplace, the AI Data Cloud, and AI Data Clouds for specific industries or product categories, including the expected benefits and network effects of the AI Data Cloud; and (v) the integration, interoperability, and availability of Snowflake’s products, services, or technology offerings with or on third-party platforms or products, including public cloud platforms. These forward-looking statements are subject to a number of known and unknown risks, uncertainties, and assumptions, including those described under the heading “Risk Factors” and elsewhere in the Annual Reports on Form 10-K and the Quarterly Reports on Form 10-Q that Snowflake files with the Securities and Exchange Commission from time to time. In light of these risks, uncertainties, and assumptions, the future events and trends discussed in the Materials may not occur, and actual results could differ materially and adversely from those expressed or implied in the forward-looking statements. As a result, you should not rely on any forwarding-looking statements as predictions of future events. Forward-looking statements speak only as of the date the statements are first made and are based on information available to Snowflake at the time those statements are made and/or management's good faith belief as of that time. Except as required by law, we undertake no obligation, and do not intend, to update the forward-looking statements in these Materials.</a:t>
            </a:r>
            <a:endParaRPr lang="en-GB" sz="800" b="0" u="none" strike="noStrike">
              <a:solidFill>
                <a:srgbClr val="000000"/>
              </a:solidFill>
              <a:effectLst/>
              <a:uFillTx/>
              <a:latin typeface="Arial"/>
            </a:endParaRPr>
          </a:p>
        </p:txBody>
      </p:sp>
      <p:sp>
        <p:nvSpPr>
          <p:cNvPr id="289" name="Google Shape;295;p33"/>
          <p:cNvSpPr/>
          <p:nvPr/>
        </p:nvSpPr>
        <p:spPr>
          <a:xfrm>
            <a:off x="4844880" y="873360"/>
            <a:ext cx="3839040" cy="3582000"/>
          </a:xfrm>
          <a:prstGeom prst="rect">
            <a:avLst/>
          </a:prstGeom>
          <a:noFill/>
          <a:ln w="0">
            <a:noFill/>
          </a:ln>
        </p:spPr>
        <p:style>
          <a:lnRef idx="0">
            <a:scrgbClr r="0" g="0" b="0"/>
          </a:lnRef>
          <a:fillRef idx="0">
            <a:scrgbClr r="0" g="0" b="0"/>
          </a:fillRef>
          <a:effectRef idx="0">
            <a:scrgbClr r="0" g="0" b="0"/>
          </a:effectRef>
          <a:fontRef idx="minor"/>
        </p:style>
        <p:txBody>
          <a:bodyPr lIns="90000" tIns="91440" rIns="90000" bIns="91440" anchor="t">
            <a:noAutofit/>
          </a:bodyPr>
          <a:lstStyle/>
          <a:p>
            <a:pPr>
              <a:lnSpc>
                <a:spcPct val="115000"/>
              </a:lnSpc>
              <a:tabLst>
                <a:tab pos="0" algn="l"/>
              </a:tabLst>
            </a:pPr>
            <a:r>
              <a:rPr lang="en" sz="800" b="0" u="none" strike="noStrike">
                <a:solidFill>
                  <a:srgbClr val="5B5B5B"/>
                </a:solidFill>
                <a:effectLst/>
                <a:uFillTx/>
                <a:latin typeface="Arial"/>
                <a:ea typeface="Arial"/>
              </a:rPr>
              <a:t>Any future product or roadmap information (collectively, the “Roadmap”) is intended to outline general product direction. The Roadmap is not a commitment, promise, or legal obligation for Snowflake to deliver any future products, features, or functionality; and is not intended to be, and shall not be deemed to be, incorporated into any contract. The actual timing of any product, feature, or functionality that is ultimately made available may be different from what is presented in the Roadmap. The Roadmap information should not be used when making a purchasing decision. In case of conflict between the information contained in the Materials and official Snowflake documentation, official Snowflake documentation should take precedence over these Materials. Further, note that Snowflake has made no determination as to whether separate fees will be charged for any future products, features, and/or functionality which may ultimately be made available. Snowflake may, in its own discretion, choose to charge separate fees for the delivery of any future products, features, and/or functionality which are ultimately made available.</a:t>
            </a:r>
            <a:endParaRPr lang="en-GB" sz="800" b="0" u="none" strike="noStrike">
              <a:solidFill>
                <a:srgbClr val="000000"/>
              </a:solidFill>
              <a:effectLst/>
              <a:uFillTx/>
              <a:latin typeface="Arial"/>
            </a:endParaRPr>
          </a:p>
          <a:p>
            <a:pPr>
              <a:lnSpc>
                <a:spcPct val="115000"/>
              </a:lnSpc>
              <a:spcBef>
                <a:spcPts val="700"/>
              </a:spcBef>
              <a:spcAft>
                <a:spcPts val="700"/>
              </a:spcAft>
              <a:tabLst>
                <a:tab pos="0" algn="l"/>
              </a:tabLst>
            </a:pPr>
            <a:r>
              <a:rPr lang="en" sz="800" b="0" u="none" strike="noStrike">
                <a:solidFill>
                  <a:srgbClr val="5B5B5B"/>
                </a:solidFill>
                <a:effectLst/>
                <a:uFillTx/>
                <a:latin typeface="Arial"/>
                <a:ea typeface="Arial"/>
              </a:rPr>
              <a:t>The Materials may contain information provided by third-parties. Snowflake has not independently verified this information, and usage of this information does not mean or imply that Snowflake has adopted this information as its own or independently verified its accuracy.</a:t>
            </a:r>
            <a:endParaRPr lang="en-GB" sz="800" b="0" u="none" strike="noStrike">
              <a:solidFill>
                <a:srgbClr val="000000"/>
              </a:solidFill>
              <a:effectLst/>
              <a:uFillTx/>
              <a:latin typeface="Arial"/>
            </a:endParaRP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45" name="PlaceHolder 1"/>
          <p:cNvSpPr>
            <a:spLocks noGrp="1"/>
          </p:cNvSpPr>
          <p:nvPr>
            <p:ph type="title"/>
          </p:nvPr>
        </p:nvSpPr>
        <p:spPr>
          <a:xfrm>
            <a:off x="365760" y="274320"/>
            <a:ext cx="8345520" cy="362880"/>
          </a:xfrm>
          <a:prstGeom prst="rect">
            <a:avLst/>
          </a:prstGeom>
          <a:noFill/>
          <a:ln w="0">
            <a:noFill/>
          </a:ln>
        </p:spPr>
        <p:txBody>
          <a:bodyPr lIns="91440" tIns="91440" rIns="91440" bIns="91440" anchor="t">
            <a:noAutofit/>
          </a:bodyPr>
          <a:lstStyle/>
          <a:p>
            <a:pPr indent="0">
              <a:lnSpc>
                <a:spcPct val="85000"/>
              </a:lnSpc>
              <a:spcAft>
                <a:spcPts val="1001"/>
              </a:spcAft>
              <a:buNone/>
              <a:tabLst>
                <a:tab pos="0" algn="l"/>
              </a:tabLst>
            </a:pPr>
            <a:r>
              <a:rPr lang="en" sz="2600" b="1" u="none" strike="noStrike">
                <a:solidFill>
                  <a:schemeClr val="dk1"/>
                </a:solidFill>
                <a:effectLst/>
                <a:uFillTx/>
                <a:latin typeface="Arial"/>
                <a:ea typeface="Arial"/>
              </a:rPr>
              <a:t>Executive Summary</a:t>
            </a:r>
            <a:endParaRPr lang="en-GB" sz="2600" b="0" u="none" strike="noStrike">
              <a:solidFill>
                <a:srgbClr val="000000"/>
              </a:solidFill>
              <a:effectLst/>
              <a:uFillTx/>
              <a:latin typeface="Arial"/>
            </a:endParaRPr>
          </a:p>
        </p:txBody>
      </p:sp>
      <p:sp>
        <p:nvSpPr>
          <p:cNvPr id="347" name="PlaceHolder 3"/>
          <p:cNvSpPr>
            <a:spLocks noGrp="1"/>
          </p:cNvSpPr>
          <p:nvPr>
            <p:ph/>
          </p:nvPr>
        </p:nvSpPr>
        <p:spPr>
          <a:xfrm>
            <a:off x="348527" y="1289880"/>
            <a:ext cx="1917360" cy="1671120"/>
          </a:xfrm>
          <a:prstGeom prst="rect">
            <a:avLst/>
          </a:prstGeom>
          <a:noFill/>
          <a:ln w="0">
            <a:noFill/>
          </a:ln>
        </p:spPr>
        <p:txBody>
          <a:bodyPr lIns="91440" tIns="91440" rIns="91440" bIns="91440" anchor="t">
            <a:spAutoFit/>
          </a:bodyPr>
          <a:lstStyle/>
          <a:p>
            <a:pPr indent="0">
              <a:lnSpc>
                <a:spcPct val="115000"/>
              </a:lnSpc>
              <a:buNone/>
              <a:tabLst>
                <a:tab pos="0" algn="l"/>
              </a:tabLst>
            </a:pPr>
            <a:endParaRPr lang="en-GB" sz="1400" b="0" u="none" strike="noStrike" dirty="0">
              <a:solidFill>
                <a:srgbClr val="000000"/>
              </a:solidFill>
              <a:effectLst/>
              <a:uFillTx/>
              <a:latin typeface="Arial"/>
            </a:endParaRPr>
          </a:p>
          <a:p>
            <a:pPr indent="0">
              <a:lnSpc>
                <a:spcPct val="115000"/>
              </a:lnSpc>
              <a:spcBef>
                <a:spcPts val="1001"/>
              </a:spcBef>
              <a:buNone/>
              <a:tabLst>
                <a:tab pos="0" algn="l"/>
              </a:tabLst>
            </a:pPr>
            <a:endParaRPr lang="en-GB" sz="1400" b="0" u="none" strike="noStrike" dirty="0">
              <a:solidFill>
                <a:srgbClr val="000000"/>
              </a:solidFill>
              <a:effectLst/>
              <a:uFillTx/>
              <a:latin typeface="Arial"/>
            </a:endParaRPr>
          </a:p>
          <a:p>
            <a:pPr indent="0">
              <a:lnSpc>
                <a:spcPct val="115000"/>
              </a:lnSpc>
              <a:spcBef>
                <a:spcPts val="1001"/>
              </a:spcBef>
              <a:spcAft>
                <a:spcPts val="1001"/>
              </a:spcAft>
              <a:buNone/>
              <a:tabLst>
                <a:tab pos="0" algn="l"/>
              </a:tabLst>
            </a:pPr>
            <a:r>
              <a:rPr lang="en" sz="1400" b="0" u="none" strike="noStrike" dirty="0">
                <a:solidFill>
                  <a:srgbClr val="5B5B5B"/>
                </a:solidFill>
                <a:effectLst/>
                <a:uFillTx/>
                <a:latin typeface="Arial"/>
                <a:ea typeface="Arial"/>
              </a:rPr>
              <a:t>Core TCV</a:t>
            </a:r>
            <a:endParaRPr lang="en-GB" sz="1400" b="0" u="none" strike="noStrike" dirty="0">
              <a:solidFill>
                <a:srgbClr val="000000"/>
              </a:solidFill>
              <a:effectLst/>
              <a:uFillTx/>
              <a:latin typeface="Arial"/>
            </a:endParaRPr>
          </a:p>
        </p:txBody>
      </p:sp>
      <p:sp>
        <p:nvSpPr>
          <p:cNvPr id="348" name="PlaceHolder 4"/>
          <p:cNvSpPr>
            <a:spLocks noGrp="1"/>
          </p:cNvSpPr>
          <p:nvPr>
            <p:ph/>
          </p:nvPr>
        </p:nvSpPr>
        <p:spPr>
          <a:xfrm>
            <a:off x="4673160" y="1371600"/>
            <a:ext cx="1917360" cy="1671120"/>
          </a:xfrm>
          <a:prstGeom prst="rect">
            <a:avLst/>
          </a:prstGeom>
          <a:noFill/>
          <a:ln w="0">
            <a:noFill/>
          </a:ln>
        </p:spPr>
        <p:txBody>
          <a:bodyPr lIns="91440" tIns="91440" rIns="91440" bIns="91440" anchor="t">
            <a:spAutoFit/>
          </a:bodyPr>
          <a:lstStyle/>
          <a:p>
            <a:pPr indent="0">
              <a:lnSpc>
                <a:spcPct val="115000"/>
              </a:lnSpc>
              <a:buNone/>
              <a:tabLst>
                <a:tab pos="0" algn="l"/>
              </a:tabLst>
            </a:pPr>
            <a:endParaRPr lang="en-GB" sz="1400" b="0" u="none" strike="noStrike" dirty="0">
              <a:solidFill>
                <a:srgbClr val="000000"/>
              </a:solidFill>
              <a:effectLst/>
              <a:uFillTx/>
              <a:latin typeface="Arial"/>
            </a:endParaRPr>
          </a:p>
          <a:p>
            <a:pPr indent="0">
              <a:lnSpc>
                <a:spcPct val="115000"/>
              </a:lnSpc>
              <a:spcBef>
                <a:spcPts val="1001"/>
              </a:spcBef>
              <a:buNone/>
              <a:tabLst>
                <a:tab pos="0" algn="l"/>
              </a:tabLst>
            </a:pPr>
            <a:endParaRPr lang="en-GB" sz="1400" b="0" u="none" strike="noStrike" dirty="0">
              <a:solidFill>
                <a:srgbClr val="000000"/>
              </a:solidFill>
              <a:effectLst/>
              <a:uFillTx/>
              <a:latin typeface="Arial"/>
            </a:endParaRPr>
          </a:p>
          <a:p>
            <a:pPr indent="0">
              <a:lnSpc>
                <a:spcPct val="115000"/>
              </a:lnSpc>
              <a:spcBef>
                <a:spcPts val="1001"/>
              </a:spcBef>
              <a:spcAft>
                <a:spcPts val="1001"/>
              </a:spcAft>
              <a:buNone/>
              <a:tabLst>
                <a:tab pos="0" algn="l"/>
              </a:tabLst>
            </a:pPr>
            <a:r>
              <a:rPr lang="en" sz="1400" b="0" u="none" strike="noStrike" dirty="0">
                <a:solidFill>
                  <a:srgbClr val="5B5B5B"/>
                </a:solidFill>
                <a:effectLst/>
                <a:uFillTx/>
                <a:latin typeface="Arial"/>
                <a:ea typeface="Arial"/>
              </a:rPr>
              <a:t>Avg Annual Core</a:t>
            </a:r>
            <a:endParaRPr lang="en-GB" sz="1400" b="0" u="none" strike="noStrike" dirty="0">
              <a:solidFill>
                <a:srgbClr val="000000"/>
              </a:solidFill>
              <a:effectLst/>
              <a:uFillTx/>
              <a:latin typeface="Arial"/>
            </a:endParaRPr>
          </a:p>
        </p:txBody>
      </p:sp>
      <p:sp>
        <p:nvSpPr>
          <p:cNvPr id="349" name="PlaceHolder 5"/>
          <p:cNvSpPr>
            <a:spLocks noGrp="1"/>
          </p:cNvSpPr>
          <p:nvPr>
            <p:ph/>
          </p:nvPr>
        </p:nvSpPr>
        <p:spPr>
          <a:xfrm>
            <a:off x="6887160" y="1371600"/>
            <a:ext cx="1917360" cy="1671120"/>
          </a:xfrm>
          <a:prstGeom prst="rect">
            <a:avLst/>
          </a:prstGeom>
          <a:noFill/>
          <a:ln w="0">
            <a:noFill/>
          </a:ln>
        </p:spPr>
        <p:txBody>
          <a:bodyPr lIns="91440" tIns="91440" rIns="91440" bIns="91440" anchor="t">
            <a:spAutoFit/>
          </a:bodyPr>
          <a:lstStyle/>
          <a:p>
            <a:pPr indent="0">
              <a:lnSpc>
                <a:spcPct val="115000"/>
              </a:lnSpc>
              <a:buNone/>
              <a:tabLst>
                <a:tab pos="0" algn="l"/>
              </a:tabLst>
            </a:pPr>
            <a:endParaRPr lang="en-GB" sz="1400" b="0" u="none" strike="noStrike" dirty="0">
              <a:solidFill>
                <a:srgbClr val="000000"/>
              </a:solidFill>
              <a:effectLst/>
              <a:uFillTx/>
              <a:latin typeface="Arial"/>
            </a:endParaRPr>
          </a:p>
          <a:p>
            <a:pPr indent="0">
              <a:lnSpc>
                <a:spcPct val="115000"/>
              </a:lnSpc>
              <a:spcBef>
                <a:spcPts val="1001"/>
              </a:spcBef>
              <a:buNone/>
              <a:tabLst>
                <a:tab pos="0" algn="l"/>
              </a:tabLst>
            </a:pPr>
            <a:endParaRPr lang="en-GB" sz="1400" b="0" u="none" strike="noStrike" dirty="0">
              <a:solidFill>
                <a:srgbClr val="000000"/>
              </a:solidFill>
              <a:effectLst/>
              <a:uFillTx/>
              <a:latin typeface="Arial"/>
            </a:endParaRPr>
          </a:p>
          <a:p>
            <a:pPr indent="0">
              <a:lnSpc>
                <a:spcPct val="115000"/>
              </a:lnSpc>
              <a:spcBef>
                <a:spcPts val="1001"/>
              </a:spcBef>
              <a:spcAft>
                <a:spcPts val="1001"/>
              </a:spcAft>
              <a:buNone/>
              <a:tabLst>
                <a:tab pos="0" algn="l"/>
              </a:tabLst>
            </a:pPr>
            <a:r>
              <a:rPr lang="en" sz="1400" b="0" u="none" strike="noStrike" dirty="0">
                <a:solidFill>
                  <a:srgbClr val="5B5B5B"/>
                </a:solidFill>
                <a:effectLst/>
                <a:uFillTx/>
                <a:latin typeface="Arial"/>
                <a:ea typeface="Arial"/>
              </a:rPr>
              <a:t>Per-Credit Rate</a:t>
            </a:r>
            <a:endParaRPr lang="en-GB" sz="1400" b="0" u="none" strike="noStrike" dirty="0">
              <a:solidFill>
                <a:srgbClr val="000000"/>
              </a:solidFill>
              <a:effectLst/>
              <a:uFillTx/>
              <a:latin typeface="Arial"/>
            </a:endParaRPr>
          </a:p>
        </p:txBody>
      </p:sp>
      <p:sp>
        <p:nvSpPr>
          <p:cNvPr id="350" name="Google Shape;735;p69"/>
          <p:cNvSpPr/>
          <p:nvPr/>
        </p:nvSpPr>
        <p:spPr>
          <a:xfrm>
            <a:off x="365760" y="1307160"/>
            <a:ext cx="1917360" cy="731880"/>
          </a:xfrm>
          <a:prstGeom prst="rect">
            <a:avLst/>
          </a:prstGeom>
          <a:noFill/>
          <a:ln w="0">
            <a:noFill/>
          </a:ln>
        </p:spPr>
        <p:style>
          <a:lnRef idx="0">
            <a:scrgbClr r="0" g="0" b="0"/>
          </a:lnRef>
          <a:fillRef idx="0">
            <a:scrgbClr r="0" g="0" b="0"/>
          </a:fillRef>
          <a:effectRef idx="0">
            <a:scrgbClr r="0" g="0" b="0"/>
          </a:effectRef>
          <a:fontRef idx="minor"/>
        </p:style>
        <p:txBody>
          <a:bodyPr lIns="90000" tIns="91440" rIns="90000" bIns="91440" anchor="t" wrap="none">
            <a:spAutoFit/>
          </a:bodyPr>
          <a:lstStyle/>
          <a:p>
            <a:pPr>
              <a:lnSpc>
                <a:spcPct val="100000"/>
              </a:lnSpc>
              <a:tabLst>
                <a:tab pos="0" algn="l"/>
              </a:tabLst>
            </a:pPr>
            <a:r>
              <a:rPr lang="en" sz="2800" b="1" u="none" strike="noStrike">
                <a:solidFill>
                  <a:schemeClr val="accent1"/>
                </a:solidFill>
                <a:effectLst/>
                <a:uFillTx/>
                <a:latin typeface="Arial Black"/>
                <a:ea typeface="Arial Black"/>
              </a:rPr>
              <a:t>$0.0M</a:t>
            </a:r>
            <a:endParaRPr lang="en-GB" sz="2800" b="0" u="none" strike="noStrike">
              <a:solidFill>
                <a:srgbClr val="000000"/>
              </a:solidFill>
              <a:effectLst/>
              <a:uFillTx/>
              <a:latin typeface="Arial"/>
            </a:endParaRPr>
          </a:p>
        </p:txBody>
      </p:sp>
      <p:sp>
        <p:nvSpPr>
          <p:cNvPr id="351" name="Google Shape;736;p69"/>
          <p:cNvSpPr/>
          <p:nvPr/>
        </p:nvSpPr>
        <p:spPr>
          <a:xfrm>
            <a:off x="2459520" y="1307160"/>
            <a:ext cx="2046240" cy="731160"/>
          </a:xfrm>
          <a:prstGeom prst="rect">
            <a:avLst/>
          </a:prstGeom>
          <a:noFill/>
          <a:ln w="0">
            <a:noFill/>
          </a:ln>
        </p:spPr>
        <p:style>
          <a:lnRef idx="0">
            <a:scrgbClr r="0" g="0" b="0"/>
          </a:lnRef>
          <a:fillRef idx="0">
            <a:scrgbClr r="0" g="0" b="0"/>
          </a:fillRef>
          <a:effectRef idx="0">
            <a:scrgbClr r="0" g="0" b="0"/>
          </a:effectRef>
          <a:fontRef idx="minor"/>
        </p:style>
        <p:txBody>
          <a:bodyPr lIns="90000" tIns="91440" rIns="90000" bIns="91440" anchor="t" wrap="none">
            <a:spAutoFit/>
          </a:bodyPr>
          <a:lstStyle/>
          <a:p>
            <a:pPr>
              <a:lnSpc>
                <a:spcPct val="100000"/>
              </a:lnSpc>
              <a:tabLst>
                <a:tab pos="0" algn="l"/>
              </a:tabLst>
            </a:pPr>
            <a:r>
              <a:rPr lang="en" sz="2800" b="1" u="none" strike="noStrike">
                <a:solidFill>
                  <a:schemeClr val="accent1"/>
                </a:solidFill>
                <a:effectLst/>
                <a:uFillTx/>
                <a:latin typeface="Arial Black"/>
                <a:ea typeface="Arial Black"/>
              </a:rPr>
              <a:t>3 Yr</a:t>
            </a:r>
            <a:endParaRPr lang="en-GB" sz="2800" b="0" u="none" strike="noStrike">
              <a:solidFill>
                <a:srgbClr val="000000"/>
              </a:solidFill>
              <a:effectLst/>
              <a:uFillTx/>
              <a:latin typeface="Arial"/>
            </a:endParaRPr>
          </a:p>
        </p:txBody>
      </p:sp>
      <p:sp>
        <p:nvSpPr>
          <p:cNvPr id="352" name="Google Shape;737;p69"/>
          <p:cNvSpPr/>
          <p:nvPr/>
        </p:nvSpPr>
        <p:spPr>
          <a:xfrm>
            <a:off x="4673160" y="1307160"/>
            <a:ext cx="2046240" cy="731160"/>
          </a:xfrm>
          <a:prstGeom prst="rect">
            <a:avLst/>
          </a:prstGeom>
          <a:noFill/>
          <a:ln w="0">
            <a:noFill/>
          </a:ln>
        </p:spPr>
        <p:style>
          <a:lnRef idx="0">
            <a:scrgbClr r="0" g="0" b="0"/>
          </a:lnRef>
          <a:fillRef idx="0">
            <a:scrgbClr r="0" g="0" b="0"/>
          </a:fillRef>
          <a:effectRef idx="0">
            <a:scrgbClr r="0" g="0" b="0"/>
          </a:effectRef>
          <a:fontRef idx="minor"/>
        </p:style>
        <p:txBody>
          <a:bodyPr lIns="90000" tIns="91440" rIns="90000" bIns="91440" anchor="t" wrap="none">
            <a:spAutoFit/>
          </a:bodyPr>
          <a:lstStyle/>
          <a:p>
            <a:pPr>
              <a:lnSpc>
                <a:spcPct val="100000"/>
              </a:lnSpc>
              <a:tabLst>
                <a:tab pos="0" algn="l"/>
              </a:tabLst>
            </a:pPr>
            <a:r>
              <a:rPr lang="en" sz="2800" b="1" u="none" strike="noStrike">
                <a:solidFill>
                  <a:schemeClr val="accent1"/>
                </a:solidFill>
                <a:effectLst/>
                <a:uFillTx/>
                <a:latin typeface="Arial Black"/>
                <a:ea typeface="Arial Black"/>
              </a:rPr>
              <a:t>$0.0M</a:t>
            </a:r>
            <a:endParaRPr lang="en-GB" sz="2800" b="0" u="none" strike="noStrike">
              <a:solidFill>
                <a:srgbClr val="000000"/>
              </a:solidFill>
              <a:effectLst/>
              <a:uFillTx/>
              <a:latin typeface="Arial"/>
            </a:endParaRPr>
          </a:p>
        </p:txBody>
      </p:sp>
      <p:sp>
        <p:nvSpPr>
          <p:cNvPr id="353" name="Google Shape;738;p69"/>
          <p:cNvSpPr/>
          <p:nvPr/>
        </p:nvSpPr>
        <p:spPr>
          <a:xfrm>
            <a:off x="6886800" y="1289880"/>
            <a:ext cx="1917360" cy="731160"/>
          </a:xfrm>
          <a:prstGeom prst="rect">
            <a:avLst/>
          </a:prstGeom>
          <a:noFill/>
          <a:ln w="0">
            <a:noFill/>
          </a:ln>
        </p:spPr>
        <p:style>
          <a:lnRef idx="0">
            <a:scrgbClr r="0" g="0" b="0"/>
          </a:lnRef>
          <a:fillRef idx="0">
            <a:scrgbClr r="0" g="0" b="0"/>
          </a:fillRef>
          <a:effectRef idx="0">
            <a:scrgbClr r="0" g="0" b="0"/>
          </a:effectRef>
          <a:fontRef idx="minor"/>
        </p:style>
        <p:txBody>
          <a:bodyPr lIns="90000" tIns="91440" rIns="90000" bIns="91440" anchor="t" wrap="none">
            <a:spAutoFit/>
          </a:bodyPr>
          <a:lstStyle/>
          <a:p>
            <a:pPr>
              <a:lnSpc>
                <a:spcPct val="100000"/>
              </a:lnSpc>
              <a:tabLst>
                <a:tab pos="0" algn="l"/>
              </a:tabLst>
            </a:pPr>
            <a:r>
              <a:rPr lang="en" sz="2800" b="1" u="none" strike="noStrike">
                <a:solidFill>
                  <a:schemeClr val="accent1"/>
                </a:solidFill>
                <a:effectLst/>
                <a:uFillTx/>
                <a:latin typeface="Arial Black"/>
                <a:ea typeface="Arial Black"/>
              </a:rPr>
              <a:t>$0.00</a:t>
            </a:r>
            <a:endParaRPr lang="en-GB" sz="2800" b="0" u="none" strike="noStrike">
              <a:solidFill>
                <a:srgbClr val="000000"/>
              </a:solidFill>
              <a:effectLst/>
              <a:uFillTx/>
              <a:latin typeface="Arial"/>
            </a:endParaRPr>
          </a:p>
        </p:txBody>
      </p:sp>
      <p:sp>
        <p:nvSpPr>
          <p:cNvPr id="354" name="PlaceHolder 6"/>
          <p:cNvSpPr>
            <a:spLocks noGrp="1"/>
          </p:cNvSpPr>
          <p:nvPr>
            <p:ph type="sldNum" idx="31"/>
          </p:nvPr>
        </p:nvSpPr>
        <p:spPr>
          <a:xfrm>
            <a:off x="8229600" y="4859280"/>
            <a:ext cx="470880" cy="95040"/>
          </a:xfrm>
          <a:prstGeom prst="rect">
            <a:avLst/>
          </a:prstGeom>
          <a:noFill/>
          <a:ln w="0">
            <a:noFill/>
          </a:ln>
        </p:spPr>
        <p:txBody>
          <a:bodyPr lIns="0" tIns="0" rIns="0" bIns="0" anchor="b">
            <a:spAutoFit/>
          </a:bodyPr>
          <a:lstStyle>
            <a:lvl1pPr indent="0" algn="r">
              <a:lnSpc>
                <a:spcPct val="100000"/>
              </a:lnSpc>
              <a:buNone/>
              <a:tabLst>
                <a:tab pos="0" algn="l"/>
              </a:tabLst>
              <a:defRPr lang="en" sz="600" b="0" u="none" strike="noStrike">
                <a:solidFill>
                  <a:srgbClr val="929292"/>
                </a:solidFill>
                <a:effectLst/>
                <a:uFillTx/>
                <a:latin typeface="Arial"/>
                <a:ea typeface="Arial"/>
              </a:defRPr>
            </a:lvl1pPr>
          </a:lstStyle>
          <a:p>
            <a:pPr indent="0" algn="r">
              <a:lnSpc>
                <a:spcPct val="100000"/>
              </a:lnSpc>
              <a:buNone/>
              <a:tabLst>
                <a:tab pos="0" algn="l"/>
              </a:tabLst>
            </a:pPr>
            <a:fld id="{690B65D1-50C8-4DC3-BDBA-2BD49FFB7F49}" type="slidenum">
              <a:rPr lang="en" sz="600" b="0" u="none" strike="noStrike">
                <a:solidFill>
                  <a:srgbClr val="929292"/>
                </a:solidFill>
                <a:effectLst/>
                <a:uFillTx/>
                <a:latin typeface="Arial"/>
                <a:ea typeface="Arial"/>
              </a:rPr>
              <a:t>12</a:t>
            </a:fld>
            <a:endParaRPr lang="en-GB" sz="600" b="0" u="none" strike="noStrike">
              <a:solidFill>
                <a:srgbClr val="000000"/>
              </a:solidFill>
              <a:effectLst/>
              <a:uFillTx/>
              <a:latin typeface="Times New Roman"/>
            </a:endParaRPr>
          </a:p>
        </p:txBody>
      </p:sp>
      <p:sp>
        <p:nvSpPr>
          <p:cNvPr id="355" name="PlaceHolder 7"/>
          <p:cNvSpPr>
            <a:spLocks noGrp="1"/>
          </p:cNvSpPr>
          <p:nvPr>
            <p:ph type="subTitle"/>
          </p:nvPr>
        </p:nvSpPr>
        <p:spPr>
          <a:xfrm>
            <a:off x="365760" y="655200"/>
            <a:ext cx="8341920" cy="362880"/>
          </a:xfrm>
          <a:prstGeom prst="rect">
            <a:avLst/>
          </a:prstGeom>
          <a:noFill/>
          <a:ln w="0">
            <a:noFill/>
          </a:ln>
        </p:spPr>
        <p:txBody>
          <a:bodyPr lIns="91440" tIns="91440" rIns="91440" bIns="91440" anchor="t">
            <a:noAutofit/>
          </a:bodyPr>
          <a:lstStyle/>
          <a:p>
            <a:pPr indent="0">
              <a:lnSpc>
                <a:spcPct val="115000"/>
              </a:lnSpc>
              <a:spcAft>
                <a:spcPts val="1001"/>
              </a:spcAft>
              <a:buNone/>
              <a:tabLst>
                <a:tab pos="0" algn="l"/>
              </a:tabLst>
            </a:pPr>
            <a:r>
              <a:rPr lang="en" sz="1800" b="0" u="none" strike="noStrike" dirty="0">
                <a:solidFill>
                  <a:srgbClr val="5B5B5B"/>
                </a:solidFill>
                <a:effectLst/>
                <a:uFillTx/>
                <a:latin typeface="Arial"/>
                <a:ea typeface="Arial"/>
              </a:rPr>
              <a:t>[Edition]  |  [Cloud]  |  [Region]</a:t>
            </a:r>
            <a:endParaRPr lang="en-GB" sz="1800" b="0" u="none" strike="noStrike" dirty="0">
              <a:solidFill>
                <a:srgbClr val="000000"/>
              </a:solidFill>
              <a:effectLst/>
              <a:uFillTx/>
              <a:latin typeface="Arial"/>
            </a:endParaRPr>
          </a:p>
        </p:txBody>
      </p:sp>
      <p:sp>
        <p:nvSpPr>
          <p:cNvPr id="4" name="PlaceHolder 3">
            <a:extLst>
              <a:ext uri="{FF2B5EF4-FFF2-40B4-BE49-F238E27FC236}">
                <a16:creationId xmlns:a16="http://schemas.microsoft.com/office/drawing/2014/main" id="{BD4081B7-50CD-4A93-D435-D9C1EDE7AAE4}"/>
              </a:ext>
            </a:extLst>
          </p:cNvPr>
          <p:cNvSpPr txBox="1">
            <a:spLocks/>
          </p:cNvSpPr>
          <p:nvPr/>
        </p:nvSpPr>
        <p:spPr>
          <a:xfrm>
            <a:off x="2579760" y="1289880"/>
            <a:ext cx="1917360" cy="1671120"/>
          </a:xfrm>
          <a:prstGeom prst="rect">
            <a:avLst/>
          </a:prstGeom>
          <a:noFill/>
          <a:ln w="0">
            <a:noFill/>
          </a:ln>
        </p:spPr>
        <p:txBody>
          <a:bodyPr lIns="91440" tIns="91440" rIns="91440" bIns="91440" anchor="t">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nSpc>
                <a:spcPct val="115000"/>
              </a:lnSpc>
              <a:tabLst>
                <a:tab pos="0" algn="l"/>
              </a:tabLst>
            </a:pPr>
            <a:endParaRPr lang="en-GB" sz="1400" dirty="0">
              <a:solidFill>
                <a:srgbClr val="000000"/>
              </a:solidFill>
              <a:latin typeface="Arial"/>
            </a:endParaRPr>
          </a:p>
          <a:p>
            <a:pPr>
              <a:lnSpc>
                <a:spcPct val="115000"/>
              </a:lnSpc>
              <a:spcBef>
                <a:spcPts val="1001"/>
              </a:spcBef>
              <a:tabLst>
                <a:tab pos="0" algn="l"/>
              </a:tabLst>
            </a:pPr>
            <a:endParaRPr lang="en-GB" sz="1400" dirty="0">
              <a:solidFill>
                <a:srgbClr val="000000"/>
              </a:solidFill>
              <a:latin typeface="Arial"/>
            </a:endParaRPr>
          </a:p>
          <a:p>
            <a:pPr>
              <a:lnSpc>
                <a:spcPct val="115000"/>
              </a:lnSpc>
              <a:spcBef>
                <a:spcPts val="1001"/>
              </a:spcBef>
              <a:spcAft>
                <a:spcPts val="1001"/>
              </a:spcAft>
              <a:tabLst>
                <a:tab pos="0" algn="l"/>
              </a:tabLst>
            </a:pPr>
            <a:r>
              <a:rPr lang="en" sz="1400" dirty="0">
                <a:solidFill>
                  <a:srgbClr val="5B5B5B"/>
                </a:solidFill>
                <a:latin typeface="Arial"/>
                <a:ea typeface="Arial"/>
              </a:rPr>
              <a:t>Contract Term</a:t>
            </a:r>
            <a:endParaRPr lang="en-GB" sz="1400" dirty="0">
              <a:solidFill>
                <a:srgbClr val="000000"/>
              </a:solidFill>
              <a:latin typeface="Arial"/>
            </a:endParaRPr>
          </a:p>
        </p:txBody>
      </p:sp>
      <p:sp>
        <p:nvSpPr>
          <p:cNvPr id="356" name="TextBox 355"/>
          <p:cNvSpPr txBox="1"/>
          <p:nvPr/>
        </p:nvSpPr>
        <p:spPr>
          <a:xfrm>
            <a:off x="365760" y="4572000"/>
            <a:ext cx="2743200" cy="274320"/>
          </a:xfrm>
          <a:prstGeom prst="rect">
            <a:avLst/>
          </a:prstGeom>
          <a:noFill/>
        </p:spPr>
        <p:txBody>
          <a:bodyPr wrap="none">
            <a:spAutoFit/>
          </a:bodyPr>
          <a:lstStyle/>
          <a:p>
            <a:r>
              <a:rPr sz="800">
                <a:solidFill>
                  <a:srgbClr val="8C8C8C"/>
                </a:solidFill>
                <a:latin typeface="Arial"/>
              </a:rPr>
              <a:t>Confidential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04" name="PlaceHolder 1"/>
          <p:cNvSpPr>
            <a:spLocks noGrp="1"/>
          </p:cNvSpPr>
          <p:nvPr>
            <p:ph type="title"/>
          </p:nvPr>
        </p:nvSpPr>
        <p:spPr>
          <a:xfrm>
            <a:off x="365760" y="274320"/>
            <a:ext cx="8341920" cy="362880"/>
          </a:xfrm>
          <a:prstGeom prst="rect">
            <a:avLst/>
          </a:prstGeom>
          <a:noFill/>
          <a:ln w="0">
            <a:noFill/>
          </a:ln>
        </p:spPr>
        <p:txBody>
          <a:bodyPr lIns="91440" tIns="91440" rIns="91440" bIns="91440" anchor="t">
            <a:noAutofit/>
          </a:bodyPr>
          <a:lstStyle/>
          <a:p>
            <a:pPr indent="0">
              <a:lnSpc>
                <a:spcPct val="85000"/>
              </a:lnSpc>
              <a:spcAft>
                <a:spcPts val="1001"/>
              </a:spcAft>
              <a:buNone/>
              <a:tabLst>
                <a:tab pos="0" algn="l"/>
              </a:tabLst>
            </a:pPr>
            <a:r>
              <a:rPr lang="en" sz="2600" b="1" u="none" strike="noStrike">
                <a:solidFill>
                  <a:schemeClr val="dk1"/>
                </a:solidFill>
                <a:effectLst/>
                <a:uFillTx/>
                <a:latin typeface="Arial"/>
                <a:ea typeface="Arial"/>
              </a:rPr>
              <a:t>Warehouse Workloads</a:t>
            </a:r>
            <a:endParaRPr lang="en-GB" sz="2600" b="0" u="none" strike="noStrike">
              <a:solidFill>
                <a:srgbClr val="000000"/>
              </a:solidFill>
              <a:effectLst/>
              <a:uFillTx/>
              <a:latin typeface="Arial"/>
            </a:endParaRPr>
          </a:p>
        </p:txBody>
      </p:sp>
      <p:graphicFrame>
        <p:nvGraphicFramePr>
          <p:cNvPr id="405" name="Google Shape;1866;p87"/>
          <p:cNvGraphicFramePr/>
          <p:nvPr/>
        </p:nvGraphicFramePr>
        <p:xfrm>
          <a:off x="459720" y="1253520"/>
          <a:ext cx="8224200" cy="953280"/>
        </p:xfrm>
        <a:graphic>
          <a:graphicData uri="http://schemas.openxmlformats.org/drawingml/2006/table">
            <a:tbl>
              <a:tblPr/>
              <a:tblGrid>
                <a:gridCol w="2271878"/>
                <a:gridCol w="727001"/>
                <a:gridCol w="772438"/>
                <a:gridCol w="772438"/>
                <a:gridCol w="681563"/>
                <a:gridCol w="681563"/>
                <a:gridCol w="954188"/>
                <a:gridCol w="636125"/>
                <a:gridCol w="727006"/>
              </a:tblGrid>
              <a:tr h="476640">
                <a:tc>
                  <a:txBody>
                    <a:bodyPr/>
                    <a:lstStyle/>
                    <a:p>
                      <a:pPr algn="ctr">
                        <a:lnSpc>
                          <a:spcPct val="100000"/>
                        </a:lnSpc>
                        <a:tabLst>
                          <a:tab pos="0" algn="l"/>
                        </a:tabLst>
                      </a:pPr>
                      <a:r>
                        <a:rPr lang="en" sz="1400" b="1" u="none" strike="noStrike">
                          <a:solidFill>
                            <a:srgbClr val="FFFFFF"/>
                          </a:solidFill>
                          <a:effectLst/>
                          <a:uFillTx/>
                          <a:latin typeface="Arial"/>
                          <a:ea typeface="Arial"/>
                        </a:rPr>
                        <a:t>Workload</a:t>
                      </a:r>
                      <a:endParaRPr lang="en-GB" sz="1400" b="0" u="none" strike="noStrike">
                        <a:solidFill>
                          <a:srgbClr val="FFFFFF"/>
                        </a:solidFill>
                        <a:effectLst/>
                        <a:uFillTx/>
                        <a:latin typeface="Arial"/>
                      </a:endParaRPr>
                    </a:p>
                  </a:txBody>
                  <a:tcPr marL="34200" marR="34200" marT="34200" marB="34200" anchor="ctr">
                    <a:lnL w="9360">
                      <a:solidFill>
                        <a:srgbClr val="000000">
                          <a:alpha val="0"/>
                        </a:srgbClr>
                      </a:solidFill>
                      <a:prstDash val="solid"/>
                    </a:lnL>
                    <a:lnR w="9360">
                      <a:solidFill>
                        <a:srgbClr val="000000">
                          <a:alpha val="0"/>
                        </a:srgbClr>
                      </a:solidFill>
                      <a:prstDash val="solid"/>
                    </a:lnR>
                    <a:lnT w="9360">
                      <a:solidFill>
                        <a:srgbClr val="000000">
                          <a:alpha val="0"/>
                        </a:srgbClr>
                      </a:solidFill>
                      <a:prstDash val="solid"/>
                    </a:lnT>
                    <a:lnB w="9360">
                      <a:solidFill>
                        <a:srgbClr val="000000">
                          <a:alpha val="0"/>
                        </a:srgbClr>
                      </a:solidFill>
                      <a:prstDash val="solid"/>
                    </a:lnB>
                    <a:solidFill>
                      <a:srgbClr val="11577F"/>
                    </a:solidFill>
                  </a:tcPr>
                </a:tc>
                <a:tc>
                  <a:txBody>
                    <a:bodyPr/>
                    <a:lstStyle/>
                    <a:p>
                      <a:pPr algn="ctr">
                        <a:lnSpc>
                          <a:spcPct val="100000"/>
                        </a:lnSpc>
                        <a:tabLst>
                          <a:tab pos="0" algn="l"/>
                        </a:tabLst>
                      </a:pPr>
                      <a:r>
                        <a:rPr lang="en" sz="1400" b="1" u="none" strike="noStrike">
                          <a:solidFill>
                            <a:srgbClr val="FFFFFF"/>
                          </a:solidFill>
                          <a:effectLst/>
                          <a:uFillTx/>
                          <a:latin typeface="Arial"/>
                          <a:ea typeface="Arial"/>
                        </a:rPr>
                        <a:t>Size</a:t>
                      </a:r>
                      <a:endParaRPr lang="en-GB" sz="1400" b="0" u="none" strike="noStrike">
                        <a:solidFill>
                          <a:srgbClr val="FFFFFF"/>
                        </a:solidFill>
                        <a:effectLst/>
                        <a:uFillTx/>
                        <a:latin typeface="Arial"/>
                      </a:endParaRPr>
                    </a:p>
                  </a:txBody>
                  <a:tcPr marL="34200" marR="34200" marT="34200" marB="34200" anchor="ctr">
                    <a:lnL w="9360">
                      <a:solidFill>
                        <a:srgbClr val="000000">
                          <a:alpha val="0"/>
                        </a:srgbClr>
                      </a:solidFill>
                      <a:prstDash val="solid"/>
                    </a:lnL>
                    <a:lnR w="9360">
                      <a:solidFill>
                        <a:srgbClr val="000000">
                          <a:alpha val="0"/>
                        </a:srgbClr>
                      </a:solidFill>
                      <a:prstDash val="solid"/>
                    </a:lnR>
                    <a:lnT w="9360">
                      <a:solidFill>
                        <a:srgbClr val="000000">
                          <a:alpha val="0"/>
                        </a:srgbClr>
                      </a:solidFill>
                      <a:prstDash val="solid"/>
                    </a:lnT>
                    <a:lnB w="9360">
                      <a:solidFill>
                        <a:srgbClr val="000000">
                          <a:alpha val="0"/>
                        </a:srgbClr>
                      </a:solidFill>
                      <a:prstDash val="solid"/>
                    </a:lnB>
                    <a:solidFill>
                      <a:srgbClr val="11577F"/>
                    </a:solidFill>
                  </a:tcPr>
                </a:tc>
                <a:tc>
                  <a:txBody>
                    <a:bodyPr/>
                    <a:lstStyle/>
                    <a:p>
                      <a:pPr algn="ctr">
                        <a:lnSpc>
                          <a:spcPct val="100000"/>
                        </a:lnSpc>
                        <a:tabLst>
                          <a:tab pos="0" algn="l"/>
                        </a:tabLst>
                      </a:pPr>
                      <a:r>
                        <a:rPr lang="en" sz="1400" b="1" u="none" strike="noStrike">
                          <a:solidFill>
                            <a:srgbClr val="FFFFFF"/>
                          </a:solidFill>
                          <a:effectLst/>
                          <a:uFillTx/>
                          <a:latin typeface="Arial"/>
                          <a:ea typeface="Arial"/>
                        </a:rPr>
                        <a:t>Hrs/Day</a:t>
                      </a:r>
                      <a:endParaRPr lang="en-GB" sz="1400" b="0" u="none" strike="noStrike">
                        <a:solidFill>
                          <a:srgbClr val="FFFFFF"/>
                        </a:solidFill>
                        <a:effectLst/>
                        <a:uFillTx/>
                        <a:latin typeface="Arial"/>
                      </a:endParaRPr>
                    </a:p>
                  </a:txBody>
                  <a:tcPr marL="34200" marR="34200" marT="34200" marB="34200" anchor="ctr">
                    <a:lnL w="9360">
                      <a:solidFill>
                        <a:srgbClr val="000000">
                          <a:alpha val="0"/>
                        </a:srgbClr>
                      </a:solidFill>
                      <a:prstDash val="solid"/>
                    </a:lnL>
                    <a:lnR w="9360">
                      <a:solidFill>
                        <a:srgbClr val="000000">
                          <a:alpha val="0"/>
                        </a:srgbClr>
                      </a:solidFill>
                      <a:prstDash val="solid"/>
                    </a:lnR>
                    <a:lnT w="9360">
                      <a:solidFill>
                        <a:srgbClr val="000000">
                          <a:alpha val="0"/>
                        </a:srgbClr>
                      </a:solidFill>
                      <a:prstDash val="solid"/>
                    </a:lnT>
                    <a:lnB w="9360">
                      <a:solidFill>
                        <a:srgbClr val="000000">
                          <a:alpha val="0"/>
                        </a:srgbClr>
                      </a:solidFill>
                      <a:prstDash val="solid"/>
                    </a:lnB>
                    <a:solidFill>
                      <a:srgbClr val="11577F"/>
                    </a:solidFill>
                  </a:tcPr>
                </a:tc>
                <a:tc>
                  <a:txBody>
                    <a:bodyPr/>
                    <a:lstStyle/>
                    <a:p>
                      <a:pPr algn="ctr">
                        <a:lnSpc>
                          <a:spcPct val="100000"/>
                        </a:lnSpc>
                        <a:tabLst>
                          <a:tab pos="0" algn="l"/>
                        </a:tabLst>
                      </a:pPr>
                      <a:r>
                        <a:rPr lang="en" sz="1400" b="1" u="none" strike="noStrike">
                          <a:solidFill>
                            <a:srgbClr val="FFFFFF"/>
                          </a:solidFill>
                          <a:effectLst/>
                          <a:uFillTx/>
                          <a:latin typeface="Arial"/>
                          <a:ea typeface="Arial"/>
                        </a:rPr>
                        <a:t>Days/Mo</a:t>
                      </a:r>
                      <a:endParaRPr lang="en-GB" sz="1400" b="0" u="none" strike="noStrike">
                        <a:solidFill>
                          <a:srgbClr val="FFFFFF"/>
                        </a:solidFill>
                        <a:effectLst/>
                        <a:uFillTx/>
                        <a:latin typeface="Arial"/>
                      </a:endParaRPr>
                    </a:p>
                  </a:txBody>
                  <a:tcPr marL="34200" marR="34200" marT="34200" marB="34200" anchor="ctr">
                    <a:lnL w="9360">
                      <a:solidFill>
                        <a:srgbClr val="000000">
                          <a:alpha val="0"/>
                        </a:srgbClr>
                      </a:solidFill>
                      <a:prstDash val="solid"/>
                    </a:lnL>
                    <a:lnR w="9360">
                      <a:solidFill>
                        <a:srgbClr val="000000">
                          <a:alpha val="0"/>
                        </a:srgbClr>
                      </a:solidFill>
                      <a:prstDash val="solid"/>
                    </a:lnR>
                    <a:lnT w="9360">
                      <a:solidFill>
                        <a:srgbClr val="000000">
                          <a:alpha val="0"/>
                        </a:srgbClr>
                      </a:solidFill>
                      <a:prstDash val="solid"/>
                    </a:lnT>
                    <a:lnB w="9360">
                      <a:solidFill>
                        <a:srgbClr val="000000">
                          <a:alpha val="0"/>
                        </a:srgbClr>
                      </a:solidFill>
                      <a:prstDash val="solid"/>
                    </a:lnB>
                    <a:solidFill>
                      <a:srgbClr val="11577F"/>
                    </a:solidFill>
                  </a:tcPr>
                </a:tc>
                <a:tc>
                  <a:txBody>
                    <a:bodyPr/>
                    <a:lstStyle/>
                    <a:p>
                      <a:pPr algn="ctr">
                        <a:lnSpc>
                          <a:spcPct val="100000"/>
                        </a:lnSpc>
                        <a:tabLst>
                          <a:tab pos="0" algn="l"/>
                        </a:tabLst>
                      </a:pPr>
                      <a:r>
                        <a:rPr lang="en" sz="1400" b="1" u="none" strike="noStrike">
                          <a:solidFill>
                            <a:srgbClr val="FFFFFF"/>
                          </a:solidFill>
                          <a:effectLst/>
                          <a:uFillTx/>
                          <a:latin typeface="Arial"/>
                          <a:ea typeface="Arial"/>
                        </a:rPr>
                        <a:t>Min Cl</a:t>
                      </a:r>
                      <a:endParaRPr lang="en-GB" sz="1400" b="0" u="none" strike="noStrike">
                        <a:solidFill>
                          <a:srgbClr val="FFFFFF"/>
                        </a:solidFill>
                        <a:effectLst/>
                        <a:uFillTx/>
                        <a:latin typeface="Arial"/>
                      </a:endParaRPr>
                    </a:p>
                  </a:txBody>
                  <a:tcPr marL="34200" marR="34200" marT="34200" marB="34200" anchor="ctr">
                    <a:lnL w="9360">
                      <a:solidFill>
                        <a:srgbClr val="000000">
                          <a:alpha val="0"/>
                        </a:srgbClr>
                      </a:solidFill>
                      <a:prstDash val="solid"/>
                    </a:lnL>
                    <a:lnR w="9360">
                      <a:solidFill>
                        <a:srgbClr val="000000">
                          <a:alpha val="0"/>
                        </a:srgbClr>
                      </a:solidFill>
                      <a:prstDash val="solid"/>
                    </a:lnR>
                    <a:lnT w="9360">
                      <a:solidFill>
                        <a:srgbClr val="000000">
                          <a:alpha val="0"/>
                        </a:srgbClr>
                      </a:solidFill>
                      <a:prstDash val="solid"/>
                    </a:lnT>
                    <a:lnB w="9360">
                      <a:solidFill>
                        <a:srgbClr val="000000">
                          <a:alpha val="0"/>
                        </a:srgbClr>
                      </a:solidFill>
                      <a:prstDash val="solid"/>
                    </a:lnB>
                    <a:solidFill>
                      <a:srgbClr val="11577F"/>
                    </a:solidFill>
                  </a:tcPr>
                </a:tc>
                <a:tc>
                  <a:txBody>
                    <a:bodyPr/>
                    <a:lstStyle/>
                    <a:p>
                      <a:pPr algn="ctr">
                        <a:lnSpc>
                          <a:spcPct val="100000"/>
                        </a:lnSpc>
                        <a:tabLst>
                          <a:tab pos="0" algn="l"/>
                        </a:tabLst>
                      </a:pPr>
                      <a:r>
                        <a:rPr lang="en" sz="1400" b="1" u="none" strike="noStrike">
                          <a:solidFill>
                            <a:srgbClr val="FFFFFF"/>
                          </a:solidFill>
                          <a:effectLst/>
                          <a:uFillTx/>
                          <a:latin typeface="Arial"/>
                          <a:ea typeface="Arial"/>
                        </a:rPr>
                        <a:t>Max Cl</a:t>
                      </a:r>
                      <a:endParaRPr lang="en-GB" sz="1400" b="0" u="none" strike="noStrike">
                        <a:solidFill>
                          <a:srgbClr val="FFFFFF"/>
                        </a:solidFill>
                        <a:effectLst/>
                        <a:uFillTx/>
                        <a:latin typeface="Arial"/>
                      </a:endParaRPr>
                    </a:p>
                  </a:txBody>
                  <a:tcPr marL="34200" marR="34200" marT="34200" marB="34200" anchor="ctr">
                    <a:lnL w="9360">
                      <a:solidFill>
                        <a:srgbClr val="000000">
                          <a:alpha val="0"/>
                        </a:srgbClr>
                      </a:solidFill>
                      <a:prstDash val="solid"/>
                    </a:lnL>
                    <a:lnR w="9360">
                      <a:solidFill>
                        <a:srgbClr val="000000">
                          <a:alpha val="0"/>
                        </a:srgbClr>
                      </a:solidFill>
                      <a:prstDash val="solid"/>
                    </a:lnR>
                    <a:lnT w="9360">
                      <a:solidFill>
                        <a:srgbClr val="000000">
                          <a:alpha val="0"/>
                        </a:srgbClr>
                      </a:solidFill>
                      <a:prstDash val="solid"/>
                    </a:lnT>
                    <a:lnB w="9360">
                      <a:solidFill>
                        <a:srgbClr val="000000">
                          <a:alpha val="0"/>
                        </a:srgbClr>
                      </a:solidFill>
                      <a:prstDash val="solid"/>
                    </a:lnB>
                    <a:solidFill>
                      <a:srgbClr val="11577F"/>
                    </a:solidFill>
                  </a:tcPr>
                </a:tc>
                <a:tc>
                  <a:txBody>
                    <a:bodyPr/>
                    <a:lstStyle/>
                    <a:p>
                      <a:pPr algn="ctr">
                        <a:lnSpc>
                          <a:spcPct val="100000"/>
                        </a:lnSpc>
                        <a:tabLst>
                          <a:tab pos="0" algn="l"/>
                        </a:tabLst>
                      </a:pPr>
                      <a:r>
                        <a:rPr lang="en" sz="1400" b="1" u="none" strike="noStrike">
                          <a:solidFill>
                            <a:srgbClr val="FFFFFF"/>
                          </a:solidFill>
                          <a:effectLst/>
                          <a:uFillTx/>
                          <a:latin typeface="Arial"/>
                          <a:ea typeface="Arial"/>
                        </a:rPr>
                        <a:t>Ramp</a:t>
                      </a:r>
                      <a:endParaRPr lang="en-GB" sz="1400" b="0" u="none" strike="noStrike">
                        <a:solidFill>
                          <a:srgbClr val="FFFFFF"/>
                        </a:solidFill>
                        <a:effectLst/>
                        <a:uFillTx/>
                        <a:latin typeface="Arial"/>
                      </a:endParaRPr>
                    </a:p>
                  </a:txBody>
                  <a:tcPr marL="34200" marR="34200" marT="34200" marB="34200" anchor="ctr">
                    <a:lnL w="9360">
                      <a:solidFill>
                        <a:srgbClr val="000000">
                          <a:alpha val="0"/>
                        </a:srgbClr>
                      </a:solidFill>
                      <a:prstDash val="solid"/>
                    </a:lnL>
                    <a:lnR w="9360">
                      <a:solidFill>
                        <a:srgbClr val="000000">
                          <a:alpha val="0"/>
                        </a:srgbClr>
                      </a:solidFill>
                      <a:prstDash val="solid"/>
                    </a:lnR>
                    <a:lnT w="9360">
                      <a:solidFill>
                        <a:srgbClr val="000000">
                          <a:alpha val="0"/>
                        </a:srgbClr>
                      </a:solidFill>
                      <a:prstDash val="solid"/>
                    </a:lnT>
                    <a:lnB w="9360">
                      <a:solidFill>
                        <a:srgbClr val="000000">
                          <a:alpha val="0"/>
                        </a:srgbClr>
                      </a:solidFill>
                      <a:prstDash val="solid"/>
                    </a:lnB>
                    <a:solidFill>
                      <a:srgbClr val="11577F"/>
                    </a:solidFill>
                  </a:tcPr>
                </a:tc>
                <a:tc>
                  <a:txBody>
                    <a:bodyPr/>
                    <a:lstStyle/>
                    <a:p>
                      <a:pPr algn="ctr">
                        <a:lnSpc>
                          <a:spcPct val="100000"/>
                        </a:lnSpc>
                        <a:tabLst>
                          <a:tab pos="0" algn="l"/>
                        </a:tabLst>
                      </a:pPr>
                      <a:r>
                        <a:rPr lang="en" sz="1400" b="1" u="none" strike="noStrike">
                          <a:solidFill>
                            <a:srgbClr val="FFFFFF"/>
                          </a:solidFill>
                          <a:effectLst/>
                          <a:uFillTx/>
                          <a:latin typeface="Arial"/>
                          <a:ea typeface="Arial"/>
                        </a:rPr>
                        <a:t>Dev</a:t>
                      </a:r>
                      <a:endParaRPr lang="en-GB" sz="1400" b="0" u="none" strike="noStrike">
                        <a:solidFill>
                          <a:srgbClr val="FFFFFF"/>
                        </a:solidFill>
                        <a:effectLst/>
                        <a:uFillTx/>
                        <a:latin typeface="Arial"/>
                      </a:endParaRPr>
                    </a:p>
                  </a:txBody>
                  <a:tcPr marL="34200" marR="34200" marT="34200" marB="34200" anchor="ctr">
                    <a:lnL w="9360">
                      <a:solidFill>
                        <a:srgbClr val="000000">
                          <a:alpha val="0"/>
                        </a:srgbClr>
                      </a:solidFill>
                      <a:prstDash val="solid"/>
                    </a:lnL>
                    <a:lnR w="9360">
                      <a:solidFill>
                        <a:srgbClr val="000000">
                          <a:alpha val="0"/>
                        </a:srgbClr>
                      </a:solidFill>
                      <a:prstDash val="solid"/>
                    </a:lnR>
                    <a:lnT w="9360">
                      <a:solidFill>
                        <a:srgbClr val="000000">
                          <a:alpha val="0"/>
                        </a:srgbClr>
                      </a:solidFill>
                      <a:prstDash val="solid"/>
                    </a:lnT>
                    <a:lnB w="9360">
                      <a:solidFill>
                        <a:srgbClr val="000000">
                          <a:alpha val="0"/>
                        </a:srgbClr>
                      </a:solidFill>
                      <a:prstDash val="solid"/>
                    </a:lnB>
                    <a:solidFill>
                      <a:srgbClr val="11577F"/>
                    </a:solidFill>
                  </a:tcPr>
                </a:tc>
                <a:tc>
                  <a:txBody>
                    <a:bodyPr/>
                    <a:lstStyle/>
                    <a:p>
                      <a:pPr algn="ctr">
                        <a:lnSpc>
                          <a:spcPct val="100000"/>
                        </a:lnSpc>
                        <a:tabLst>
                          <a:tab pos="0" algn="l"/>
                        </a:tabLst>
                      </a:pPr>
                      <a:r>
                        <a:rPr lang="en" sz="1400" b="1" u="none" strike="noStrike">
                          <a:solidFill>
                            <a:srgbClr val="FFFFFF"/>
                          </a:solidFill>
                          <a:effectLst/>
                          <a:uFillTx/>
                          <a:latin typeface="Arial"/>
                          <a:ea typeface="Arial"/>
                        </a:rPr>
                        <a:t>Go-Live</a:t>
                      </a:r>
                      <a:endParaRPr lang="en-GB" sz="1400" b="0" u="none" strike="noStrike">
                        <a:solidFill>
                          <a:srgbClr val="FFFFFF"/>
                        </a:solidFill>
                        <a:effectLst/>
                        <a:uFillTx/>
                        <a:latin typeface="Arial"/>
                      </a:endParaRPr>
                    </a:p>
                  </a:txBody>
                  <a:tcPr marL="34200" marR="34200" marT="34200" marB="34200" anchor="ctr">
                    <a:lnL w="9360">
                      <a:solidFill>
                        <a:srgbClr val="000000">
                          <a:alpha val="0"/>
                        </a:srgbClr>
                      </a:solidFill>
                      <a:prstDash val="solid"/>
                    </a:lnL>
                    <a:lnR w="9360">
                      <a:solidFill>
                        <a:srgbClr val="000000">
                          <a:alpha val="0"/>
                        </a:srgbClr>
                      </a:solidFill>
                      <a:prstDash val="solid"/>
                    </a:lnR>
                    <a:lnT w="9360">
                      <a:solidFill>
                        <a:srgbClr val="000000">
                          <a:alpha val="0"/>
                        </a:srgbClr>
                      </a:solidFill>
                      <a:prstDash val="solid"/>
                    </a:lnT>
                    <a:lnB w="9360">
                      <a:solidFill>
                        <a:srgbClr val="000000">
                          <a:alpha val="0"/>
                        </a:srgbClr>
                      </a:solidFill>
                      <a:prstDash val="solid"/>
                    </a:lnB>
                    <a:solidFill>
                      <a:srgbClr val="11577F"/>
                    </a:solidFill>
                  </a:tcPr>
                </a:tc>
                <a:extLst>
                  <a:ext uri="{0D108BD9-81ED-4DB2-BD59-A6C34878D82A}">
                    <a16:rowId xmlns:a16="http://schemas.microsoft.com/office/drawing/2014/main" val="10000"/>
                  </a:ext>
                </a:extLst>
              </a:tr>
              <a:tr h="476640">
                <a:tc>
                  <a:txBody>
                    <a:bodyPr/>
                    <a:lstStyle/>
                    <a:p>
                      <a:pPr algn="ctr">
                        <a:lnSpc>
                          <a:spcPct val="100000"/>
                        </a:lnSpc>
                        <a:tabLst>
                          <a:tab pos="0" algn="l"/>
                        </a:tabLst>
                      </a:pPr>
                      <a:r>
                        <a:rPr lang="en" sz="1100" b="0" u="none" strike="noStrike">
                          <a:solidFill>
                            <a:schemeClr val="dk1"/>
                          </a:solidFill>
                          <a:effectLst/>
                          <a:uFillTx/>
                          <a:latin typeface="Arial"/>
                          <a:ea typeface="Arial"/>
                        </a:rPr>
                        <a:t>Analytics</a:t>
                      </a:r>
                      <a:endParaRPr lang="en-GB" sz="1100" b="0" u="none" strike="noStrike">
                        <a:solidFill>
                          <a:srgbClr val="000000"/>
                        </a:solidFill>
                        <a:effectLst/>
                        <a:uFillTx/>
                        <a:latin typeface="Arial"/>
                      </a:endParaRPr>
                    </a:p>
                  </a:txBody>
                  <a:tcPr marL="34200" marR="34200" marT="34200" marB="34200" anchor="ctr">
                    <a:lnL w="9360">
                      <a:solidFill>
                        <a:srgbClr val="000000">
                          <a:alpha val="0"/>
                        </a:srgbClr>
                      </a:solidFill>
                      <a:prstDash val="solid"/>
                    </a:lnL>
                    <a:lnR w="9360">
                      <a:solidFill>
                        <a:srgbClr val="000000">
                          <a:alpha val="0"/>
                        </a:srgbClr>
                      </a:solidFill>
                      <a:prstDash val="solid"/>
                    </a:lnR>
                    <a:lnT w="9360">
                      <a:solidFill>
                        <a:srgbClr val="000000">
                          <a:alpha val="0"/>
                        </a:srgbClr>
                      </a:solidFill>
                      <a:prstDash val="solid"/>
                    </a:lnT>
                    <a:lnB w="12240">
                      <a:solidFill>
                        <a:srgbClr val="C8C8C8"/>
                      </a:solidFill>
                      <a:prstDash val="solid"/>
                    </a:lnB>
                    <a:solidFill>
                      <a:srgbClr val="FFFFFF"/>
                    </a:solidFill>
                  </a:tcPr>
                </a:tc>
                <a:tc>
                  <a:txBody>
                    <a:bodyPr/>
                    <a:lstStyle/>
                    <a:p>
                      <a:pPr algn="ctr">
                        <a:lnSpc>
                          <a:spcPct val="100000"/>
                        </a:lnSpc>
                        <a:tabLst>
                          <a:tab pos="0" algn="l"/>
                        </a:tabLst>
                      </a:pPr>
                      <a:r>
                        <a:rPr lang="en" sz="1100" b="0" u="none" strike="noStrike">
                          <a:solidFill>
                            <a:schemeClr val="dk1"/>
                          </a:solidFill>
                          <a:effectLst/>
                          <a:uFillTx/>
                          <a:latin typeface="Arial"/>
                          <a:ea typeface="Arial"/>
                        </a:rPr>
                        <a:t>M</a:t>
                      </a:r>
                      <a:endParaRPr lang="en-GB" sz="1100" b="0" u="none" strike="noStrike">
                        <a:solidFill>
                          <a:srgbClr val="000000"/>
                        </a:solidFill>
                        <a:effectLst/>
                        <a:uFillTx/>
                        <a:latin typeface="Arial"/>
                      </a:endParaRPr>
                    </a:p>
                  </a:txBody>
                  <a:tcPr marL="34200" marR="34200" marT="34200" marB="34200" anchor="ctr">
                    <a:lnL w="9360">
                      <a:solidFill>
                        <a:srgbClr val="000000">
                          <a:alpha val="0"/>
                        </a:srgbClr>
                      </a:solidFill>
                      <a:prstDash val="solid"/>
                    </a:lnL>
                    <a:lnR w="9360">
                      <a:solidFill>
                        <a:srgbClr val="000000">
                          <a:alpha val="0"/>
                        </a:srgbClr>
                      </a:solidFill>
                      <a:prstDash val="solid"/>
                    </a:lnR>
                    <a:lnT w="9360">
                      <a:solidFill>
                        <a:srgbClr val="000000">
                          <a:alpha val="0"/>
                        </a:srgbClr>
                      </a:solidFill>
                      <a:prstDash val="solid"/>
                    </a:lnT>
                    <a:lnB w="12240">
                      <a:solidFill>
                        <a:srgbClr val="C8C8C8"/>
                      </a:solidFill>
                      <a:prstDash val="solid"/>
                    </a:lnB>
                    <a:solidFill>
                      <a:srgbClr val="FFFFFF"/>
                    </a:solidFill>
                  </a:tcPr>
                </a:tc>
                <a:tc>
                  <a:txBody>
                    <a:bodyPr/>
                    <a:lstStyle/>
                    <a:p>
                      <a:pPr algn="ctr">
                        <a:lnSpc>
                          <a:spcPct val="100000"/>
                        </a:lnSpc>
                        <a:tabLst>
                          <a:tab pos="0" algn="l"/>
                        </a:tabLst>
                      </a:pPr>
                      <a:r>
                        <a:rPr lang="en" sz="1100" b="0" u="none" strike="noStrike">
                          <a:solidFill>
                            <a:schemeClr val="dk1"/>
                          </a:solidFill>
                          <a:effectLst/>
                          <a:uFillTx/>
                          <a:latin typeface="Arial"/>
                          <a:ea typeface="Arial"/>
                        </a:rPr>
                        <a:t>8</a:t>
                      </a:r>
                      <a:endParaRPr lang="en-GB" sz="1100" b="0" u="none" strike="noStrike">
                        <a:solidFill>
                          <a:srgbClr val="000000"/>
                        </a:solidFill>
                        <a:effectLst/>
                        <a:uFillTx/>
                        <a:latin typeface="Arial"/>
                      </a:endParaRPr>
                    </a:p>
                  </a:txBody>
                  <a:tcPr marL="34200" marR="34200" marT="34200" marB="34200" anchor="ctr">
                    <a:lnL w="9360">
                      <a:solidFill>
                        <a:srgbClr val="000000">
                          <a:alpha val="0"/>
                        </a:srgbClr>
                      </a:solidFill>
                      <a:prstDash val="solid"/>
                    </a:lnL>
                    <a:lnR w="9360">
                      <a:solidFill>
                        <a:srgbClr val="000000">
                          <a:alpha val="0"/>
                        </a:srgbClr>
                      </a:solidFill>
                      <a:prstDash val="solid"/>
                    </a:lnR>
                    <a:lnT w="9360">
                      <a:solidFill>
                        <a:srgbClr val="000000">
                          <a:alpha val="0"/>
                        </a:srgbClr>
                      </a:solidFill>
                      <a:prstDash val="solid"/>
                    </a:lnT>
                    <a:lnB w="12240">
                      <a:solidFill>
                        <a:srgbClr val="C8C8C8"/>
                      </a:solidFill>
                      <a:prstDash val="solid"/>
                    </a:lnB>
                    <a:solidFill>
                      <a:srgbClr val="FFFFFF"/>
                    </a:solidFill>
                  </a:tcPr>
                </a:tc>
                <a:tc>
                  <a:txBody>
                    <a:bodyPr/>
                    <a:lstStyle/>
                    <a:p>
                      <a:pPr algn="ctr">
                        <a:lnSpc>
                          <a:spcPct val="100000"/>
                        </a:lnSpc>
                        <a:tabLst>
                          <a:tab pos="0" algn="l"/>
                        </a:tabLst>
                      </a:pPr>
                      <a:r>
                        <a:rPr lang="en" sz="1100" b="0" u="none" strike="noStrike">
                          <a:solidFill>
                            <a:schemeClr val="dk1"/>
                          </a:solidFill>
                          <a:effectLst/>
                          <a:uFillTx/>
                          <a:latin typeface="Arial"/>
                          <a:ea typeface="Arial"/>
                        </a:rPr>
                        <a:t>22</a:t>
                      </a:r>
                      <a:endParaRPr lang="en-GB" sz="1100" b="0" u="none" strike="noStrike">
                        <a:solidFill>
                          <a:srgbClr val="000000"/>
                        </a:solidFill>
                        <a:effectLst/>
                        <a:uFillTx/>
                        <a:latin typeface="Arial"/>
                      </a:endParaRPr>
                    </a:p>
                  </a:txBody>
                  <a:tcPr marL="34200" marR="34200" marT="34200" marB="34200" anchor="ctr">
                    <a:lnL w="9360">
                      <a:solidFill>
                        <a:srgbClr val="000000">
                          <a:alpha val="0"/>
                        </a:srgbClr>
                      </a:solidFill>
                      <a:prstDash val="solid"/>
                    </a:lnL>
                    <a:lnR w="9360">
                      <a:solidFill>
                        <a:srgbClr val="000000">
                          <a:alpha val="0"/>
                        </a:srgbClr>
                      </a:solidFill>
                      <a:prstDash val="solid"/>
                    </a:lnR>
                    <a:lnT w="9360">
                      <a:solidFill>
                        <a:srgbClr val="000000">
                          <a:alpha val="0"/>
                        </a:srgbClr>
                      </a:solidFill>
                      <a:prstDash val="solid"/>
                    </a:lnT>
                    <a:lnB w="12240">
                      <a:solidFill>
                        <a:srgbClr val="C8C8C8"/>
                      </a:solidFill>
                      <a:prstDash val="solid"/>
                    </a:lnB>
                    <a:solidFill>
                      <a:srgbClr val="FFFFFF"/>
                    </a:solidFill>
                  </a:tcPr>
                </a:tc>
                <a:tc>
                  <a:txBody>
                    <a:bodyPr/>
                    <a:lstStyle/>
                    <a:p>
                      <a:pPr algn="ctr">
                        <a:lnSpc>
                          <a:spcPct val="100000"/>
                        </a:lnSpc>
                        <a:tabLst>
                          <a:tab pos="0" algn="l"/>
                        </a:tabLst>
                      </a:pPr>
                      <a:r>
                        <a:rPr lang="en" sz="1100" b="0" u="none" strike="noStrike">
                          <a:solidFill>
                            <a:schemeClr val="dk1"/>
                          </a:solidFill>
                          <a:effectLst/>
                          <a:uFillTx/>
                          <a:latin typeface="Arial"/>
                          <a:ea typeface="Arial"/>
                        </a:rPr>
                        <a:t>1</a:t>
                      </a:r>
                      <a:endParaRPr lang="en-GB" sz="1100" b="0" u="none" strike="noStrike">
                        <a:solidFill>
                          <a:srgbClr val="000000"/>
                        </a:solidFill>
                        <a:effectLst/>
                        <a:uFillTx/>
                        <a:latin typeface="Arial"/>
                      </a:endParaRPr>
                    </a:p>
                  </a:txBody>
                  <a:tcPr marL="34200" marR="34200" marT="34200" marB="34200" anchor="ctr">
                    <a:lnL w="9360">
                      <a:solidFill>
                        <a:srgbClr val="000000">
                          <a:alpha val="0"/>
                        </a:srgbClr>
                      </a:solidFill>
                      <a:prstDash val="solid"/>
                    </a:lnL>
                    <a:lnR w="9360">
                      <a:solidFill>
                        <a:srgbClr val="000000">
                          <a:alpha val="0"/>
                        </a:srgbClr>
                      </a:solidFill>
                      <a:prstDash val="solid"/>
                    </a:lnR>
                    <a:lnT w="9360">
                      <a:solidFill>
                        <a:srgbClr val="000000">
                          <a:alpha val="0"/>
                        </a:srgbClr>
                      </a:solidFill>
                      <a:prstDash val="solid"/>
                    </a:lnT>
                    <a:lnB w="12240">
                      <a:solidFill>
                        <a:srgbClr val="C8C8C8"/>
                      </a:solidFill>
                      <a:prstDash val="solid"/>
                    </a:lnB>
                    <a:solidFill>
                      <a:srgbClr val="FFFFFF"/>
                    </a:solidFill>
                  </a:tcPr>
                </a:tc>
                <a:tc>
                  <a:txBody>
                    <a:bodyPr/>
                    <a:lstStyle/>
                    <a:p>
                      <a:pPr algn="ctr">
                        <a:lnSpc>
                          <a:spcPct val="100000"/>
                        </a:lnSpc>
                        <a:tabLst>
                          <a:tab pos="0" algn="l"/>
                        </a:tabLst>
                      </a:pPr>
                      <a:r>
                        <a:rPr lang="en" sz="1100" b="0" u="none" strike="noStrike">
                          <a:solidFill>
                            <a:schemeClr val="dk1"/>
                          </a:solidFill>
                          <a:effectLst/>
                          <a:uFillTx/>
                          <a:latin typeface="Arial"/>
                          <a:ea typeface="Arial"/>
                        </a:rPr>
                        <a:t>1</a:t>
                      </a:r>
                      <a:endParaRPr lang="en-GB" sz="1100" b="0" u="none" strike="noStrike">
                        <a:solidFill>
                          <a:srgbClr val="000000"/>
                        </a:solidFill>
                        <a:effectLst/>
                        <a:uFillTx/>
                        <a:latin typeface="Arial"/>
                      </a:endParaRPr>
                    </a:p>
                  </a:txBody>
                  <a:tcPr marL="34200" marR="34200" marT="34200" marB="34200" anchor="ctr">
                    <a:lnL w="9360">
                      <a:solidFill>
                        <a:srgbClr val="000000">
                          <a:alpha val="0"/>
                        </a:srgbClr>
                      </a:solidFill>
                      <a:prstDash val="solid"/>
                    </a:lnL>
                    <a:lnR w="9360">
                      <a:solidFill>
                        <a:srgbClr val="000000">
                          <a:alpha val="0"/>
                        </a:srgbClr>
                      </a:solidFill>
                      <a:prstDash val="solid"/>
                    </a:lnR>
                    <a:lnT w="9360">
                      <a:solidFill>
                        <a:srgbClr val="000000">
                          <a:alpha val="0"/>
                        </a:srgbClr>
                      </a:solidFill>
                      <a:prstDash val="solid"/>
                    </a:lnT>
                    <a:lnB w="12240">
                      <a:solidFill>
                        <a:srgbClr val="C8C8C8"/>
                      </a:solidFill>
                      <a:prstDash val="solid"/>
                    </a:lnB>
                    <a:solidFill>
                      <a:srgbClr val="FFFFFF"/>
                    </a:solidFill>
                  </a:tcPr>
                </a:tc>
                <a:tc>
                  <a:txBody>
                    <a:bodyPr/>
                    <a:lstStyle/>
                    <a:p>
                      <a:pPr algn="ctr">
                        <a:lnSpc>
                          <a:spcPct val="100000"/>
                        </a:lnSpc>
                        <a:tabLst>
                          <a:tab pos="0" algn="l"/>
                        </a:tabLst>
                      </a:pPr>
                      <a:r>
                        <a:rPr lang="en" sz="1100" b="0" u="none" strike="noStrike">
                          <a:solidFill>
                            <a:schemeClr val="dk1"/>
                          </a:solidFill>
                          <a:effectLst/>
                          <a:uFillTx/>
                          <a:latin typeface="Arial"/>
                          <a:ea typeface="Arial"/>
                        </a:rPr>
                        <a:t>linear</a:t>
                      </a:r>
                      <a:endParaRPr lang="en-GB" sz="1100" b="0" u="none" strike="noStrike">
                        <a:solidFill>
                          <a:srgbClr val="000000"/>
                        </a:solidFill>
                        <a:effectLst/>
                        <a:uFillTx/>
                        <a:latin typeface="Arial"/>
                      </a:endParaRPr>
                    </a:p>
                  </a:txBody>
                  <a:tcPr marL="34200" marR="34200" marT="34200" marB="34200" anchor="ctr">
                    <a:lnL w="9360">
                      <a:solidFill>
                        <a:srgbClr val="000000">
                          <a:alpha val="0"/>
                        </a:srgbClr>
                      </a:solidFill>
                      <a:prstDash val="solid"/>
                    </a:lnL>
                    <a:lnR w="9360">
                      <a:solidFill>
                        <a:srgbClr val="000000">
                          <a:alpha val="0"/>
                        </a:srgbClr>
                      </a:solidFill>
                      <a:prstDash val="solid"/>
                    </a:lnR>
                    <a:lnT w="9360">
                      <a:solidFill>
                        <a:srgbClr val="000000">
                          <a:alpha val="0"/>
                        </a:srgbClr>
                      </a:solidFill>
                      <a:prstDash val="solid"/>
                    </a:lnT>
                    <a:lnB w="12240">
                      <a:solidFill>
                        <a:srgbClr val="C8C8C8"/>
                      </a:solidFill>
                      <a:prstDash val="solid"/>
                    </a:lnB>
                    <a:solidFill>
                      <a:srgbClr val="FFFFFF"/>
                    </a:solidFill>
                  </a:tcPr>
                </a:tc>
                <a:tc>
                  <a:txBody>
                    <a:bodyPr/>
                    <a:lstStyle/>
                    <a:p>
                      <a:pPr algn="ctr">
                        <a:lnSpc>
                          <a:spcPct val="100000"/>
                        </a:lnSpc>
                        <a:tabLst>
                          <a:tab pos="0" algn="l"/>
                        </a:tabLst>
                      </a:pPr>
                      <a:r>
                        <a:rPr lang="en" sz="1100" b="0" u="none" strike="noStrike">
                          <a:solidFill>
                            <a:schemeClr val="dk1"/>
                          </a:solidFill>
                          <a:effectLst/>
                          <a:uFillTx/>
                          <a:latin typeface="Arial"/>
                          <a:ea typeface="Arial"/>
                        </a:rPr>
                        <a:t>M1</a:t>
                      </a:r>
                      <a:endParaRPr lang="en-GB" sz="1100" b="0" u="none" strike="noStrike">
                        <a:solidFill>
                          <a:srgbClr val="000000"/>
                        </a:solidFill>
                        <a:effectLst/>
                        <a:uFillTx/>
                        <a:latin typeface="Arial"/>
                      </a:endParaRPr>
                    </a:p>
                  </a:txBody>
                  <a:tcPr marL="34200" marR="34200" marT="34200" marB="34200" anchor="ctr">
                    <a:lnL w="9360">
                      <a:solidFill>
                        <a:srgbClr val="000000">
                          <a:alpha val="0"/>
                        </a:srgbClr>
                      </a:solidFill>
                      <a:prstDash val="solid"/>
                    </a:lnL>
                    <a:lnR w="9360">
                      <a:solidFill>
                        <a:srgbClr val="000000">
                          <a:alpha val="0"/>
                        </a:srgbClr>
                      </a:solidFill>
                      <a:prstDash val="solid"/>
                    </a:lnR>
                    <a:lnT w="9360">
                      <a:solidFill>
                        <a:srgbClr val="000000">
                          <a:alpha val="0"/>
                        </a:srgbClr>
                      </a:solidFill>
                      <a:prstDash val="solid"/>
                    </a:lnT>
                    <a:lnB w="12240">
                      <a:solidFill>
                        <a:srgbClr val="C8C8C8"/>
                      </a:solidFill>
                      <a:prstDash val="solid"/>
                    </a:lnB>
                    <a:solidFill>
                      <a:srgbClr val="FFFFFF"/>
                    </a:solidFill>
                  </a:tcPr>
                </a:tc>
                <a:tc>
                  <a:txBody>
                    <a:bodyPr/>
                    <a:lstStyle/>
                    <a:p>
                      <a:pPr algn="ctr">
                        <a:lnSpc>
                          <a:spcPct val="100000"/>
                        </a:lnSpc>
                        <a:tabLst>
                          <a:tab pos="0" algn="l"/>
                        </a:tabLst>
                      </a:pPr>
                      <a:r>
                        <a:rPr lang="en" sz="1100" b="0" u="none" strike="noStrike">
                          <a:solidFill>
                            <a:schemeClr val="dk1"/>
                          </a:solidFill>
                          <a:effectLst/>
                          <a:uFillTx/>
                          <a:latin typeface="Arial"/>
                          <a:ea typeface="Arial"/>
                        </a:rPr>
                        <a:t>M3</a:t>
                      </a:r>
                      <a:endParaRPr lang="en-GB" sz="1100" b="0" u="none" strike="noStrike">
                        <a:solidFill>
                          <a:srgbClr val="000000"/>
                        </a:solidFill>
                        <a:effectLst/>
                        <a:uFillTx/>
                        <a:latin typeface="Arial"/>
                      </a:endParaRPr>
                    </a:p>
                  </a:txBody>
                  <a:tcPr marL="34200" marR="34200" marT="34200" marB="34200" anchor="ctr">
                    <a:lnL w="9360">
                      <a:solidFill>
                        <a:srgbClr val="000000">
                          <a:alpha val="0"/>
                        </a:srgbClr>
                      </a:solidFill>
                      <a:prstDash val="solid"/>
                    </a:lnL>
                    <a:lnR w="9360">
                      <a:solidFill>
                        <a:srgbClr val="000000">
                          <a:alpha val="0"/>
                        </a:srgbClr>
                      </a:solidFill>
                      <a:prstDash val="solid"/>
                    </a:lnR>
                    <a:lnT w="9360">
                      <a:solidFill>
                        <a:srgbClr val="000000">
                          <a:alpha val="0"/>
                        </a:srgbClr>
                      </a:solidFill>
                      <a:prstDash val="solid"/>
                    </a:lnT>
                    <a:lnB w="12240">
                      <a:solidFill>
                        <a:srgbClr val="C8C8C8"/>
                      </a:solidFill>
                      <a:prstDash val="solid"/>
                    </a:lnB>
                    <a:solidFill>
                      <a:srgbClr val="FFFFFF"/>
                    </a:solidFill>
                  </a:tcPr>
                </a:tc>
                <a:extLst>
                  <a:ext uri="{0D108BD9-81ED-4DB2-BD59-A6C34878D82A}">
                    <a16:rowId xmlns:a16="http://schemas.microsoft.com/office/drawing/2014/main" val="10001"/>
                  </a:ext>
                </a:extLst>
              </a:tr>
            </a:tbl>
          </a:graphicData>
        </a:graphic>
      </p:graphicFrame>
      <p:sp>
        <p:nvSpPr>
          <p:cNvPr id="406" name="PlaceHolder 2"/>
          <p:cNvSpPr>
            <a:spLocks noGrp="1"/>
          </p:cNvSpPr>
          <p:nvPr>
            <p:ph type="sldNum" idx="39"/>
          </p:nvPr>
        </p:nvSpPr>
        <p:spPr>
          <a:xfrm>
            <a:off x="8229600" y="4861440"/>
            <a:ext cx="470880" cy="95040"/>
          </a:xfrm>
          <a:prstGeom prst="rect">
            <a:avLst/>
          </a:prstGeom>
          <a:noFill/>
          <a:ln w="0">
            <a:noFill/>
          </a:ln>
        </p:spPr>
        <p:txBody>
          <a:bodyPr lIns="0" tIns="0" rIns="0" bIns="0" anchor="b">
            <a:spAutoFit/>
          </a:bodyPr>
          <a:lstStyle>
            <a:lvl1pPr indent="0" algn="r">
              <a:lnSpc>
                <a:spcPct val="100000"/>
              </a:lnSpc>
              <a:buNone/>
              <a:tabLst>
                <a:tab pos="0" algn="l"/>
              </a:tabLst>
              <a:defRPr lang="en" sz="600" b="0" u="none" strike="noStrike">
                <a:solidFill>
                  <a:srgbClr val="929292"/>
                </a:solidFill>
                <a:effectLst/>
                <a:uFillTx/>
                <a:latin typeface="Arial"/>
                <a:ea typeface="Arial"/>
              </a:defRPr>
            </a:lvl1pPr>
          </a:lstStyle>
          <a:p>
            <a:pPr indent="0" algn="r">
              <a:lnSpc>
                <a:spcPct val="100000"/>
              </a:lnSpc>
              <a:buNone/>
              <a:tabLst>
                <a:tab pos="0" algn="l"/>
              </a:tabLst>
            </a:pPr>
            <a:fld id="{0FF7D602-3C56-4951-97DB-48C400FE47E9}" type="slidenum">
              <a:rPr lang="en" sz="600" b="0" u="none" strike="noStrike">
                <a:solidFill>
                  <a:srgbClr val="929292"/>
                </a:solidFill>
                <a:effectLst/>
                <a:uFillTx/>
                <a:latin typeface="Arial"/>
                <a:ea typeface="Arial"/>
              </a:rPr>
              <a:t>19</a:t>
            </a:fld>
            <a:endParaRPr lang="en-GB" sz="600" b="0" u="none" strike="noStrike">
              <a:solidFill>
                <a:srgbClr val="000000"/>
              </a:solidFill>
              <a:effectLst/>
              <a:uFillTx/>
              <a:latin typeface="Times New Roman"/>
            </a:endParaRPr>
          </a:p>
        </p:txBody>
      </p:sp>
      <p:sp>
        <p:nvSpPr>
          <p:cNvPr id="407" name="PlaceHolder 3"/>
          <p:cNvSpPr>
            <a:spLocks noGrp="1"/>
          </p:cNvSpPr>
          <p:nvPr>
            <p:ph type="subTitle"/>
          </p:nvPr>
        </p:nvSpPr>
        <p:spPr>
          <a:xfrm>
            <a:off x="365760" y="655200"/>
            <a:ext cx="8341920" cy="362880"/>
          </a:xfrm>
          <a:prstGeom prst="rect">
            <a:avLst/>
          </a:prstGeom>
          <a:noFill/>
          <a:ln w="0">
            <a:noFill/>
          </a:ln>
        </p:spPr>
        <p:txBody>
          <a:bodyPr lIns="91440" tIns="91440" rIns="91440" bIns="91440" anchor="t">
            <a:noAutofit/>
          </a:bodyPr>
          <a:lstStyle/>
          <a:p>
            <a:pPr indent="0">
              <a:lnSpc>
                <a:spcPct val="115000"/>
              </a:lnSpc>
              <a:spcAft>
                <a:spcPts val="1001"/>
              </a:spcAft>
              <a:buNone/>
              <a:tabLst>
                <a:tab pos="0" algn="l"/>
              </a:tabLst>
            </a:pPr>
            <a:r>
              <a:rPr lang="en" sz="1800" b="0" u="none" strike="noStrike">
                <a:solidFill>
                  <a:srgbClr val="5B5B5B"/>
                </a:solidFill>
                <a:effectLst/>
                <a:uFillTx/>
                <a:latin typeface="Arial"/>
                <a:ea typeface="Arial"/>
              </a:rPr>
              <a:t>[N] workload(s)</a:t>
            </a:r>
            <a:endParaRPr lang="en-GB" sz="1800" b="0" u="none" strike="noStrike">
              <a:solidFill>
                <a:srgbClr val="000000"/>
              </a:solidFill>
              <a:effectLst/>
              <a:uFillTx/>
              <a:latin typeface="Arial"/>
            </a:endParaRPr>
          </a:p>
        </p:txBody>
      </p:sp>
      <p:sp>
        <p:nvSpPr>
          <p:cNvPr id="408" name="TextBox 407"/>
          <p:cNvSpPr txBox="1"/>
          <p:nvPr/>
        </p:nvSpPr>
        <p:spPr>
          <a:xfrm>
            <a:off x="365760" y="4572000"/>
            <a:ext cx="2743200" cy="274320"/>
          </a:xfrm>
          <a:prstGeom prst="rect">
            <a:avLst/>
          </a:prstGeom>
          <a:noFill/>
        </p:spPr>
        <p:txBody>
          <a:bodyPr wrap="none">
            <a:spAutoFit/>
          </a:bodyPr>
          <a:lstStyle/>
          <a:p>
            <a:r>
              <a:rPr sz="800">
                <a:solidFill>
                  <a:srgbClr val="8C8C8C"/>
                </a:solidFill>
                <a:latin typeface="Arial"/>
              </a:rPr>
              <a:t>Confidential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02" name="PlaceHolder 1"/>
          <p:cNvSpPr>
            <a:spLocks noGrp="1"/>
          </p:cNvSpPr>
          <p:nvPr>
            <p:ph/>
          </p:nvPr>
        </p:nvSpPr>
        <p:spPr>
          <a:xfrm>
            <a:off x="365760" y="1371600"/>
            <a:ext cx="8272440" cy="2115964"/>
          </a:xfrm>
          <a:prstGeom prst="rect">
            <a:avLst/>
          </a:prstGeom>
          <a:noFill/>
          <a:ln w="0">
            <a:noFill/>
          </a:ln>
        </p:spPr>
        <p:txBody>
          <a:bodyPr lIns="91440" tIns="91440" rIns="91440" bIns="91440" anchor="t">
            <a:spAutoFit/>
          </a:bodyPr>
          <a:lstStyle/>
          <a:p>
            <a:pPr marL="216000" indent="-216000">
              <a:lnSpc>
                <a:spcPct val="100000"/>
              </a:lnSpc>
              <a:spcBef>
                <a:spcPts val="300"/>
              </a:spcBef>
              <a:spcAft>
                <a:spcPts val="300"/>
              </a:spcAft>
              <a:buSzPct val="132979"/>
              <a:buBlip>
                <a:blip r:embed="rId2"/>
              </a:buBlip>
              <a:tabLst>
                <a:tab pos="0" algn="l"/>
              </a:tabLst>
            </a:pPr>
            <a:r>
              <a:rPr lang="en" sz="1600" b="0" u="none" strike="noStrike" dirty="0">
                <a:solidFill>
                  <a:srgbClr val="5B5B5B"/>
                </a:solidFill>
                <a:effectLst/>
                <a:uFillTx/>
                <a:latin typeface="Arial"/>
                <a:ea typeface="Arial"/>
              </a:rPr>
              <a:t>Pricing reflects current Snowflake list rates.</a:t>
            </a:r>
            <a:endParaRPr lang="en-GB" sz="1600" b="0" u="none" strike="noStrike" dirty="0">
              <a:solidFill>
                <a:srgbClr val="000000"/>
              </a:solidFill>
              <a:effectLst/>
              <a:uFillTx/>
              <a:latin typeface="Arial"/>
            </a:endParaRPr>
          </a:p>
          <a:p>
            <a:pPr marL="216000" indent="-216000">
              <a:lnSpc>
                <a:spcPct val="100000"/>
              </a:lnSpc>
              <a:spcBef>
                <a:spcPts val="300"/>
              </a:spcBef>
              <a:spcAft>
                <a:spcPts val="300"/>
              </a:spcAft>
              <a:buSzPct val="132979"/>
              <a:buBlip>
                <a:blip r:embed="rId2"/>
              </a:buBlip>
              <a:tabLst>
                <a:tab pos="0" algn="l"/>
              </a:tabLst>
            </a:pPr>
            <a:r>
              <a:rPr lang="en" sz="1600" b="0" u="none" strike="noStrike" dirty="0">
                <a:solidFill>
                  <a:srgbClr val="5B5B5B"/>
                </a:solidFill>
                <a:effectLst/>
                <a:uFillTx/>
                <a:latin typeface="Arial"/>
                <a:ea typeface="Arial"/>
              </a:rPr>
              <a:t>Credit consumption estimated from workload sizing inputs.</a:t>
            </a:r>
            <a:endParaRPr lang="en-GB" sz="1600" b="0" u="none" strike="noStrike" dirty="0">
              <a:solidFill>
                <a:srgbClr val="000000"/>
              </a:solidFill>
              <a:effectLst/>
              <a:uFillTx/>
              <a:latin typeface="Arial"/>
            </a:endParaRPr>
          </a:p>
          <a:p>
            <a:pPr marL="216000" indent="-216000">
              <a:lnSpc>
                <a:spcPct val="100000"/>
              </a:lnSpc>
              <a:spcBef>
                <a:spcPts val="300"/>
              </a:spcBef>
              <a:spcAft>
                <a:spcPts val="300"/>
              </a:spcAft>
              <a:buSzPct val="132979"/>
              <a:buBlip>
                <a:blip r:embed="rId2"/>
              </a:buBlip>
              <a:tabLst>
                <a:tab pos="0" algn="l"/>
              </a:tabLst>
            </a:pPr>
            <a:r>
              <a:rPr lang="en" sz="1600" b="0" u="none" strike="noStrike" dirty="0">
                <a:solidFill>
                  <a:srgbClr val="5B5B5B"/>
                </a:solidFill>
                <a:effectLst/>
                <a:uFillTx/>
                <a:latin typeface="Arial"/>
                <a:ea typeface="Arial"/>
              </a:rPr>
              <a:t>Storage assumes compression and the stated annual growth.</a:t>
            </a:r>
            <a:endParaRPr lang="en-GB" sz="1600" b="0" u="none" strike="noStrike" dirty="0">
              <a:solidFill>
                <a:srgbClr val="000000"/>
              </a:solidFill>
              <a:effectLst/>
              <a:uFillTx/>
              <a:latin typeface="Arial"/>
            </a:endParaRPr>
          </a:p>
          <a:p>
            <a:pPr marL="216000" indent="-216000">
              <a:lnSpc>
                <a:spcPct val="100000"/>
              </a:lnSpc>
              <a:spcBef>
                <a:spcPts val="300"/>
              </a:spcBef>
              <a:spcAft>
                <a:spcPts val="300"/>
              </a:spcAft>
              <a:buSzPct val="132979"/>
              <a:buBlip>
                <a:blip r:embed="rId2"/>
              </a:buBlip>
              <a:tabLst>
                <a:tab pos="0" algn="l"/>
              </a:tabLst>
            </a:pPr>
            <a:r>
              <a:rPr lang="en" sz="1600" b="0" u="none" strike="noStrike" dirty="0">
                <a:solidFill>
                  <a:srgbClr val="5B5B5B"/>
                </a:solidFill>
                <a:effectLst/>
                <a:uFillTx/>
                <a:latin typeface="Arial"/>
                <a:ea typeface="Arial"/>
              </a:rPr>
              <a:t>Figures are planning estimates, not a commercial quote.</a:t>
            </a:r>
            <a:endParaRPr lang="en-GB" sz="1600" b="0" u="none" strike="noStrike" dirty="0">
              <a:solidFill>
                <a:srgbClr val="000000"/>
              </a:solidFill>
              <a:effectLst/>
              <a:uFillTx/>
              <a:latin typeface="Arial"/>
            </a:endParaRPr>
          </a:p>
        </p:txBody>
      </p:sp>
      <p:sp>
        <p:nvSpPr>
          <p:cNvPr id="303" name="PlaceHolder 2"/>
          <p:cNvSpPr>
            <a:spLocks noGrp="1"/>
          </p:cNvSpPr>
          <p:nvPr>
            <p:ph type="title"/>
          </p:nvPr>
        </p:nvSpPr>
        <p:spPr>
          <a:xfrm>
            <a:off x="365760" y="274320"/>
            <a:ext cx="8318160" cy="581760"/>
          </a:xfrm>
          <a:prstGeom prst="rect">
            <a:avLst/>
          </a:prstGeom>
          <a:noFill/>
          <a:ln w="0">
            <a:noFill/>
          </a:ln>
        </p:spPr>
        <p:txBody>
          <a:bodyPr lIns="91440" tIns="91440" rIns="91440" bIns="91440" anchor="t">
            <a:spAutoFit/>
          </a:bodyPr>
          <a:lstStyle/>
          <a:p>
            <a:pPr indent="0">
              <a:lnSpc>
                <a:spcPct val="85000"/>
              </a:lnSpc>
              <a:spcAft>
                <a:spcPts val="1001"/>
              </a:spcAft>
              <a:buNone/>
              <a:tabLst>
                <a:tab pos="0" algn="l"/>
              </a:tabLst>
            </a:pPr>
            <a:r>
              <a:rPr lang="en" sz="2600" b="1" u="none" strike="noStrike" dirty="0">
                <a:solidFill>
                  <a:schemeClr val="dk1"/>
                </a:solidFill>
                <a:effectLst/>
                <a:uFillTx/>
                <a:latin typeface="Arial"/>
                <a:ea typeface="Arial"/>
              </a:rPr>
              <a:t>Key Assumptions</a:t>
            </a:r>
            <a:endParaRPr lang="en-GB" sz="2600" b="0" u="none" strike="noStrike" dirty="0">
              <a:solidFill>
                <a:srgbClr val="000000"/>
              </a:solidFill>
              <a:effectLst/>
              <a:uFillTx/>
              <a:latin typeface="Arial"/>
            </a:endParaRPr>
          </a:p>
        </p:txBody>
      </p:sp>
      <p:sp>
        <p:nvSpPr>
          <p:cNvPr id="304" name="PlaceHolder 3"/>
          <p:cNvSpPr>
            <a:spLocks noGrp="1"/>
          </p:cNvSpPr>
          <p:nvPr>
            <p:ph type="sldNum" idx="25"/>
          </p:nvPr>
        </p:nvSpPr>
        <p:spPr>
          <a:xfrm>
            <a:off x="8229600" y="4861440"/>
            <a:ext cx="470880" cy="95040"/>
          </a:xfrm>
          <a:prstGeom prst="rect">
            <a:avLst/>
          </a:prstGeom>
          <a:noFill/>
          <a:ln w="0">
            <a:noFill/>
          </a:ln>
        </p:spPr>
        <p:txBody>
          <a:bodyPr lIns="0" tIns="0" rIns="0" bIns="0" anchor="b">
            <a:spAutoFit/>
          </a:bodyPr>
          <a:lstStyle>
            <a:lvl1pPr indent="0" algn="r">
              <a:lnSpc>
                <a:spcPct val="100000"/>
              </a:lnSpc>
              <a:buNone/>
              <a:tabLst>
                <a:tab pos="0" algn="l"/>
              </a:tabLst>
              <a:defRPr lang="en" sz="600" b="0" u="none" strike="noStrike">
                <a:solidFill>
                  <a:srgbClr val="929292"/>
                </a:solidFill>
                <a:effectLst/>
                <a:uFillTx/>
                <a:latin typeface="Arial"/>
                <a:ea typeface="Arial"/>
              </a:defRPr>
            </a:lvl1pPr>
          </a:lstStyle>
          <a:p>
            <a:pPr indent="0" algn="r">
              <a:lnSpc>
                <a:spcPct val="100000"/>
              </a:lnSpc>
              <a:buNone/>
              <a:tabLst>
                <a:tab pos="0" algn="l"/>
              </a:tabLst>
            </a:pPr>
            <a:fld id="{30021C0C-9416-40B2-A459-32DEF891B964}" type="slidenum">
              <a:rPr lang="en" sz="600" b="0" u="none" strike="noStrike">
                <a:solidFill>
                  <a:srgbClr val="929292"/>
                </a:solidFill>
                <a:effectLst/>
                <a:uFillTx/>
                <a:latin typeface="Arial"/>
                <a:ea typeface="Arial"/>
              </a:rPr>
              <a:t>8</a:t>
            </a:fld>
            <a:endParaRPr lang="en-GB" sz="600" b="0" u="none" strike="noStrike">
              <a:solidFill>
                <a:srgbClr val="000000"/>
              </a:solidFill>
              <a:effectLst/>
              <a:uFillTx/>
              <a:latin typeface="Times New Roman"/>
            </a:endParaRPr>
          </a:p>
        </p:txBody>
      </p:sp>
      <p:sp>
        <p:nvSpPr>
          <p:cNvPr id="305" name="PlaceHolder 4"/>
          <p:cNvSpPr>
            <a:spLocks noGrp="1"/>
          </p:cNvSpPr>
          <p:nvPr>
            <p:ph type="subTitle"/>
          </p:nvPr>
        </p:nvSpPr>
        <p:spPr>
          <a:xfrm>
            <a:off x="365760" y="655200"/>
            <a:ext cx="8341920" cy="362880"/>
          </a:xfrm>
          <a:prstGeom prst="rect">
            <a:avLst/>
          </a:prstGeom>
          <a:noFill/>
          <a:ln w="0">
            <a:noFill/>
          </a:ln>
        </p:spPr>
        <p:txBody>
          <a:bodyPr lIns="91440" tIns="91440" rIns="91440" bIns="91440" anchor="t">
            <a:noAutofit/>
          </a:bodyPr>
          <a:lstStyle/>
          <a:p>
            <a:pPr indent="0">
              <a:lnSpc>
                <a:spcPct val="115000"/>
              </a:lnSpc>
              <a:spcAft>
                <a:spcPts val="1001"/>
              </a:spcAft>
              <a:buNone/>
              <a:tabLst>
                <a:tab pos="0" algn="l"/>
              </a:tabLst>
            </a:pPr>
            <a:r>
              <a:rPr lang="en" sz="1800" b="0" u="none" strike="noStrike">
                <a:solidFill>
                  <a:srgbClr val="5B5B5B"/>
                </a:solidFill>
                <a:effectLst/>
                <a:uFillTx/>
                <a:latin typeface="Arial"/>
                <a:ea typeface="Arial"/>
              </a:rPr>
              <a:t>Pricing &amp; sizing basis</a:t>
            </a:r>
            <a:endParaRPr lang="en-GB" sz="1800" b="0" u="none" strike="noStrike">
              <a:solidFill>
                <a:srgbClr val="000000"/>
              </a:solidFill>
              <a:effectLst/>
              <a:uFillTx/>
              <a:latin typeface="Arial"/>
            </a:endParaRPr>
          </a:p>
        </p:txBody>
      </p:sp>
      <p:sp>
        <p:nvSpPr>
          <p:cNvPr id="306" name="TextBox 305"/>
          <p:cNvSpPr txBox="1"/>
          <p:nvPr/>
        </p:nvSpPr>
        <p:spPr>
          <a:xfrm>
            <a:off x="365760" y="4572000"/>
            <a:ext cx="2743200" cy="274320"/>
          </a:xfrm>
          <a:prstGeom prst="rect">
            <a:avLst/>
          </a:prstGeom>
          <a:noFill/>
        </p:spPr>
        <p:txBody>
          <a:bodyPr wrap="none">
            <a:spAutoFit/>
          </a:bodyPr>
          <a:lstStyle/>
          <a:p>
            <a:r>
              <a:rPr sz="800">
                <a:solidFill>
                  <a:srgbClr val="8C8C8C"/>
                </a:solidFill>
                <a:latin typeface="Arial"/>
              </a:rPr>
              <a:t>Confidential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11" name="PlaceHolder 1">
            <a:extLst>
              <a:ext uri="{FF2B5EF4-FFF2-40B4-BE49-F238E27FC236}">
                <a16:creationId xmlns:a16="http://schemas.microsoft.com/office/drawing/2014/main" id="{BDED1E7B-98EF-D463-57A8-F6877470E220}"/>
              </a:ext>
            </a:extLst>
          </p:cNvPr>
          <p:cNvSpPr>
            <a:spLocks noGrp="1"/>
          </p:cNvSpPr>
          <p:nvPr>
            <p:ph type="title"/>
          </p:nvPr>
        </p:nvSpPr>
        <p:spPr>
          <a:xfrm>
            <a:off x="365760" y="274320"/>
            <a:ext cx="8345520" cy="581760"/>
          </a:xfrm>
          <a:prstGeom prst="rect">
            <a:avLst/>
          </a:prstGeom>
          <a:noFill/>
          <a:ln w="0">
            <a:noFill/>
          </a:ln>
        </p:spPr>
        <p:txBody>
          <a:bodyPr lIns="91440" tIns="91440" rIns="91440" bIns="91440" anchor="t">
            <a:spAutoFit/>
          </a:bodyPr>
          <a:lstStyle/>
          <a:p>
            <a:pPr indent="0">
              <a:lnSpc>
                <a:spcPct val="85000"/>
              </a:lnSpc>
              <a:spcAft>
                <a:spcPts val="1001"/>
              </a:spcAft>
              <a:buNone/>
              <a:tabLst>
                <a:tab pos="0" algn="l"/>
              </a:tabLst>
            </a:pPr>
            <a:r>
              <a:rPr lang="en" sz="2600" b="1" u="none" strike="noStrike">
                <a:solidFill>
                  <a:schemeClr val="dk1"/>
                </a:solidFill>
                <a:effectLst/>
                <a:uFillTx/>
                <a:latin typeface="Arial"/>
                <a:ea typeface="Arial"/>
              </a:rPr>
              <a:t>Serverless &amp; AI / Cortex</a:t>
            </a:r>
            <a:endParaRPr lang="en-GB" sz="2600" b="0" u="none" strike="noStrike">
              <a:solidFill>
                <a:srgbClr val="000000"/>
              </a:solidFill>
              <a:effectLst/>
              <a:uFillTx/>
              <a:latin typeface="Arial"/>
            </a:endParaRPr>
          </a:p>
        </p:txBody>
      </p:sp>
      <p:sp>
        <p:nvSpPr>
          <p:cNvPr id="316" name="PlaceHolder 4">
            <a:extLst>
              <a:ext uri="{FF2B5EF4-FFF2-40B4-BE49-F238E27FC236}">
                <a16:creationId xmlns:a16="http://schemas.microsoft.com/office/drawing/2014/main" id="{FB63828A-596E-E6A3-5C10-6090B3CEC965}"/>
              </a:ext>
            </a:extLst>
          </p:cNvPr>
          <p:cNvSpPr>
            <a:spLocks noGrp="1"/>
          </p:cNvSpPr>
          <p:nvPr>
            <p:ph type="sldNum" idx="27"/>
          </p:nvPr>
        </p:nvSpPr>
        <p:spPr>
          <a:xfrm>
            <a:off x="8229600" y="4861440"/>
            <a:ext cx="470880" cy="95040"/>
          </a:xfrm>
          <a:prstGeom prst="rect">
            <a:avLst/>
          </a:prstGeom>
          <a:noFill/>
          <a:ln w="0">
            <a:noFill/>
          </a:ln>
        </p:spPr>
        <p:txBody>
          <a:bodyPr lIns="0" tIns="0" rIns="0" bIns="0" anchor="b">
            <a:spAutoFit/>
          </a:bodyPr>
          <a:lstStyle>
            <a:lvl1pPr indent="0" algn="r">
              <a:lnSpc>
                <a:spcPct val="100000"/>
              </a:lnSpc>
              <a:buNone/>
              <a:tabLst>
                <a:tab pos="0" algn="l"/>
              </a:tabLst>
              <a:defRPr lang="en" sz="600" b="0" u="none" strike="noStrike">
                <a:solidFill>
                  <a:srgbClr val="929292"/>
                </a:solidFill>
                <a:effectLst/>
                <a:uFillTx/>
                <a:latin typeface="Arial"/>
                <a:ea typeface="Arial"/>
              </a:defRPr>
            </a:lvl1pPr>
          </a:lstStyle>
          <a:p>
            <a:pPr indent="0" algn="r">
              <a:lnSpc>
                <a:spcPct val="100000"/>
              </a:lnSpc>
              <a:buNone/>
              <a:tabLst>
                <a:tab pos="0" algn="l"/>
              </a:tabLst>
            </a:pPr>
            <a:fld id="{3476B098-57F3-4427-8E19-FA747527D176}" type="slidenum">
              <a:rPr lang="en" sz="600" b="0" u="none" strike="noStrike">
                <a:solidFill>
                  <a:srgbClr val="929292"/>
                </a:solidFill>
                <a:effectLst/>
                <a:uFillTx/>
                <a:latin typeface="Arial"/>
                <a:ea typeface="Arial"/>
              </a:rPr>
              <a:t>21</a:t>
            </a:fld>
            <a:endParaRPr lang="en-GB" sz="600" b="0" u="none" strike="noStrike">
              <a:solidFill>
                <a:srgbClr val="000000"/>
              </a:solidFill>
              <a:effectLst/>
              <a:uFillTx/>
              <a:latin typeface="Times New Roman"/>
            </a:endParaRPr>
          </a:p>
        </p:txBody>
      </p:sp>
      <p:sp>
        <p:nvSpPr>
          <p:cNvPr id="317" name="PlaceHolder 5">
            <a:extLst>
              <a:ext uri="{FF2B5EF4-FFF2-40B4-BE49-F238E27FC236}">
                <a16:creationId xmlns:a16="http://schemas.microsoft.com/office/drawing/2014/main" id="{37E87F58-DD12-A730-BA44-8AA99C12AEF4}"/>
              </a:ext>
            </a:extLst>
          </p:cNvPr>
          <p:cNvSpPr>
            <a:spLocks noGrp="1"/>
          </p:cNvSpPr>
          <p:nvPr>
            <p:ph type="subTitle"/>
          </p:nvPr>
        </p:nvSpPr>
        <p:spPr>
          <a:xfrm>
            <a:off x="365760" y="655200"/>
            <a:ext cx="8341920" cy="362880"/>
          </a:xfrm>
          <a:prstGeom prst="rect">
            <a:avLst/>
          </a:prstGeom>
          <a:noFill/>
          <a:ln w="0">
            <a:noFill/>
          </a:ln>
        </p:spPr>
        <p:txBody>
          <a:bodyPr lIns="91440" tIns="91440" rIns="91440" bIns="91440" anchor="t">
            <a:noAutofit/>
          </a:bodyPr>
          <a:lstStyle/>
          <a:p>
            <a:pPr indent="0">
              <a:lnSpc>
                <a:spcPct val="115000"/>
              </a:lnSpc>
              <a:spcAft>
                <a:spcPts val="1001"/>
              </a:spcAft>
              <a:buNone/>
              <a:tabLst>
                <a:tab pos="0" algn="l"/>
              </a:tabLst>
            </a:pPr>
            <a:r>
              <a:rPr lang="en" sz="1800" b="0" u="none" strike="noStrike">
                <a:solidFill>
                  <a:srgbClr val="5B5B5B"/>
                </a:solidFill>
                <a:effectLst/>
                <a:uFillTx/>
                <a:latin typeface="Arial"/>
                <a:ea typeface="Arial"/>
              </a:rPr>
              <a:t>Enabled features and projected spend</a:t>
            </a:r>
            <a:endParaRPr lang="en-GB" sz="1800" b="0" u="none" strike="noStrike">
              <a:solidFill>
                <a:srgbClr val="000000"/>
              </a:solidFill>
              <a:effectLst/>
              <a:uFillTx/>
              <a:latin typeface="Arial"/>
            </a:endParaRPr>
          </a:p>
        </p:txBody>
      </p:sp>
      <p:sp>
        <p:nvSpPr>
          <p:cNvPr id="6" name="PlaceHolder 2">
            <a:extLst>
              <a:ext uri="{FF2B5EF4-FFF2-40B4-BE49-F238E27FC236}">
                <a16:creationId xmlns:a16="http://schemas.microsoft.com/office/drawing/2014/main" id="{912D53F0-96F4-0FF3-102C-FE9532D541AB}"/>
              </a:ext>
            </a:extLst>
          </p:cNvPr>
          <p:cNvSpPr txBox="1">
            <a:spLocks/>
          </p:cNvSpPr>
          <p:nvPr/>
        </p:nvSpPr>
        <p:spPr>
          <a:xfrm>
            <a:off x="365760" y="1371600"/>
            <a:ext cx="4159440" cy="828720"/>
          </a:xfrm>
          <a:prstGeom prst="rect">
            <a:avLst/>
          </a:prstGeom>
          <a:noFill/>
          <a:ln w="0">
            <a:noFill/>
          </a:ln>
        </p:spPr>
        <p:txBody>
          <a:bodyPr lIns="91440" tIns="91440" rIns="91440" bIns="91440" anchor="t">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nSpc>
                <a:spcPct val="100000"/>
              </a:lnSpc>
              <a:spcBef>
                <a:spcPts val="300"/>
              </a:spcBef>
              <a:spcAft>
                <a:spcPts val="300"/>
              </a:spcAft>
              <a:tabLst>
                <a:tab pos="0" algn="l"/>
              </a:tabLst>
            </a:pPr>
            <a:r>
              <a:rPr lang="en" sz="1300">
                <a:solidFill>
                  <a:srgbClr val="5B5B5B"/>
                </a:solidFill>
                <a:latin typeface="Arial"/>
                <a:ea typeface="Arial"/>
              </a:rPr>
              <a:t>Serverless Features</a:t>
            </a:r>
            <a:endParaRPr lang="en-GB" sz="1800" dirty="0">
              <a:solidFill>
                <a:srgbClr val="000000"/>
              </a:solidFill>
              <a:latin typeface="Arial"/>
            </a:endParaRPr>
          </a:p>
          <a:p>
            <a:pPr>
              <a:lnSpc>
                <a:spcPct val="100000"/>
              </a:lnSpc>
              <a:spcBef>
                <a:spcPts val="300"/>
              </a:spcBef>
              <a:spcAft>
                <a:spcPts val="300"/>
              </a:spcAft>
              <a:tabLst>
                <a:tab pos="0" algn="l"/>
              </a:tabLst>
            </a:pPr>
            <a:r>
              <a:rPr lang="en" sz="1300">
                <a:solidFill>
                  <a:srgbClr val="5B5B5B"/>
                </a:solidFill>
                <a:latin typeface="Arial"/>
                <a:ea typeface="Arial"/>
              </a:rPr>
              <a:t>- Snowpipe / Snowpipe Streaming</a:t>
            </a:r>
            <a:endParaRPr lang="en-GB" sz="1800" dirty="0">
              <a:solidFill>
                <a:srgbClr val="000000"/>
              </a:solidFill>
              <a:latin typeface="Arial"/>
            </a:endParaRPr>
          </a:p>
          <a:p>
            <a:pPr>
              <a:lnSpc>
                <a:spcPct val="100000"/>
              </a:lnSpc>
              <a:spcBef>
                <a:spcPts val="300"/>
              </a:spcBef>
              <a:spcAft>
                <a:spcPts val="300"/>
              </a:spcAft>
              <a:tabLst>
                <a:tab pos="0" algn="l"/>
              </a:tabLst>
            </a:pPr>
            <a:r>
              <a:rPr lang="en" sz="1300">
                <a:solidFill>
                  <a:srgbClr val="5B5B5B"/>
                </a:solidFill>
                <a:latin typeface="Arial"/>
                <a:ea typeface="Arial"/>
              </a:rPr>
              <a:t>- Materialized Views</a:t>
            </a:r>
            <a:endParaRPr lang="en-GB" sz="1800" dirty="0">
              <a:solidFill>
                <a:srgbClr val="000000"/>
              </a:solidFill>
              <a:latin typeface="Arial"/>
            </a:endParaRPr>
          </a:p>
          <a:p>
            <a:pPr>
              <a:lnSpc>
                <a:spcPct val="100000"/>
              </a:lnSpc>
              <a:spcBef>
                <a:spcPts val="300"/>
              </a:spcBef>
              <a:spcAft>
                <a:spcPts val="300"/>
              </a:spcAft>
              <a:tabLst>
                <a:tab pos="0" algn="l"/>
              </a:tabLst>
            </a:pPr>
            <a:r>
              <a:rPr lang="en" sz="1300">
                <a:solidFill>
                  <a:srgbClr val="5B5B5B"/>
                </a:solidFill>
                <a:latin typeface="Arial"/>
                <a:ea typeface="Arial"/>
              </a:rPr>
              <a:t>- Search Optimization</a:t>
            </a:r>
            <a:endParaRPr lang="en-GB" sz="1800" dirty="0">
              <a:solidFill>
                <a:srgbClr val="000000"/>
              </a:solidFill>
              <a:latin typeface="Arial"/>
            </a:endParaRPr>
          </a:p>
          <a:p>
            <a:pPr>
              <a:lnSpc>
                <a:spcPct val="100000"/>
              </a:lnSpc>
              <a:spcBef>
                <a:spcPts val="300"/>
              </a:spcBef>
              <a:spcAft>
                <a:spcPts val="300"/>
              </a:spcAft>
              <a:tabLst>
                <a:tab pos="0" algn="l"/>
              </a:tabLst>
            </a:pPr>
            <a:r>
              <a:rPr lang="en" sz="1300">
                <a:solidFill>
                  <a:srgbClr val="5B5B5B"/>
                </a:solidFill>
                <a:latin typeface="Arial"/>
                <a:ea typeface="Arial"/>
              </a:rPr>
              <a:t/>
            </a:r>
            <a:endParaRPr lang="en-GB" sz="1800" dirty="0">
              <a:solidFill>
                <a:srgbClr val="000000"/>
              </a:solidFill>
              <a:latin typeface="Arial"/>
            </a:endParaRPr>
          </a:p>
          <a:p>
            <a:pPr>
              <a:lnSpc>
                <a:spcPct val="100000"/>
              </a:lnSpc>
              <a:spcBef>
                <a:spcPts val="300"/>
              </a:spcBef>
              <a:spcAft>
                <a:spcPts val="300"/>
              </a:spcAft>
              <a:tabLst>
                <a:tab pos="0" algn="l"/>
              </a:tabLst>
            </a:pPr>
            <a:r>
              <a:rPr lang="en" sz="1300">
                <a:solidFill>
                  <a:srgbClr val="5B5B5B"/>
                </a:solidFill>
                <a:latin typeface="Arial"/>
                <a:ea typeface="Arial"/>
              </a:rPr>
              <a:t>Total (all years): $0</a:t>
            </a:r>
            <a:endParaRPr lang="en-GB" sz="1800" dirty="0">
              <a:solidFill>
                <a:srgbClr val="000000"/>
              </a:solidFill>
              <a:latin typeface="Arial"/>
            </a:endParaRPr>
          </a:p>
        </p:txBody>
      </p:sp>
      <p:sp>
        <p:nvSpPr>
          <p:cNvPr id="7" name="PlaceHolder 3">
            <a:extLst>
              <a:ext uri="{FF2B5EF4-FFF2-40B4-BE49-F238E27FC236}">
                <a16:creationId xmlns:a16="http://schemas.microsoft.com/office/drawing/2014/main" id="{0988CCF8-C2BB-2263-84C1-17FFCBCDF2D2}"/>
              </a:ext>
            </a:extLst>
          </p:cNvPr>
          <p:cNvSpPr txBox="1">
            <a:spLocks/>
          </p:cNvSpPr>
          <p:nvPr/>
        </p:nvSpPr>
        <p:spPr>
          <a:xfrm>
            <a:off x="4617720" y="1371600"/>
            <a:ext cx="4159440" cy="828720"/>
          </a:xfrm>
          <a:prstGeom prst="rect">
            <a:avLst/>
          </a:prstGeom>
          <a:noFill/>
          <a:ln w="0">
            <a:noFill/>
          </a:ln>
        </p:spPr>
        <p:txBody>
          <a:bodyPr lIns="91440" tIns="91440" rIns="91440" bIns="91440" anchor="t">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nSpc>
                <a:spcPct val="100000"/>
              </a:lnSpc>
              <a:spcBef>
                <a:spcPts val="300"/>
              </a:spcBef>
              <a:spcAft>
                <a:spcPts val="300"/>
              </a:spcAft>
              <a:tabLst>
                <a:tab pos="0" algn="l"/>
              </a:tabLst>
            </a:pPr>
            <a:r>
              <a:rPr lang="en" sz="1300">
                <a:solidFill>
                  <a:srgbClr val="5B5B5B"/>
                </a:solidFill>
                <a:latin typeface="Arial"/>
                <a:ea typeface="Arial"/>
              </a:rPr>
              <a:t>AI / Cortex Features</a:t>
            </a:r>
            <a:endParaRPr lang="en-GB" sz="1800" dirty="0">
              <a:solidFill>
                <a:srgbClr val="000000"/>
              </a:solidFill>
              <a:latin typeface="Arial"/>
            </a:endParaRPr>
          </a:p>
          <a:p>
            <a:pPr>
              <a:lnSpc>
                <a:spcPct val="100000"/>
              </a:lnSpc>
              <a:spcBef>
                <a:spcPts val="300"/>
              </a:spcBef>
              <a:spcAft>
                <a:spcPts val="300"/>
              </a:spcAft>
              <a:tabLst>
                <a:tab pos="0" algn="l"/>
              </a:tabLst>
            </a:pPr>
            <a:r>
              <a:rPr lang="en" sz="1300">
                <a:solidFill>
                  <a:srgbClr val="5B5B5B"/>
                </a:solidFill>
                <a:latin typeface="Arial"/>
                <a:ea typeface="Arial"/>
              </a:rPr>
              <a:t>- Cortex Analyst</a:t>
            </a:r>
            <a:endParaRPr lang="en-GB" sz="1800" dirty="0">
              <a:solidFill>
                <a:srgbClr val="000000"/>
              </a:solidFill>
              <a:latin typeface="Arial"/>
            </a:endParaRPr>
          </a:p>
          <a:p>
            <a:pPr>
              <a:lnSpc>
                <a:spcPct val="100000"/>
              </a:lnSpc>
              <a:spcBef>
                <a:spcPts val="300"/>
              </a:spcBef>
              <a:spcAft>
                <a:spcPts val="300"/>
              </a:spcAft>
              <a:tabLst>
                <a:tab pos="0" algn="l"/>
              </a:tabLst>
            </a:pPr>
            <a:r>
              <a:rPr lang="en" sz="1300">
                <a:solidFill>
                  <a:srgbClr val="5B5B5B"/>
                </a:solidFill>
                <a:latin typeface="Arial"/>
                <a:ea typeface="Arial"/>
              </a:rPr>
              <a:t>- Cortex Search</a:t>
            </a:r>
            <a:endParaRPr lang="en-GB" sz="1800" dirty="0">
              <a:solidFill>
                <a:srgbClr val="000000"/>
              </a:solidFill>
              <a:latin typeface="Arial"/>
            </a:endParaRPr>
          </a:p>
          <a:p>
            <a:pPr>
              <a:lnSpc>
                <a:spcPct val="100000"/>
              </a:lnSpc>
              <a:spcBef>
                <a:spcPts val="300"/>
              </a:spcBef>
              <a:spcAft>
                <a:spcPts val="300"/>
              </a:spcAft>
              <a:tabLst>
                <a:tab pos="0" algn="l"/>
              </a:tabLst>
            </a:pPr>
            <a:r>
              <a:rPr lang="en" sz="1300">
                <a:solidFill>
                  <a:srgbClr val="5B5B5B"/>
                </a:solidFill>
                <a:latin typeface="Arial"/>
                <a:ea typeface="Arial"/>
              </a:rPr>
              <a:t>- Cortex Complete</a:t>
            </a:r>
            <a:endParaRPr lang="en-GB" sz="1800" dirty="0">
              <a:solidFill>
                <a:srgbClr val="000000"/>
              </a:solidFill>
              <a:latin typeface="Arial"/>
            </a:endParaRPr>
          </a:p>
          <a:p>
            <a:pPr>
              <a:lnSpc>
                <a:spcPct val="100000"/>
              </a:lnSpc>
              <a:spcBef>
                <a:spcPts val="300"/>
              </a:spcBef>
              <a:spcAft>
                <a:spcPts val="300"/>
              </a:spcAft>
              <a:tabLst>
                <a:tab pos="0" algn="l"/>
              </a:tabLst>
            </a:pPr>
            <a:r>
              <a:rPr lang="en" sz="1300">
                <a:solidFill>
                  <a:srgbClr val="5B5B5B"/>
                </a:solidFill>
                <a:latin typeface="Arial"/>
                <a:ea typeface="Arial"/>
              </a:rPr>
              <a:t/>
            </a:r>
            <a:endParaRPr lang="en-GB" sz="1800" dirty="0">
              <a:solidFill>
                <a:srgbClr val="000000"/>
              </a:solidFill>
              <a:latin typeface="Arial"/>
            </a:endParaRPr>
          </a:p>
          <a:p>
            <a:pPr>
              <a:lnSpc>
                <a:spcPct val="100000"/>
              </a:lnSpc>
              <a:spcBef>
                <a:spcPts val="300"/>
              </a:spcBef>
              <a:spcAft>
                <a:spcPts val="300"/>
              </a:spcAft>
              <a:tabLst>
                <a:tab pos="0" algn="l"/>
              </a:tabLst>
            </a:pPr>
            <a:r>
              <a:rPr lang="en" sz="1300">
                <a:solidFill>
                  <a:srgbClr val="5B5B5B"/>
                </a:solidFill>
                <a:latin typeface="Arial"/>
                <a:ea typeface="Arial"/>
              </a:rPr>
              <a:t>Total (all years): $0</a:t>
            </a:r>
            <a:endParaRPr lang="en-GB" sz="1800" dirty="0">
              <a:solidFill>
                <a:srgbClr val="000000"/>
              </a:solidFill>
              <a:latin typeface="Arial"/>
            </a:endParaRPr>
          </a:p>
        </p:txBody>
      </p:sp>
      <p:sp>
        <p:nvSpPr>
          <p:cNvPr id="318" name="TextBox 317"/>
          <p:cNvSpPr txBox="1"/>
          <p:nvPr/>
        </p:nvSpPr>
        <p:spPr>
          <a:xfrm>
            <a:off x="365760" y="4572000"/>
            <a:ext cx="2743200" cy="274320"/>
          </a:xfrm>
          <a:prstGeom prst="rect">
            <a:avLst/>
          </a:prstGeom>
          <a:noFill/>
        </p:spPr>
        <p:txBody>
          <a:bodyPr wrap="none">
            <a:spAutoFit/>
          </a:bodyPr>
          <a:lstStyle/>
          <a:p>
            <a:r>
              <a:rPr sz="800">
                <a:solidFill>
                  <a:srgbClr val="8C8C8C"/>
                </a:solidFill>
                <a:latin typeface="Arial"/>
              </a:rPr>
              <a:t>Confidential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08" name="PlaceHolder 1"/>
          <p:cNvSpPr>
            <a:spLocks noGrp="1"/>
          </p:cNvSpPr>
          <p:nvPr>
            <p:ph/>
          </p:nvPr>
        </p:nvSpPr>
        <p:spPr>
          <a:xfrm>
            <a:off x="365760" y="1886400"/>
            <a:ext cx="7481520" cy="1354320"/>
          </a:xfrm>
          <a:prstGeom prst="rect">
            <a:avLst/>
          </a:prstGeom>
          <a:noFill/>
          <a:ln w="0">
            <a:noFill/>
          </a:ln>
        </p:spPr>
        <p:txBody>
          <a:bodyPr lIns="91440" tIns="45720" rIns="91440" bIns="45720" anchor="ctr">
            <a:noAutofit/>
          </a:bodyPr>
          <a:lstStyle/>
          <a:p>
            <a:pPr indent="0">
              <a:lnSpc>
                <a:spcPct val="75000"/>
              </a:lnSpc>
              <a:buNone/>
              <a:tabLst>
                <a:tab pos="0" algn="l"/>
              </a:tabLst>
            </a:pPr>
            <a:r>
              <a:rPr lang="en" sz="7300" b="1" u="none" strike="noStrike">
                <a:solidFill>
                  <a:schemeClr val="lt1"/>
                </a:solidFill>
                <a:effectLst/>
                <a:uFillTx/>
                <a:latin typeface="Arial"/>
                <a:ea typeface="Arial"/>
              </a:rPr>
              <a:t>THANK</a:t>
            </a:r>
            <a:endParaRPr lang="en-GB" sz="7300" b="0" u="none" strike="noStrike">
              <a:solidFill>
                <a:srgbClr val="000000"/>
              </a:solidFill>
              <a:effectLst/>
              <a:uFillTx/>
              <a:latin typeface="Arial"/>
            </a:endParaRPr>
          </a:p>
          <a:p>
            <a:pPr indent="0">
              <a:lnSpc>
                <a:spcPct val="75000"/>
              </a:lnSpc>
              <a:buNone/>
              <a:tabLst>
                <a:tab pos="0" algn="l"/>
              </a:tabLst>
            </a:pPr>
            <a:r>
              <a:rPr lang="en" sz="7300" b="1" u="none" strike="noStrike">
                <a:solidFill>
                  <a:schemeClr val="dk1"/>
                </a:solidFill>
                <a:effectLst/>
                <a:uFillTx/>
                <a:latin typeface="Arial"/>
                <a:ea typeface="Arial"/>
              </a:rPr>
              <a:t>YOU</a:t>
            </a:r>
            <a:endParaRPr lang="en-GB" sz="7300" b="0" u="none" strike="noStrike">
              <a:solidFill>
                <a:srgbClr val="000000"/>
              </a:solidFill>
              <a:effectLst/>
              <a:uFillTx/>
              <a:latin typeface="Arial"/>
            </a:endParaRPr>
          </a:p>
        </p:txBody>
      </p:sp>
    </p:spTree>
  </p:cSld>
  <p:clrMapOvr>
    <a:masterClrMapping/>
  </p:clrMapOvr>
</p:sld>
</file>

<file path=ppt/theme/theme1.xml><?xml version="1.0" encoding="utf-8"?>
<a:theme xmlns:a="http://schemas.openxmlformats.org/drawingml/2006/main" name="Snowflake 2026.01">
  <a:themeElements>
    <a:clrScheme name="Snowflake 2018">
      <a:dk1>
        <a:srgbClr val="262626"/>
      </a:dk1>
      <a:lt1>
        <a:srgbClr val="FFFFFF"/>
      </a:lt1>
      <a:dk2>
        <a:srgbClr val="11567F"/>
      </a:dk2>
      <a:lt2>
        <a:srgbClr val="FFFFFF"/>
      </a:lt2>
      <a:accent1>
        <a:srgbClr val="29B5E8"/>
      </a:accent1>
      <a:accent2>
        <a:srgbClr val="11567F"/>
      </a:accent2>
      <a:accent3>
        <a:srgbClr val="71D3DC"/>
      </a:accent3>
      <a:accent4>
        <a:srgbClr val="FF9F36"/>
      </a:accent4>
      <a:accent5>
        <a:srgbClr val="7D44CF"/>
      </a:accent5>
      <a:accent6>
        <a:srgbClr val="D45B90"/>
      </a:accent6>
      <a:hlink>
        <a:srgbClr val="29B5E8"/>
      </a:hlink>
      <a:folHlink>
        <a:srgbClr val="BFBFBF"/>
      </a:folHlink>
    </a:clrScheme>
    <a:fontScheme name="Office">
      <a:majorFont>
        <a:latin typeface="Arial"/>
        <a:ea typeface=""/>
        <a:cs typeface=""/>
      </a:majorFont>
      <a:minorFont>
        <a:latin typeface="Arial"/>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2.xml><?xml version="1.0" encoding="utf-8"?>
<a:theme xmlns:a="http://schemas.openxmlformats.org/drawingml/2006/main" name="Snowflake 2026.01">
  <a:themeElements>
    <a:clrScheme name="Snowflake 2018">
      <a:dk1>
        <a:srgbClr val="262626"/>
      </a:dk1>
      <a:lt1>
        <a:srgbClr val="FFFFFF"/>
      </a:lt1>
      <a:dk2>
        <a:srgbClr val="11567F"/>
      </a:dk2>
      <a:lt2>
        <a:srgbClr val="FFFFFF"/>
      </a:lt2>
      <a:accent1>
        <a:srgbClr val="29B5E8"/>
      </a:accent1>
      <a:accent2>
        <a:srgbClr val="11567F"/>
      </a:accent2>
      <a:accent3>
        <a:srgbClr val="71D3DC"/>
      </a:accent3>
      <a:accent4>
        <a:srgbClr val="FF9F36"/>
      </a:accent4>
      <a:accent5>
        <a:srgbClr val="7D44CF"/>
      </a:accent5>
      <a:accent6>
        <a:srgbClr val="D45B90"/>
      </a:accent6>
      <a:hlink>
        <a:srgbClr val="29B5E8"/>
      </a:hlink>
      <a:folHlink>
        <a:srgbClr val="BFBFBF"/>
      </a:folHlink>
    </a:clrScheme>
    <a:fontScheme name="Office">
      <a:majorFont>
        <a:latin typeface="Arial"/>
        <a:ea typeface=""/>
        <a:cs typeface=""/>
      </a:majorFont>
      <a:minorFont>
        <a:latin typeface="Arial"/>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3.xml><?xml version="1.0" encoding="utf-8"?>
<a:theme xmlns:a="http://schemas.openxmlformats.org/drawingml/2006/main" name="Snowflake 2026.01">
  <a:themeElements>
    <a:clrScheme name="Snowflake 2018">
      <a:dk1>
        <a:srgbClr val="262626"/>
      </a:dk1>
      <a:lt1>
        <a:srgbClr val="FFFFFF"/>
      </a:lt1>
      <a:dk2>
        <a:srgbClr val="11567F"/>
      </a:dk2>
      <a:lt2>
        <a:srgbClr val="FFFFFF"/>
      </a:lt2>
      <a:accent1>
        <a:srgbClr val="29B5E8"/>
      </a:accent1>
      <a:accent2>
        <a:srgbClr val="11567F"/>
      </a:accent2>
      <a:accent3>
        <a:srgbClr val="71D3DC"/>
      </a:accent3>
      <a:accent4>
        <a:srgbClr val="FF9F36"/>
      </a:accent4>
      <a:accent5>
        <a:srgbClr val="7D44CF"/>
      </a:accent5>
      <a:accent6>
        <a:srgbClr val="D45B90"/>
      </a:accent6>
      <a:hlink>
        <a:srgbClr val="29B5E8"/>
      </a:hlink>
      <a:folHlink>
        <a:srgbClr val="BFBFBF"/>
      </a:folHlink>
    </a:clrScheme>
    <a:fontScheme name="Office">
      <a:majorFont>
        <a:latin typeface="Arial"/>
        <a:ea typeface=""/>
        <a:cs typeface=""/>
      </a:majorFont>
      <a:minorFont>
        <a:latin typeface="Arial"/>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4.xml><?xml version="1.0" encoding="utf-8"?>
<a:theme xmlns:a="http://schemas.openxmlformats.org/drawingml/2006/main" name="Snowflake 2026.01">
  <a:themeElements>
    <a:clrScheme name="Snowflake 2018">
      <a:dk1>
        <a:srgbClr val="262626"/>
      </a:dk1>
      <a:lt1>
        <a:srgbClr val="FFFFFF"/>
      </a:lt1>
      <a:dk2>
        <a:srgbClr val="11567F"/>
      </a:dk2>
      <a:lt2>
        <a:srgbClr val="FFFFFF"/>
      </a:lt2>
      <a:accent1>
        <a:srgbClr val="29B5E8"/>
      </a:accent1>
      <a:accent2>
        <a:srgbClr val="11567F"/>
      </a:accent2>
      <a:accent3>
        <a:srgbClr val="71D3DC"/>
      </a:accent3>
      <a:accent4>
        <a:srgbClr val="FF9F36"/>
      </a:accent4>
      <a:accent5>
        <a:srgbClr val="7D44CF"/>
      </a:accent5>
      <a:accent6>
        <a:srgbClr val="D45B90"/>
      </a:accent6>
      <a:hlink>
        <a:srgbClr val="29B5E8"/>
      </a:hlink>
      <a:folHlink>
        <a:srgbClr val="BFBFBF"/>
      </a:folHlink>
    </a:clrScheme>
    <a:fontScheme name="Office">
      <a:majorFont>
        <a:latin typeface="Arial"/>
        <a:ea typeface=""/>
        <a:cs typeface=""/>
      </a:majorFont>
      <a:minorFont>
        <a:latin typeface="Arial"/>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7.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8.xml><?xml version="1.0" encoding="utf-8"?>
<a:theme xmlns:a="http://schemas.openxmlformats.org/drawing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73</TotalTime>
  <Words>2036</Words>
  <Application>Microsoft Macintosh PowerPoint</Application>
  <PresentationFormat>On-screen Show (16:9)</PresentationFormat>
  <Paragraphs>277</Paragraphs>
  <Slides>23</Slides>
  <Notes>2</Notes>
  <HiddenSlides>0</HiddenSlides>
  <MMClips>0</MMClips>
  <ScaleCrop>false</ScaleCrop>
  <HeadingPairs>
    <vt:vector size="6" baseType="variant">
      <vt:variant>
        <vt:lpstr>Fonts Used</vt:lpstr>
      </vt:variant>
      <vt:variant>
        <vt:i4>6</vt:i4>
      </vt:variant>
      <vt:variant>
        <vt:lpstr>Theme</vt:lpstr>
      </vt:variant>
      <vt:variant>
        <vt:i4>7</vt:i4>
      </vt:variant>
      <vt:variant>
        <vt:lpstr>Slide Titles</vt:lpstr>
      </vt:variant>
      <vt:variant>
        <vt:i4>23</vt:i4>
      </vt:variant>
    </vt:vector>
  </HeadingPairs>
  <TitlesOfParts>
    <vt:vector size="36" baseType="lpstr">
      <vt:lpstr>Times New Roman</vt:lpstr>
      <vt:lpstr>Wingdings</vt:lpstr>
      <vt:lpstr>Wingdings 2</vt:lpstr>
      <vt:lpstr>Arial Black</vt:lpstr>
      <vt:lpstr>Arial</vt:lpstr>
      <vt:lpstr>Symbol</vt:lpstr>
      <vt:lpstr>Snowflake 2026.01</vt:lpstr>
      <vt:lpstr>Snowflake 2026.01</vt:lpstr>
      <vt:lpstr>Snowflake 2026.01</vt:lpstr>
      <vt:lpstr>Snowflake 2026.01</vt:lpstr>
      <vt:lpstr>Office Theme</vt:lpstr>
      <vt:lpstr>Office Theme</vt:lpstr>
      <vt:lpstr>Office Theme</vt:lpstr>
      <vt:lpstr>SNOWFLAKE  TEMPLATE 2026</vt:lpstr>
      <vt:lpstr>PowerPoint Presentation</vt:lpstr>
      <vt:lpstr>Safe Harbor and Disclaimers</vt:lpstr>
      <vt:lpstr>PowerPoint Presentation</vt:lpstr>
      <vt:lpstr>Subtitle in Arial Bold, 18pt</vt:lpstr>
      <vt:lpstr>COVER SLIDE  WITH CUSTOMER LOGO</vt:lpstr>
      <vt:lpstr>PowerPoint Presentation</vt:lpstr>
      <vt:lpstr>One Column Layout</vt:lpstr>
      <vt:lpstr>Two Column Layout w/ Paragraph Titles</vt:lpstr>
      <vt:lpstr>Three Column Layout w/ Paragraph Titles</vt:lpstr>
      <vt:lpstr>Three Column Layout w/ Icons</vt:lpstr>
      <vt:lpstr>Four Column Layout w/ Big Numbers</vt:lpstr>
      <vt:lpstr>Four Column Layout w/ Icons</vt:lpstr>
      <vt:lpstr>Split Slide</vt:lpstr>
      <vt:lpstr>PowerPoint Presentation</vt:lpstr>
      <vt:lpstr>PowerPoint Presentation</vt:lpstr>
      <vt:lpstr>PowerPoint Presentation</vt:lpstr>
      <vt:lpstr>Table Example 1</vt:lpstr>
      <vt:lpstr>Table Example 2</vt:lpstr>
      <vt:lpstr>Speaker Headshots</vt:lpstr>
      <vt:lpstr>Two Column Layout w/ Paragraph Titles</vt:lpstr>
      <vt:lpstr>SNOWFLAKE  TEMPLATE 2026</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dc:description/>
  <cp:lastModifiedBy>Alex Ross</cp:lastModifiedBy>
  <cp:revision>21</cp:revision>
  <dcterms:modified xsi:type="dcterms:W3CDTF">2026-03-20T11:58:59Z</dcterms:modified>
  <dc:language>en-GB</dc:language>
</cp:coreProperties>
</file>