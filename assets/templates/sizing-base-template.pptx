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2" r:id="rId2"/>
    <p:sldMasterId id="2147483657" r:id="rId3"/>
    <p:sldMasterId id="2147483659" r:id="rId4"/>
    <p:sldMasterId id="2147483682" r:id="rId5"/>
    <p:sldMasterId id="2147483684" r:id="rId6"/>
    <p:sldMasterId id="2147483686" r:id="rId7"/>
  </p:sldMasterIdLst>
  <p:notesMasterIdLst>
    <p:notesMasterId r:id="rId31"/>
  </p:notesMasterIdLst>
  <p:sldIdLst>
    <p:sldId id="256" r:id="rId15"/>
    <p:sldId id="257" r:id="rId16"/>
    <p:sldId id="258" r:id="rId17"/>
    <p:sldId id="259" r:id="rId18"/>
    <p:sldId id="260" r:id="rId19"/>
    <p:sldId id="261" r:id="rId20"/>
  </p:sldIdLst>
  <p:sldSz cx="9144000" cy="5143500" type="screen16x9"/>
  <p:notesSz cx="6858000" cy="9144000"/>
  <p:embeddedFontLst>
    <p:embeddedFont>
      <p:font typeface="Arial Black" panose="020B0604020202020204" pitchFamily="34" charset="0"/>
      <p:bold r:id="rId32"/>
    </p:embeddedFont>
    <p:embeddedFont>
      <p:font typeface="Wingdings 2" pitchFamily="2" charset="2"/>
      <p:regular r:id="rId3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016"/>
    <p:restoredTop sz="94689"/>
  </p:normalViewPr>
  <p:slideViewPr>
    <p:cSldViewPr snapToGrid="0">
      <p:cViewPr varScale="1">
        <p:scale>
          <a:sx n="197" d="100"/>
          <a:sy n="197" d="100"/>
        </p:scale>
        <p:origin x="102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31" Type="http://schemas.openxmlformats.org/officeDocument/2006/relationships/notesMaster" Target="notesMasters/notesMaster1.xml"/><Relationship Id="rId32" Type="http://schemas.openxmlformats.org/officeDocument/2006/relationships/font" Target="fonts/font1.fntdata"/><Relationship Id="rId33" Type="http://schemas.openxmlformats.org/officeDocument/2006/relationships/font" Target="fonts/font2.fntdata"/><Relationship Id="rId34" Type="http://schemas.openxmlformats.org/officeDocument/2006/relationships/presProps" Target="presProps.xml"/><Relationship Id="rId35" Type="http://schemas.openxmlformats.org/officeDocument/2006/relationships/viewProps" Target="viewProps.xml"/><Relationship Id="rId36" Type="http://schemas.openxmlformats.org/officeDocument/2006/relationships/theme" Target="theme/theme1.xml"/><Relationship Id="rId3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en-GB" sz="4400" b="0" u="none" strike="noStrike">
                <a:solidFill>
                  <a:srgbClr val="000000"/>
                </a:solidFill>
                <a:effectLst/>
                <a:uFillTx/>
                <a:latin typeface="Arial"/>
              </a:rPr>
              <a:t>Click to move the slide</a:t>
            </a:r>
          </a:p>
        </p:txBody>
      </p:sp>
      <p:sp>
        <p:nvSpPr>
          <p:cNvPr id="27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en-GB" sz="2000" b="0" u="none" strike="noStrike">
                <a:solidFill>
                  <a:srgbClr val="000000"/>
                </a:solidFill>
                <a:effectLst/>
                <a:uFillTx/>
                <a:latin typeface="Arial"/>
              </a:rPr>
              <a:t>Click to edit the notes' format</a:t>
            </a:r>
          </a:p>
        </p:txBody>
      </p:sp>
      <p:sp>
        <p:nvSpPr>
          <p:cNvPr id="27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GB" sz="1400" b="0" u="none" strike="noStrike">
                <a:solidFill>
                  <a:srgbClr val="000000"/>
                </a:solidFill>
                <a:effectLst/>
                <a:uFillTx/>
                <a:latin typeface="Times New Roman"/>
              </a:rPr>
              <a:t>&lt;header&gt;</a:t>
            </a:r>
          </a:p>
        </p:txBody>
      </p:sp>
      <p:sp>
        <p:nvSpPr>
          <p:cNvPr id="274" name="PlaceHolder 4"/>
          <p:cNvSpPr>
            <a:spLocks noGrp="1"/>
          </p:cNvSpPr>
          <p:nvPr>
            <p:ph type="dt" idx="19"/>
          </p:nvPr>
        </p:nvSpPr>
        <p:spPr>
          <a:xfrm>
            <a:off x="4278960" y="0"/>
            <a:ext cx="3280680" cy="534240"/>
          </a:xfrm>
          <a:prstGeom prst="rect">
            <a:avLst/>
          </a:prstGeom>
          <a:noFill/>
          <a:ln w="0">
            <a:noFill/>
          </a:ln>
        </p:spPr>
        <p:txBody>
          <a:bodyPr lIns="0" tIns="0" rIns="0" bIns="0" anchor="t">
            <a:noAutofit/>
          </a:bodyPr>
          <a:lstStyle>
            <a:lvl1pPr indent="0" algn="r">
              <a:buNone/>
              <a:defRPr lang="en-GB" sz="1400" b="0" u="none" strike="noStrike">
                <a:solidFill>
                  <a:srgbClr val="000000"/>
                </a:solidFill>
                <a:effectLst/>
                <a:uFillTx/>
                <a:latin typeface="Times New Roman"/>
              </a:defRPr>
            </a:lvl1pPr>
          </a:lstStyle>
          <a:p>
            <a:pPr indent="0" algn="r">
              <a:buNone/>
            </a:pPr>
            <a:r>
              <a:rPr lang="en-GB" sz="1400" b="0" u="none" strike="noStrike">
                <a:solidFill>
                  <a:srgbClr val="000000"/>
                </a:solidFill>
                <a:effectLst/>
                <a:uFillTx/>
                <a:latin typeface="Times New Roman"/>
              </a:rPr>
              <a:t>&lt;date/time&gt;</a:t>
            </a:r>
          </a:p>
        </p:txBody>
      </p:sp>
      <p:sp>
        <p:nvSpPr>
          <p:cNvPr id="275" name="PlaceHolder 5"/>
          <p:cNvSpPr>
            <a:spLocks noGrp="1"/>
          </p:cNvSpPr>
          <p:nvPr>
            <p:ph type="ftr" idx="20"/>
          </p:nvPr>
        </p:nvSpPr>
        <p:spPr>
          <a:xfrm>
            <a:off x="0" y="10157400"/>
            <a:ext cx="3280680" cy="534240"/>
          </a:xfrm>
          <a:prstGeom prst="rect">
            <a:avLst/>
          </a:prstGeom>
          <a:noFill/>
          <a:ln w="0">
            <a:noFill/>
          </a:ln>
        </p:spPr>
        <p:txBody>
          <a:bodyPr lIns="0" tIns="0" rIns="0" bIns="0" anchor="b">
            <a:noAutofit/>
          </a:bodyPr>
          <a:lstStyle>
            <a:lvl1pPr indent="0">
              <a:buNone/>
              <a:defRPr lang="en-GB" sz="1400" b="0" u="none" strike="noStrike">
                <a:solidFill>
                  <a:srgbClr val="000000"/>
                </a:solidFill>
                <a:effectLst/>
                <a:uFillTx/>
                <a:latin typeface="Times New Roman"/>
              </a:defRPr>
            </a:lvl1pPr>
          </a:lstStyle>
          <a:p>
            <a:pPr indent="0">
              <a:buNone/>
            </a:pPr>
            <a:r>
              <a:rPr lang="en-GB" sz="1400" b="0" u="none" strike="noStrike">
                <a:solidFill>
                  <a:srgbClr val="000000"/>
                </a:solidFill>
                <a:effectLst/>
                <a:uFillTx/>
                <a:latin typeface="Times New Roman"/>
              </a:rPr>
              <a:t>&lt;footer&gt;</a:t>
            </a:r>
          </a:p>
        </p:txBody>
      </p:sp>
      <p:sp>
        <p:nvSpPr>
          <p:cNvPr id="276" name="PlaceHolder 6"/>
          <p:cNvSpPr>
            <a:spLocks noGrp="1"/>
          </p:cNvSpPr>
          <p:nvPr>
            <p:ph type="sldNum" idx="21"/>
          </p:nvPr>
        </p:nvSpPr>
        <p:spPr>
          <a:xfrm>
            <a:off x="4278960" y="10157400"/>
            <a:ext cx="3280680" cy="534240"/>
          </a:xfrm>
          <a:prstGeom prst="rect">
            <a:avLst/>
          </a:prstGeom>
          <a:noFill/>
          <a:ln w="0">
            <a:noFill/>
          </a:ln>
        </p:spPr>
        <p:txBody>
          <a:bodyPr lIns="0" tIns="0" rIns="0" bIns="0" anchor="b">
            <a:noAutofit/>
          </a:bodyPr>
          <a:lstStyle>
            <a:lvl1pPr indent="0" algn="r">
              <a:buNone/>
              <a:defRPr lang="en-GB" sz="1400" b="0" u="none" strike="noStrike">
                <a:solidFill>
                  <a:srgbClr val="000000"/>
                </a:solidFill>
                <a:effectLst/>
                <a:uFillTx/>
                <a:latin typeface="Times New Roman"/>
              </a:defRPr>
            </a:lvl1pPr>
          </a:lstStyle>
          <a:p>
            <a:pPr indent="0" algn="r">
              <a:buNone/>
            </a:pPr>
            <a:fld id="{EDB1D114-F711-4E1E-9075-DA1416EA947B}" type="slidenum">
              <a:rPr lang="en-GB" sz="1400" b="0" u="none" strike="noStrike">
                <a:solidFill>
                  <a:srgbClr val="000000"/>
                </a:solidFill>
                <a:effectLst/>
                <a:uFillTx/>
                <a:latin typeface="Times New Roman"/>
              </a:rPr>
              <a:t>‹#›</a:t>
            </a:fld>
            <a:endParaRPr lang="en-GB"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4.png"/><Relationship Id="rId3"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5.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Quote - Violet_1_1_1">
    <p:bg>
      <p:bgPr>
        <a:solidFill>
          <a:schemeClr val="dk2"/>
        </a:solidFill>
        <a:effectLst/>
      </p:bgPr>
    </p:bg>
    <p:spTree>
      <p:nvGrpSpPr>
        <p:cNvPr id="1" name=""/>
        <p:cNvGrpSpPr/>
        <p:nvPr/>
      </p:nvGrpSpPr>
      <p:grpSpPr>
        <a:xfrm>
          <a:off x="0" y="0"/>
          <a:ext cx="0" cy="0"/>
          <a:chOff x="0" y="0"/>
          <a:chExt cx="0" cy="0"/>
        </a:xfrm>
      </p:grpSpPr>
      <p:sp>
        <p:nvSpPr>
          <p:cNvPr id="2"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3"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4" name="Google Shape;222;p25"/>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5" name="Google Shape;223;p2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 name="PlaceHolder 2"/>
          <p:cNvSpPr>
            <a:spLocks noGrp="1"/>
          </p:cNvSpPr>
          <p:nvPr>
            <p:ph type="sldNum" idx="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BE763172-5771-42D4-9AD3-4C4BF136D133}"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7" name="Google Shape;225;p25"/>
          <p:cNvGrpSpPr/>
          <p:nvPr/>
        </p:nvGrpSpPr>
        <p:grpSpPr>
          <a:xfrm>
            <a:off x="457200" y="474120"/>
            <a:ext cx="1174680" cy="855000"/>
            <a:chOff x="457200" y="474120"/>
            <a:chExt cx="1174680" cy="855000"/>
          </a:xfrm>
        </p:grpSpPr>
        <p:sp>
          <p:nvSpPr>
            <p:cNvPr id="8" name="Google Shape;226;p25"/>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 name="Google Shape;227;p25"/>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0"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Quote - Violet_1_1_1_3">
    <p:bg>
      <p:bgPr>
        <a:solidFill>
          <a:schemeClr val="lt1"/>
        </a:solidFill>
        <a:effectLst/>
      </p:bgPr>
    </p:bg>
    <p:spTree>
      <p:nvGrpSpPr>
        <p:cNvPr id="1" name=""/>
        <p:cNvGrpSpPr/>
        <p:nvPr/>
      </p:nvGrpSpPr>
      <p:grpSpPr>
        <a:xfrm>
          <a:off x="0" y="0"/>
          <a:ext cx="0" cy="0"/>
          <a:chOff x="0" y="0"/>
          <a:chExt cx="0" cy="0"/>
        </a:xfrm>
      </p:grpSpPr>
      <p:sp>
        <p:nvSpPr>
          <p:cNvPr id="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2" name="PlaceHolder 1"/>
          <p:cNvSpPr>
            <a:spLocks noGrp="1"/>
          </p:cNvSpPr>
          <p:nvPr>
            <p:ph type="body"/>
          </p:nvPr>
        </p:nvSpPr>
        <p:spPr>
          <a:xfrm>
            <a:off x="365760" y="1332000"/>
            <a:ext cx="748152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000000"/>
              </a:buClr>
              <a:buSzPct val="45000"/>
              <a:buFont typeface="Wingdings" charset="2"/>
              <a:buChar char=""/>
            </a:pPr>
            <a:r>
              <a:rPr lang="en-GB" sz="4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4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4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4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4200" b="0" u="none" strike="noStrike">
                <a:solidFill>
                  <a:srgbClr val="000000"/>
                </a:solidFill>
                <a:effectLst/>
                <a:uFillTx/>
                <a:latin typeface="Arial"/>
              </a:rPr>
              <a:t>Seventh Outline Level</a:t>
            </a:r>
          </a:p>
        </p:txBody>
      </p:sp>
      <p:grpSp>
        <p:nvGrpSpPr>
          <p:cNvPr id="13" name="Google Shape;231;p26"/>
          <p:cNvGrpSpPr/>
          <p:nvPr/>
        </p:nvGrpSpPr>
        <p:grpSpPr>
          <a:xfrm>
            <a:off x="457200" y="474120"/>
            <a:ext cx="1174680" cy="855000"/>
            <a:chOff x="457200" y="474120"/>
            <a:chExt cx="1174680" cy="855000"/>
          </a:xfrm>
        </p:grpSpPr>
        <p:sp>
          <p:nvSpPr>
            <p:cNvPr id="14" name="Google Shape;232;p26"/>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 name="Google Shape;233;p26"/>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16" name="PlaceHolder 2"/>
          <p:cNvSpPr>
            <a:spLocks noGrp="1"/>
          </p:cNvSpPr>
          <p:nvPr>
            <p:ph type="sldNum" idx="2"/>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23F25555-0D3B-4118-B6D1-18B49F2181B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7" name="Google Shape;236;p2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 name="Google Shape;237;p2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Quote - Violet_1_1_1_2">
    <p:bg>
      <p:bgPr>
        <a:solidFill>
          <a:schemeClr val="dk2"/>
        </a:solidFill>
        <a:effectLst/>
      </p:bgPr>
    </p:bg>
    <p:spTree>
      <p:nvGrpSpPr>
        <p:cNvPr id="1" name=""/>
        <p:cNvGrpSpPr/>
        <p:nvPr/>
      </p:nvGrpSpPr>
      <p:grpSpPr>
        <a:xfrm>
          <a:off x="0" y="0"/>
          <a:ext cx="0" cy="0"/>
          <a:chOff x="0" y="0"/>
          <a:chExt cx="0" cy="0"/>
        </a:xfrm>
      </p:grpSpPr>
      <p:sp>
        <p:nvSpPr>
          <p:cNvPr id="2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1" name="PlaceHolder 1"/>
          <p:cNvSpPr>
            <a:spLocks noGrp="1"/>
          </p:cNvSpPr>
          <p:nvPr>
            <p:ph type="body"/>
          </p:nvPr>
        </p:nvSpPr>
        <p:spPr>
          <a:xfrm>
            <a:off x="365760" y="1332000"/>
            <a:ext cx="6073560" cy="2594160"/>
          </a:xfrm>
          <a:prstGeom prst="rect">
            <a:avLst/>
          </a:prstGeom>
          <a:noFill/>
          <a:ln w="0">
            <a:noFill/>
          </a:ln>
        </p:spPr>
        <p:txBody>
          <a:bodyPr lIns="91440" tIns="45720" rIns="91440" bIns="45720" anchor="ctr">
            <a:normAutofit fontScale="55000" lnSpcReduction="19999"/>
          </a:bodyPr>
          <a:lstStyle/>
          <a:p>
            <a:pPr marL="432000" indent="-324000">
              <a:lnSpc>
                <a:spcPct val="100000"/>
              </a:lnSpc>
              <a:spcBef>
                <a:spcPts val="1417"/>
              </a:spcBef>
              <a:buClr>
                <a:srgbClr val="FFFFFF"/>
              </a:buClr>
              <a:buSzPct val="45000"/>
              <a:buFont typeface="Wingdings" charset="2"/>
              <a:buChar char=""/>
            </a:pPr>
            <a:r>
              <a:rPr lang="en-GB" sz="4200" b="0" u="none" strike="noStrike">
                <a:solidFill>
                  <a:srgbClr val="000000"/>
                </a:solidFill>
                <a:effectLst/>
                <a:uFillTx/>
                <a:latin typeface="Arial"/>
              </a:rPr>
              <a:t>Click to edit the outline text format</a:t>
            </a:r>
            <a:endParaRPr lang="en-GB" sz="42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200" b="0" u="none" strike="noStrike">
                <a:solidFill>
                  <a:srgbClr val="000000"/>
                </a:solidFill>
                <a:effectLst/>
                <a:uFillTx/>
                <a:latin typeface="Arial"/>
              </a:rPr>
              <a:t>Second Outline Level</a:t>
            </a:r>
            <a:endParaRPr lang="en-GB" sz="42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200" b="0" u="none" strike="noStrike">
                <a:solidFill>
                  <a:srgbClr val="000000"/>
                </a:solidFill>
                <a:effectLst/>
                <a:uFillTx/>
                <a:latin typeface="Arial"/>
              </a:rPr>
              <a:t>Third Outline Level</a:t>
            </a:r>
            <a:endParaRPr lang="en-GB" sz="42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200" b="0" u="none" strike="noStrike">
                <a:solidFill>
                  <a:srgbClr val="000000"/>
                </a:solidFill>
                <a:effectLst/>
                <a:uFillTx/>
                <a:latin typeface="Arial"/>
              </a:rPr>
              <a:t>Fourth Outline Level</a:t>
            </a:r>
            <a:endParaRPr lang="en-GB" sz="42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Fifth Outline Level</a:t>
            </a:r>
            <a:endParaRPr lang="en-GB" sz="42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Sixth Outline Level</a:t>
            </a:r>
            <a:endParaRPr lang="en-GB" sz="42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200" b="0" u="none" strike="noStrike">
                <a:solidFill>
                  <a:srgbClr val="000000"/>
                </a:solidFill>
                <a:effectLst/>
                <a:uFillTx/>
                <a:latin typeface="Arial"/>
              </a:rPr>
              <a:t>Seventh Outline Level</a:t>
            </a:r>
            <a:endParaRPr lang="en-GB" sz="4200" b="0" u="none" strike="noStrike">
              <a:solidFill>
                <a:srgbClr val="FFFFFF"/>
              </a:solidFill>
              <a:effectLst/>
              <a:uFillTx/>
              <a:latin typeface="Arial"/>
            </a:endParaRPr>
          </a:p>
        </p:txBody>
      </p:sp>
      <p:sp>
        <p:nvSpPr>
          <p:cNvPr id="22" name="Google Shape;240;p27"/>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3" name="Google Shape;241;p2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 name="PlaceHolder 2"/>
          <p:cNvSpPr>
            <a:spLocks noGrp="1"/>
          </p:cNvSpPr>
          <p:nvPr>
            <p:ph type="sldNum" idx="3"/>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5F075116-C274-497A-AF51-628C61180B0D}" type="slidenum">
              <a:rPr lang="en" sz="600" b="0" u="none" strike="noStrike">
                <a:solidFill>
                  <a:srgbClr val="FFFFFF"/>
                </a:solidFill>
                <a:effectLst/>
                <a:uFillTx/>
                <a:latin typeface="Arial"/>
                <a:ea typeface="Arial"/>
              </a:rPr>
              <a:t>‹#›</a:t>
            </a:fld>
            <a:endParaRPr lang="en-GB" sz="600" b="0" u="none" strike="noStrike">
              <a:solidFill>
                <a:srgbClr val="FFFFFF"/>
              </a:solidFill>
              <a:effectLst/>
              <a:uFillTx/>
              <a:latin typeface="Times New Roman"/>
            </a:endParaRPr>
          </a:p>
        </p:txBody>
      </p:sp>
      <p:grpSp>
        <p:nvGrpSpPr>
          <p:cNvPr id="25" name="Google Shape;243;p27"/>
          <p:cNvGrpSpPr/>
          <p:nvPr/>
        </p:nvGrpSpPr>
        <p:grpSpPr>
          <a:xfrm>
            <a:off x="457200" y="474120"/>
            <a:ext cx="1174680" cy="855000"/>
            <a:chOff x="457200" y="474120"/>
            <a:chExt cx="1174680" cy="855000"/>
          </a:xfrm>
        </p:grpSpPr>
        <p:sp>
          <p:nvSpPr>
            <p:cNvPr id="26" name="Google Shape;244;p27"/>
            <p:cNvSpPr/>
            <p:nvPr/>
          </p:nvSpPr>
          <p:spPr>
            <a:xfrm>
              <a:off x="45720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 name="Google Shape;245;p27"/>
            <p:cNvSpPr/>
            <p:nvPr/>
          </p:nvSpPr>
          <p:spPr>
            <a:xfrm>
              <a:off x="1090440" y="474120"/>
              <a:ext cx="541440" cy="855000"/>
            </a:xfrm>
            <a:custGeom>
              <a:avLst/>
              <a:gdLst>
                <a:gd name="textAreaLeft" fmla="*/ 0 w 541440"/>
                <a:gd name="textAreaRight" fmla="*/ 544320 w 541440"/>
                <a:gd name="textAreaTop" fmla="*/ 0 h 855000"/>
                <a:gd name="textAreaBottom" fmla="*/ 857880 h 855000"/>
              </a:gdLst>
              <a:ahLst/>
              <a:cxnLst/>
              <a:rect l="textAreaLeft" t="textAreaTop" r="textAreaRight" b="textAreaBottom"/>
              <a:pathLst>
                <a:path w="3654375" h="5757569">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sp>
        <p:nvSpPr>
          <p:cNvPr id="28" name="PlaceHolder 3"/>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eam">
  <p:cSld name="Team">
    <p:spTree>
      <p:nvGrpSpPr>
        <p:cNvPr id="1" name="Shape 247"/>
        <p:cNvGrpSpPr/>
        <p:nvPr/>
      </p:nvGrpSpPr>
      <p:grpSpPr>
        <a:xfrm>
          <a:off x="0" y="0"/>
          <a:ext cx="0" cy="0"/>
          <a:chOff x="0" y="0"/>
          <a:chExt cx="0" cy="0"/>
        </a:xfrm>
      </p:grpSpPr>
      <p:sp>
        <p:nvSpPr>
          <p:cNvPr id="248" name="Google Shape;248;p28"/>
          <p:cNvSpPr/>
          <p:nvPr/>
        </p:nvSpPr>
        <p:spPr>
          <a:xfrm>
            <a:off x="0" y="1120200"/>
            <a:ext cx="9144000" cy="402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8"/>
          <p:cNvSpPr txBox="1">
            <a:spLocks noGrp="1"/>
          </p:cNvSpPr>
          <p:nvPr>
            <p:ph type="title"/>
          </p:nvPr>
        </p:nvSpPr>
        <p:spPr>
          <a:xfrm>
            <a:off x="366550" y="274323"/>
            <a:ext cx="8348400" cy="366000"/>
          </a:xfrm>
          <a:prstGeom prst="rect">
            <a:avLst/>
          </a:prstGeom>
        </p:spPr>
        <p:txBody>
          <a:bodyPr spcFirstLastPara="1" wrap="square" lIns="91425" tIns="91425" rIns="91425" bIns="91425" anchor="t" anchorCtr="0">
            <a:spAutoFit/>
          </a:bodyPr>
          <a:lstStyle>
            <a:lvl1pPr lvl="0" rtl="0">
              <a:spcBef>
                <a:spcPts val="0"/>
              </a:spcBef>
              <a:spcAft>
                <a:spcPts val="0"/>
              </a:spcAft>
              <a:buSzPts val="2600"/>
              <a:buNone/>
              <a:defRPr/>
            </a:lvl1pPr>
            <a:lvl2pPr lvl="1" rtl="0">
              <a:spcBef>
                <a:spcPts val="1000"/>
              </a:spcBef>
              <a:spcAft>
                <a:spcPts val="0"/>
              </a:spcAft>
              <a:buSzPts val="1400"/>
              <a:buFont typeface="Arial"/>
              <a:buNone/>
              <a:defRPr>
                <a:latin typeface="Arial"/>
                <a:ea typeface="Arial"/>
                <a:cs typeface="Arial"/>
                <a:sym typeface="Arial"/>
              </a:defRPr>
            </a:lvl2pPr>
            <a:lvl3pPr lvl="2" rtl="0">
              <a:spcBef>
                <a:spcPts val="1000"/>
              </a:spcBef>
              <a:spcAft>
                <a:spcPts val="0"/>
              </a:spcAft>
              <a:buSzPts val="1400"/>
              <a:buFont typeface="Arial"/>
              <a:buNone/>
              <a:defRPr>
                <a:latin typeface="Arial"/>
                <a:ea typeface="Arial"/>
                <a:cs typeface="Arial"/>
                <a:sym typeface="Arial"/>
              </a:defRPr>
            </a:lvl3pPr>
            <a:lvl4pPr lvl="3" rtl="0">
              <a:spcBef>
                <a:spcPts val="1000"/>
              </a:spcBef>
              <a:spcAft>
                <a:spcPts val="0"/>
              </a:spcAft>
              <a:buSzPts val="1400"/>
              <a:buFont typeface="Arial"/>
              <a:buNone/>
              <a:defRPr>
                <a:latin typeface="Arial"/>
                <a:ea typeface="Arial"/>
                <a:cs typeface="Arial"/>
                <a:sym typeface="Arial"/>
              </a:defRPr>
            </a:lvl4pPr>
            <a:lvl5pPr lvl="4" rtl="0">
              <a:spcBef>
                <a:spcPts val="1000"/>
              </a:spcBef>
              <a:spcAft>
                <a:spcPts val="0"/>
              </a:spcAft>
              <a:buSzPts val="1400"/>
              <a:buFont typeface="Arial"/>
              <a:buNone/>
              <a:defRPr>
                <a:latin typeface="Arial"/>
                <a:ea typeface="Arial"/>
                <a:cs typeface="Arial"/>
                <a:sym typeface="Arial"/>
              </a:defRPr>
            </a:lvl5pPr>
            <a:lvl6pPr lvl="5" rtl="0">
              <a:spcBef>
                <a:spcPts val="1000"/>
              </a:spcBef>
              <a:spcAft>
                <a:spcPts val="0"/>
              </a:spcAft>
              <a:buSzPts val="1400"/>
              <a:buFont typeface="Arial"/>
              <a:buNone/>
              <a:defRPr>
                <a:latin typeface="Arial"/>
                <a:ea typeface="Arial"/>
                <a:cs typeface="Arial"/>
                <a:sym typeface="Arial"/>
              </a:defRPr>
            </a:lvl6pPr>
            <a:lvl7pPr lvl="6" rtl="0">
              <a:spcBef>
                <a:spcPts val="1000"/>
              </a:spcBef>
              <a:spcAft>
                <a:spcPts val="0"/>
              </a:spcAft>
              <a:buSzPts val="1400"/>
              <a:buFont typeface="Arial"/>
              <a:buNone/>
              <a:defRPr>
                <a:latin typeface="Arial"/>
                <a:ea typeface="Arial"/>
                <a:cs typeface="Arial"/>
                <a:sym typeface="Arial"/>
              </a:defRPr>
            </a:lvl7pPr>
            <a:lvl8pPr lvl="7" rtl="0">
              <a:spcBef>
                <a:spcPts val="1000"/>
              </a:spcBef>
              <a:spcAft>
                <a:spcPts val="0"/>
              </a:spcAft>
              <a:buSzPts val="1400"/>
              <a:buFont typeface="Arial"/>
              <a:buNone/>
              <a:defRPr>
                <a:latin typeface="Arial"/>
                <a:ea typeface="Arial"/>
                <a:cs typeface="Arial"/>
                <a:sym typeface="Arial"/>
              </a:defRPr>
            </a:lvl8pPr>
            <a:lvl9pPr lvl="8" rtl="0">
              <a:spcBef>
                <a:spcPts val="1000"/>
              </a:spcBef>
              <a:spcAft>
                <a:spcPts val="1000"/>
              </a:spcAft>
              <a:buSzPts val="1400"/>
              <a:buFont typeface="Arial"/>
              <a:buNone/>
              <a:defRPr>
                <a:latin typeface="Arial"/>
                <a:ea typeface="Arial"/>
                <a:cs typeface="Arial"/>
                <a:sym typeface="Arial"/>
              </a:defRPr>
            </a:lvl9pPr>
          </a:lstStyle>
          <a:p>
            <a:endParaRPr/>
          </a:p>
        </p:txBody>
      </p:sp>
      <p:sp>
        <p:nvSpPr>
          <p:cNvPr id="250" name="Google Shape;250;p28"/>
          <p:cNvSpPr/>
          <p:nvPr/>
        </p:nvSpPr>
        <p:spPr>
          <a:xfrm>
            <a:off x="660652" y="4866916"/>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a:solidFill>
                  <a:schemeClr val="lt1"/>
                </a:solidFill>
                <a:latin typeface="Arial"/>
                <a:ea typeface="Arial"/>
                <a:cs typeface="Arial"/>
                <a:sym typeface="Arial"/>
              </a:rPr>
              <a:t>© </a:t>
            </a:r>
            <a:r>
              <a:rPr lang="en" sz="600">
                <a:solidFill>
                  <a:schemeClr val="lt1"/>
                </a:solidFill>
              </a:rPr>
              <a:t>2026</a:t>
            </a:r>
            <a:r>
              <a:rPr lang="en" sz="600" b="0" i="0">
                <a:solidFill>
                  <a:schemeClr val="lt1"/>
                </a:solidFill>
                <a:latin typeface="Arial"/>
                <a:ea typeface="Arial"/>
                <a:cs typeface="Arial"/>
                <a:sym typeface="Arial"/>
              </a:rPr>
              <a:t> Snowflake Inc. All Rights Reserved</a:t>
            </a:r>
            <a:endParaRPr sz="600">
              <a:solidFill>
                <a:schemeClr val="lt1"/>
              </a:solidFill>
              <a:latin typeface="Arial"/>
              <a:ea typeface="Arial"/>
              <a:cs typeface="Arial"/>
              <a:sym typeface="Arial"/>
            </a:endParaRPr>
          </a:p>
        </p:txBody>
      </p:sp>
      <p:sp>
        <p:nvSpPr>
          <p:cNvPr id="251" name="Google Shape;251;p28"/>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2" name="Google Shape;252;p28"/>
          <p:cNvSpPr txBox="1">
            <a:spLocks noGrp="1"/>
          </p:cNvSpPr>
          <p:nvPr>
            <p:ph type="sldNum" idx="12"/>
          </p:nvPr>
        </p:nvSpPr>
        <p:spPr>
          <a:xfrm>
            <a:off x="8229600" y="4866905"/>
            <a:ext cx="473700" cy="92400"/>
          </a:xfrm>
          <a:prstGeom prst="rect">
            <a:avLst/>
          </a:prstGeom>
          <a:noFill/>
          <a:ln>
            <a:noFill/>
          </a:ln>
        </p:spPr>
        <p:txBody>
          <a:bodyPr spcFirstLastPara="1" wrap="square" lIns="0" tIns="0" rIns="0" bIns="0" anchor="b" anchorCtr="0">
            <a:spAutoFit/>
          </a:bodyPr>
          <a:lstStyle>
            <a:lvl1pPr marL="0" marR="0" lvl="0" indent="0" algn="r" rtl="0">
              <a:spcBef>
                <a:spcPts val="0"/>
              </a:spcBef>
              <a:buNone/>
              <a:defRPr sz="600" i="0">
                <a:solidFill>
                  <a:srgbClr val="FFFFFF"/>
                </a:solidFill>
              </a:defRPr>
            </a:lvl1pPr>
            <a:lvl2pPr marL="0" marR="0" lvl="1" indent="0" algn="r" rtl="0">
              <a:spcBef>
                <a:spcPts val="0"/>
              </a:spcBef>
              <a:buNone/>
              <a:defRPr sz="600" i="0">
                <a:solidFill>
                  <a:srgbClr val="FFFFFF"/>
                </a:solidFill>
              </a:defRPr>
            </a:lvl2pPr>
            <a:lvl3pPr marL="0" marR="0" lvl="2" indent="0" algn="r" rtl="0">
              <a:spcBef>
                <a:spcPts val="0"/>
              </a:spcBef>
              <a:buNone/>
              <a:defRPr sz="600" i="0">
                <a:solidFill>
                  <a:srgbClr val="FFFFFF"/>
                </a:solidFill>
              </a:defRPr>
            </a:lvl3pPr>
            <a:lvl4pPr marL="0" marR="0" lvl="3" indent="0" algn="r" rtl="0">
              <a:spcBef>
                <a:spcPts val="0"/>
              </a:spcBef>
              <a:buNone/>
              <a:defRPr sz="600" i="0">
                <a:solidFill>
                  <a:srgbClr val="FFFFFF"/>
                </a:solidFill>
              </a:defRPr>
            </a:lvl4pPr>
            <a:lvl5pPr marL="0" marR="0" lvl="4" indent="0" algn="r" rtl="0">
              <a:spcBef>
                <a:spcPts val="0"/>
              </a:spcBef>
              <a:buNone/>
              <a:defRPr sz="600" i="0">
                <a:solidFill>
                  <a:srgbClr val="FFFFFF"/>
                </a:solidFill>
              </a:defRPr>
            </a:lvl5pPr>
            <a:lvl6pPr marL="0" marR="0" lvl="5" indent="0" algn="r" rtl="0">
              <a:spcBef>
                <a:spcPts val="0"/>
              </a:spcBef>
              <a:buNone/>
              <a:defRPr sz="600" i="0">
                <a:solidFill>
                  <a:srgbClr val="FFFFFF"/>
                </a:solidFill>
              </a:defRPr>
            </a:lvl6pPr>
            <a:lvl7pPr marL="0" marR="0" lvl="6" indent="0" algn="r" rtl="0">
              <a:spcBef>
                <a:spcPts val="0"/>
              </a:spcBef>
              <a:buNone/>
              <a:defRPr sz="600" i="0">
                <a:solidFill>
                  <a:srgbClr val="FFFFFF"/>
                </a:solidFill>
              </a:defRPr>
            </a:lvl7pPr>
            <a:lvl8pPr marL="0" marR="0" lvl="7" indent="0" algn="r" rtl="0">
              <a:spcBef>
                <a:spcPts val="0"/>
              </a:spcBef>
              <a:buNone/>
              <a:defRPr sz="600" i="0">
                <a:solidFill>
                  <a:srgbClr val="FFFFFF"/>
                </a:solidFill>
              </a:defRPr>
            </a:lvl8pPr>
            <a:lvl9pPr marL="0" marR="0" lvl="8" indent="0" algn="r" rtl="0">
              <a:spcBef>
                <a:spcPts val="0"/>
              </a:spcBef>
              <a:buNone/>
              <a:defRPr sz="600" i="0">
                <a:solidFill>
                  <a:srgbClr val="FFFFFF"/>
                </a:solidFill>
              </a:defRPr>
            </a:lvl9pPr>
          </a:lstStyle>
          <a:p>
            <a:pPr marL="0" lvl="0" indent="0" algn="r" rtl="0">
              <a:spcBef>
                <a:spcPts val="0"/>
              </a:spcBef>
              <a:spcAft>
                <a:spcPts val="0"/>
              </a:spcAft>
              <a:buNone/>
            </a:pPr>
            <a:fld id="{00000000-1234-1234-1234-123412341234}" type="slidenum">
              <a:rPr lang="en"/>
              <a:t>‹#›</a:t>
            </a:fld>
            <a:endParaRPr/>
          </a:p>
        </p:txBody>
      </p:sp>
      <p:sp>
        <p:nvSpPr>
          <p:cNvPr id="253" name="Google Shape;253;p28"/>
          <p:cNvSpPr/>
          <p:nvPr/>
        </p:nvSpPr>
        <p:spPr>
          <a:xfrm>
            <a:off x="0" y="343500"/>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17302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Data Cloud_1_1">
    <p:bg>
      <p:bgPr>
        <a:solidFill>
          <a:schemeClr val="accent1"/>
        </a:solidFill>
        <a:effectLst/>
      </p:bgPr>
    </p:bg>
    <p:spTree>
      <p:nvGrpSpPr>
        <p:cNvPr id="1" name=""/>
        <p:cNvGrpSpPr/>
        <p:nvPr/>
      </p:nvGrpSpPr>
      <p:grpSpPr>
        <a:xfrm>
          <a:off x="0" y="0"/>
          <a:ext cx="0" cy="0"/>
          <a:chOff x="0" y="0"/>
          <a:chExt cx="0" cy="0"/>
        </a:xfrm>
      </p:grpSpPr>
      <p:sp>
        <p:nvSpPr>
          <p:cNvPr id="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30" name="Google Shape;137;p15"/>
          <p:cNvGrpSpPr/>
          <p:nvPr/>
        </p:nvGrpSpPr>
        <p:grpSpPr>
          <a:xfrm>
            <a:off x="0" y="3770280"/>
            <a:ext cx="9141120" cy="1368720"/>
            <a:chOff x="0" y="3770280"/>
            <a:chExt cx="9141120" cy="1368720"/>
          </a:xfrm>
        </p:grpSpPr>
        <p:pic>
          <p:nvPicPr>
            <p:cNvPr id="31" name="Google Shape;138;p15"/>
            <p:cNvPicPr/>
            <p:nvPr/>
          </p:nvPicPr>
          <p:blipFill>
            <a:blip r:embed="rId2"/>
            <a:stretch/>
          </p:blipFill>
          <p:spPr>
            <a:xfrm>
              <a:off x="0" y="3770280"/>
              <a:ext cx="3043440" cy="1368720"/>
            </a:xfrm>
            <a:prstGeom prst="rect">
              <a:avLst/>
            </a:prstGeom>
            <a:noFill/>
            <a:ln w="0">
              <a:noFill/>
            </a:ln>
          </p:spPr>
        </p:pic>
        <p:pic>
          <p:nvPicPr>
            <p:cNvPr id="32" name="Google Shape;139;p15"/>
            <p:cNvPicPr/>
            <p:nvPr/>
          </p:nvPicPr>
          <p:blipFill>
            <a:blip r:embed="rId3"/>
            <a:srcRect t="138" b="138"/>
            <a:stretch/>
          </p:blipFill>
          <p:spPr>
            <a:xfrm>
              <a:off x="3051000" y="3770280"/>
              <a:ext cx="3043440" cy="1368720"/>
            </a:xfrm>
            <a:prstGeom prst="rect">
              <a:avLst/>
            </a:prstGeom>
            <a:noFill/>
            <a:ln w="0">
              <a:noFill/>
            </a:ln>
          </p:spPr>
        </p:pic>
        <p:pic>
          <p:nvPicPr>
            <p:cNvPr id="33" name="Google Shape;140;p15"/>
            <p:cNvPicPr/>
            <p:nvPr/>
          </p:nvPicPr>
          <p:blipFill>
            <a:blip r:embed="rId4"/>
            <a:srcRect t="138" b="138"/>
            <a:stretch/>
          </p:blipFill>
          <p:spPr>
            <a:xfrm>
              <a:off x="6097680" y="3770280"/>
              <a:ext cx="3043440" cy="1368720"/>
            </a:xfrm>
            <a:prstGeom prst="rect">
              <a:avLst/>
            </a:prstGeom>
            <a:noFill/>
            <a:ln w="0">
              <a:noFill/>
            </a:ln>
          </p:spPr>
        </p:pic>
      </p:grpSp>
      <p:grpSp>
        <p:nvGrpSpPr>
          <p:cNvPr id="34" name="Google Shape;141;p15"/>
          <p:cNvGrpSpPr/>
          <p:nvPr/>
        </p:nvGrpSpPr>
        <p:grpSpPr>
          <a:xfrm>
            <a:off x="0" y="3770280"/>
            <a:ext cx="9141120" cy="1368720"/>
            <a:chOff x="0" y="3770280"/>
            <a:chExt cx="9141120" cy="1368720"/>
          </a:xfrm>
        </p:grpSpPr>
        <p:pic>
          <p:nvPicPr>
            <p:cNvPr id="35" name="Google Shape;142;p15"/>
            <p:cNvPicPr/>
            <p:nvPr/>
          </p:nvPicPr>
          <p:blipFill>
            <a:blip r:embed="rId2"/>
            <a:stretch/>
          </p:blipFill>
          <p:spPr>
            <a:xfrm>
              <a:off x="0" y="3770280"/>
              <a:ext cx="3043440" cy="1368720"/>
            </a:xfrm>
            <a:prstGeom prst="rect">
              <a:avLst/>
            </a:prstGeom>
            <a:noFill/>
            <a:ln w="0">
              <a:noFill/>
            </a:ln>
          </p:spPr>
        </p:pic>
        <p:pic>
          <p:nvPicPr>
            <p:cNvPr id="36" name="Google Shape;143;p15"/>
            <p:cNvPicPr/>
            <p:nvPr/>
          </p:nvPicPr>
          <p:blipFill>
            <a:blip r:embed="rId3"/>
            <a:srcRect t="138" b="138"/>
            <a:stretch/>
          </p:blipFill>
          <p:spPr>
            <a:xfrm>
              <a:off x="3051000" y="3770280"/>
              <a:ext cx="3043440" cy="1368720"/>
            </a:xfrm>
            <a:prstGeom prst="rect">
              <a:avLst/>
            </a:prstGeom>
            <a:noFill/>
            <a:ln w="0">
              <a:noFill/>
            </a:ln>
          </p:spPr>
        </p:pic>
        <p:pic>
          <p:nvPicPr>
            <p:cNvPr id="37" name="Google Shape;144;p15"/>
            <p:cNvPicPr/>
            <p:nvPr/>
          </p:nvPicPr>
          <p:blipFill>
            <a:blip r:embed="rId4"/>
            <a:srcRect t="138" b="138"/>
            <a:stretch/>
          </p:blipFill>
          <p:spPr>
            <a:xfrm>
              <a:off x="6097680" y="3770280"/>
              <a:ext cx="3043440" cy="1368720"/>
            </a:xfrm>
            <a:prstGeom prst="rect">
              <a:avLst/>
            </a:prstGeom>
            <a:noFill/>
            <a:ln w="0">
              <a:noFill/>
            </a:ln>
          </p:spPr>
        </p:pic>
      </p:grpSp>
      <p:sp>
        <p:nvSpPr>
          <p:cNvPr id="38" name="Google Shape;145;p15"/>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39" name="PlaceHolder 1"/>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40" name="PlaceHolder 2"/>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41" name="Google Shape;148;p15"/>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42" name="PlaceHolder 3"/>
          <p:cNvSpPr>
            <a:spLocks noGrp="1"/>
          </p:cNvSpPr>
          <p:nvPr>
            <p:ph type="title"/>
          </p:nvPr>
        </p:nvSpPr>
        <p:spPr>
          <a:xfrm>
            <a:off x="366480" y="1188720"/>
            <a:ext cx="740808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43"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Data Cloud_1_1_1">
    <p:bg>
      <p:bgPr>
        <a:solidFill>
          <a:schemeClr val="accent1"/>
        </a:solidFill>
        <a:effectLst/>
      </p:bgPr>
    </p:bg>
    <p:spTree>
      <p:nvGrpSpPr>
        <p:cNvPr id="1" name=""/>
        <p:cNvGrpSpPr/>
        <p:nvPr/>
      </p:nvGrpSpPr>
      <p:grpSpPr>
        <a:xfrm>
          <a:off x="0" y="0"/>
          <a:ext cx="0" cy="0"/>
          <a:chOff x="0" y="0"/>
          <a:chExt cx="0" cy="0"/>
        </a:xfrm>
      </p:grpSpPr>
      <p:sp>
        <p:nvSpPr>
          <p:cNvPr id="4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45" name="Google Shape;175;p19"/>
          <p:cNvGrpSpPr/>
          <p:nvPr/>
        </p:nvGrpSpPr>
        <p:grpSpPr>
          <a:xfrm>
            <a:off x="5110920" y="2880"/>
            <a:ext cx="1160280" cy="5154120"/>
            <a:chOff x="5110920" y="2880"/>
            <a:chExt cx="1160280" cy="5154120"/>
          </a:xfrm>
        </p:grpSpPr>
        <p:pic>
          <p:nvPicPr>
            <p:cNvPr id="46" name="Google Shape;176;p19"/>
            <p:cNvPicPr/>
            <p:nvPr/>
          </p:nvPicPr>
          <p:blipFill>
            <a:blip r:embed="rId2"/>
            <a:stretch/>
          </p:blipFill>
          <p:spPr>
            <a:xfrm rot="16200000">
              <a:off x="4404240" y="3290040"/>
              <a:ext cx="2573640" cy="1160280"/>
            </a:xfrm>
            <a:prstGeom prst="rect">
              <a:avLst/>
            </a:prstGeom>
            <a:noFill/>
            <a:ln w="0">
              <a:noFill/>
            </a:ln>
          </p:spPr>
        </p:pic>
        <p:pic>
          <p:nvPicPr>
            <p:cNvPr id="47" name="Google Shape;177;p19"/>
            <p:cNvPicPr/>
            <p:nvPr/>
          </p:nvPicPr>
          <p:blipFill>
            <a:blip r:embed="rId3"/>
            <a:srcRect t="138" b="138"/>
            <a:stretch/>
          </p:blipFill>
          <p:spPr>
            <a:xfrm rot="16200000">
              <a:off x="4404240" y="709560"/>
              <a:ext cx="2573640" cy="1160280"/>
            </a:xfrm>
            <a:prstGeom prst="rect">
              <a:avLst/>
            </a:prstGeom>
            <a:noFill/>
            <a:ln w="0">
              <a:noFill/>
            </a:ln>
          </p:spPr>
        </p:pic>
      </p:grpSp>
      <p:grpSp>
        <p:nvGrpSpPr>
          <p:cNvPr id="48" name="Google Shape;178;p19"/>
          <p:cNvGrpSpPr/>
          <p:nvPr/>
        </p:nvGrpSpPr>
        <p:grpSpPr>
          <a:xfrm>
            <a:off x="5110920" y="2880"/>
            <a:ext cx="1160280" cy="5154120"/>
            <a:chOff x="5110920" y="2880"/>
            <a:chExt cx="1160280" cy="5154120"/>
          </a:xfrm>
        </p:grpSpPr>
        <p:pic>
          <p:nvPicPr>
            <p:cNvPr id="49" name="Google Shape;179;p19"/>
            <p:cNvPicPr/>
            <p:nvPr/>
          </p:nvPicPr>
          <p:blipFill>
            <a:blip r:embed="rId2"/>
            <a:stretch/>
          </p:blipFill>
          <p:spPr>
            <a:xfrm rot="16200000">
              <a:off x="4404240" y="3290040"/>
              <a:ext cx="2573640" cy="1160280"/>
            </a:xfrm>
            <a:prstGeom prst="rect">
              <a:avLst/>
            </a:prstGeom>
            <a:noFill/>
            <a:ln w="0">
              <a:noFill/>
            </a:ln>
          </p:spPr>
        </p:pic>
        <p:pic>
          <p:nvPicPr>
            <p:cNvPr id="50" name="Google Shape;180;p19"/>
            <p:cNvPicPr/>
            <p:nvPr/>
          </p:nvPicPr>
          <p:blipFill>
            <a:blip r:embed="rId3"/>
            <a:srcRect t="138" b="138"/>
            <a:stretch/>
          </p:blipFill>
          <p:spPr>
            <a:xfrm rot="16200000">
              <a:off x="4404240" y="709560"/>
              <a:ext cx="2573640" cy="1160280"/>
            </a:xfrm>
            <a:prstGeom prst="rect">
              <a:avLst/>
            </a:prstGeom>
            <a:noFill/>
            <a:ln w="0">
              <a:noFill/>
            </a:ln>
          </p:spPr>
        </p:pic>
      </p:grpSp>
      <p:sp>
        <p:nvSpPr>
          <p:cNvPr id="51" name="PlaceHolder 1"/>
          <p:cNvSpPr>
            <a:spLocks noGrp="1"/>
          </p:cNvSpPr>
          <p:nvPr>
            <p:ph type="sldNum" idx="4"/>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B339C67B-4B18-477A-810F-B9CEC31F65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52" name="Google Shape;182;p19"/>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53" name="PlaceHolder 2"/>
          <p:cNvSpPr>
            <a:spLocks noGrp="1"/>
          </p:cNvSpPr>
          <p:nvPr>
            <p:ph type="title"/>
          </p:nvPr>
        </p:nvSpPr>
        <p:spPr>
          <a:xfrm>
            <a:off x="366480" y="1188720"/>
            <a:ext cx="572796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54" name="PlaceHolder 3"/>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55" name="PlaceHolder 4"/>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56" name="Google Shape;186;p19"/>
          <p:cNvSpPr/>
          <p:nvPr/>
        </p:nvSpPr>
        <p:spPr>
          <a:xfrm>
            <a:off x="6097680" y="0"/>
            <a:ext cx="3043800" cy="514080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7" name="Google Shape;187;p19"/>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58" name="PlaceHolder 5"/>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Data Cloud_1_1_3_1">
    <p:bg>
      <p:bgPr>
        <a:solidFill>
          <a:schemeClr val="accent1"/>
        </a:solidFill>
        <a:effectLst/>
      </p:bgPr>
    </p:bg>
    <p:spTree>
      <p:nvGrpSpPr>
        <p:cNvPr id="1" name=""/>
        <p:cNvGrpSpPr/>
        <p:nvPr/>
      </p:nvGrpSpPr>
      <p:grpSpPr>
        <a:xfrm>
          <a:off x="0" y="0"/>
          <a:ext cx="0" cy="0"/>
          <a:chOff x="0" y="0"/>
          <a:chExt cx="0" cy="0"/>
        </a:xfrm>
      </p:grpSpPr>
      <p:sp>
        <p:nvSpPr>
          <p:cNvPr id="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60" name="Google Shape;160;p17"/>
          <p:cNvGrpSpPr/>
          <p:nvPr/>
        </p:nvGrpSpPr>
        <p:grpSpPr>
          <a:xfrm>
            <a:off x="6431760" y="-6480"/>
            <a:ext cx="2744640" cy="5158800"/>
            <a:chOff x="6431760" y="-6480"/>
            <a:chExt cx="2744640" cy="5158800"/>
          </a:xfrm>
        </p:grpSpPr>
        <p:pic>
          <p:nvPicPr>
            <p:cNvPr id="61" name="Google Shape;161;p17"/>
            <p:cNvPicPr/>
            <p:nvPr/>
          </p:nvPicPr>
          <p:blipFill>
            <a:blip r:embed="rId2"/>
            <a:srcRect l="37876" t="24688" b="10225"/>
            <a:stretch/>
          </p:blipFill>
          <p:spPr>
            <a:xfrm rot="16200000">
              <a:off x="6233760" y="2221200"/>
              <a:ext cx="3129120" cy="2733120"/>
            </a:xfrm>
            <a:prstGeom prst="rect">
              <a:avLst/>
            </a:prstGeom>
            <a:noFill/>
            <a:ln w="0">
              <a:noFill/>
            </a:ln>
          </p:spPr>
        </p:pic>
        <p:pic>
          <p:nvPicPr>
            <p:cNvPr id="62" name="Google Shape;162;p17"/>
            <p:cNvPicPr/>
            <p:nvPr/>
          </p:nvPicPr>
          <p:blipFill>
            <a:blip r:embed="rId3"/>
            <a:srcRect t="25252" r="59813" b="9946"/>
            <a:stretch/>
          </p:blipFill>
          <p:spPr>
            <a:xfrm rot="16200000">
              <a:off x="6804720" y="-356040"/>
              <a:ext cx="2021760" cy="2721240"/>
            </a:xfrm>
            <a:prstGeom prst="rect">
              <a:avLst/>
            </a:prstGeom>
            <a:noFill/>
            <a:ln w="0">
              <a:noFill/>
            </a:ln>
          </p:spPr>
        </p:pic>
      </p:grpSp>
      <p:sp>
        <p:nvSpPr>
          <p:cNvPr id="63" name="Google Shape;163;p17"/>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64"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65"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66"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67" name="Google Shape;167;p17"/>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68"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Thank You_1">
    <p:bg>
      <p:bgPr>
        <a:solidFill>
          <a:schemeClr val="accent1"/>
        </a:solidFill>
        <a:effectLst/>
      </p:bgPr>
    </p:bg>
    <p:spTree>
      <p:nvGrpSpPr>
        <p:cNvPr id="1" name=""/>
        <p:cNvGrpSpPr/>
        <p:nvPr/>
      </p:nvGrpSpPr>
      <p:grpSpPr>
        <a:xfrm>
          <a:off x="0" y="0"/>
          <a:ext cx="0" cy="0"/>
          <a:chOff x="0" y="0"/>
          <a:chExt cx="0" cy="0"/>
        </a:xfrm>
      </p:grpSpPr>
      <p:sp>
        <p:nvSpPr>
          <p:cNvPr id="6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70" name="Google Shape;259;p30"/>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71"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
        <p:nvSpPr>
          <p:cNvPr id="72" name="Google Shape;261;p30"/>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grpSp>
        <p:nvGrpSpPr>
          <p:cNvPr id="73" name="Google Shape;262;p30"/>
          <p:cNvGrpSpPr/>
          <p:nvPr/>
        </p:nvGrpSpPr>
        <p:grpSpPr>
          <a:xfrm>
            <a:off x="0" y="3770280"/>
            <a:ext cx="9141120" cy="1368720"/>
            <a:chOff x="0" y="3770280"/>
            <a:chExt cx="9141120" cy="1368720"/>
          </a:xfrm>
        </p:grpSpPr>
        <p:pic>
          <p:nvPicPr>
            <p:cNvPr id="74" name="Google Shape;263;p30"/>
            <p:cNvPicPr/>
            <p:nvPr/>
          </p:nvPicPr>
          <p:blipFill>
            <a:blip r:embed="rId2"/>
            <a:stretch/>
          </p:blipFill>
          <p:spPr>
            <a:xfrm>
              <a:off x="0" y="3770280"/>
              <a:ext cx="3043440" cy="1368720"/>
            </a:xfrm>
            <a:prstGeom prst="rect">
              <a:avLst/>
            </a:prstGeom>
            <a:noFill/>
            <a:ln w="0">
              <a:noFill/>
            </a:ln>
          </p:spPr>
        </p:pic>
        <p:pic>
          <p:nvPicPr>
            <p:cNvPr id="75" name="Google Shape;264;p30"/>
            <p:cNvPicPr/>
            <p:nvPr/>
          </p:nvPicPr>
          <p:blipFill>
            <a:blip r:embed="rId3"/>
            <a:srcRect t="138" b="138"/>
            <a:stretch/>
          </p:blipFill>
          <p:spPr>
            <a:xfrm>
              <a:off x="3051000" y="3770280"/>
              <a:ext cx="3043440" cy="1368720"/>
            </a:xfrm>
            <a:prstGeom prst="rect">
              <a:avLst/>
            </a:prstGeom>
            <a:noFill/>
            <a:ln w="0">
              <a:noFill/>
            </a:ln>
          </p:spPr>
        </p:pic>
        <p:pic>
          <p:nvPicPr>
            <p:cNvPr id="76" name="Google Shape;265;p30"/>
            <p:cNvPicPr/>
            <p:nvPr/>
          </p:nvPicPr>
          <p:blipFill>
            <a:blip r:embed="rId4"/>
            <a:srcRect t="138" b="138"/>
            <a:stretch/>
          </p:blipFill>
          <p:spPr>
            <a:xfrm>
              <a:off x="6097680" y="3770280"/>
              <a:ext cx="3043440" cy="1368720"/>
            </a:xfrm>
            <a:prstGeom prst="rect">
              <a:avLst/>
            </a:prstGeom>
            <a:noFill/>
            <a:ln w="0">
              <a:noFill/>
            </a:ln>
          </p:spPr>
        </p:pic>
      </p:grpSp>
      <p:sp>
        <p:nvSpPr>
          <p:cNvPr id="77" name="PlaceHolder 2"/>
          <p:cNvSpPr>
            <a:spLocks noGrp="1"/>
          </p:cNvSpPr>
          <p:nvPr>
            <p:ph type="title"/>
          </p:nvPr>
        </p:nvSpPr>
        <p:spPr>
          <a:xfrm>
            <a:off x="457200" y="205200"/>
            <a:ext cx="8228160" cy="857520"/>
          </a:xfrm>
          <a:prstGeom prst="rect">
            <a:avLst/>
          </a:prstGeom>
          <a:noFill/>
          <a:ln w="0">
            <a:noFill/>
          </a:ln>
        </p:spPr>
        <p:txBody>
          <a:bodyPr lIns="0" tIns="0" rIns="0" bIns="0" anchor="ctr">
            <a:noAutofit/>
          </a:bodyPr>
          <a:lstStyle/>
          <a:p>
            <a:pPr indent="0" algn="ctr">
              <a:lnSpc>
                <a:spcPct val="100000"/>
              </a:lnSpc>
              <a:buNone/>
              <a:tabLst>
                <a:tab pos="0" algn="l"/>
              </a:tabLst>
            </a:pPr>
            <a:r>
              <a:rPr lang="en-GB" sz="4400" b="0" u="none" strike="noStrike">
                <a:solidFill>
                  <a:srgbClr val="000000"/>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Data Cloud_1_1_3_2">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Quote - Violet_1_1_2_1">
    <p:bg>
      <p:bgPr>
        <a:solidFill>
          <a:schemeClr val="dk2"/>
        </a:solidFill>
        <a:effectLst/>
      </p:bgPr>
    </p:bg>
    <p:spTree>
      <p:nvGrpSpPr>
        <p:cNvPr id="1" name=""/>
        <p:cNvGrpSpPr/>
        <p:nvPr/>
      </p:nvGrpSpPr>
      <p:grpSpPr>
        <a:xfrm>
          <a:off x="0" y="0"/>
          <a:ext cx="0" cy="0"/>
          <a:chOff x="0" y="0"/>
          <a:chExt cx="0" cy="0"/>
        </a:xfrm>
      </p:grpSpPr>
      <p:sp>
        <p:nvSpPr>
          <p:cNvPr id="8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85" name="Google Shape;193;p21"/>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86" name="Google Shape;194;p2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87" name="Google Shape;195;p21"/>
          <p:cNvPicPr/>
          <p:nvPr/>
        </p:nvPicPr>
        <p:blipFill>
          <a:blip r:embed="rId2">
            <a:alphaModFix amt="27000"/>
          </a:blip>
          <a:srcRect l="21460"/>
          <a:stretch/>
        </p:blipFill>
        <p:spPr>
          <a:xfrm flipH="1">
            <a:off x="7050960" y="1780200"/>
            <a:ext cx="2093040" cy="2903040"/>
          </a:xfrm>
          <a:prstGeom prst="rect">
            <a:avLst/>
          </a:prstGeom>
          <a:noFill/>
          <a:ln w="0">
            <a:noFill/>
          </a:ln>
        </p:spPr>
      </p:pic>
      <p:pic>
        <p:nvPicPr>
          <p:cNvPr id="88" name="Google Shape;196;p21"/>
          <p:cNvPicPr/>
          <p:nvPr/>
        </p:nvPicPr>
        <p:blipFill>
          <a:blip r:embed="rId3"/>
          <a:srcRect l="20776" t="10977"/>
          <a:stretch/>
        </p:blipFill>
        <p:spPr>
          <a:xfrm>
            <a:off x="0" y="0"/>
            <a:ext cx="1317240" cy="1612440"/>
          </a:xfrm>
          <a:prstGeom prst="rect">
            <a:avLst/>
          </a:prstGeom>
          <a:noFill/>
          <a:ln w="0">
            <a:noFill/>
          </a:ln>
        </p:spPr>
      </p:pic>
      <p:sp>
        <p:nvSpPr>
          <p:cNvPr id="8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Quote - Violet_1_1_2_1_1">
    <p:bg>
      <p:bgPr>
        <a:solidFill>
          <a:schemeClr val="dk2"/>
        </a:solidFill>
        <a:effectLst/>
      </p:bgPr>
    </p:bg>
    <p:spTree>
      <p:nvGrpSpPr>
        <p:cNvPr id="1" name=""/>
        <p:cNvGrpSpPr/>
        <p:nvPr/>
      </p:nvGrpSpPr>
      <p:grpSpPr>
        <a:xfrm>
          <a:off x="0" y="0"/>
          <a:ext cx="0" cy="0"/>
          <a:chOff x="0" y="0"/>
          <a:chExt cx="0" cy="0"/>
        </a:xfrm>
      </p:grpSpPr>
      <p:sp>
        <p:nvSpPr>
          <p:cNvPr id="9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grpSp>
        <p:nvGrpSpPr>
          <p:cNvPr id="92" name="Google Shape;199;p22"/>
          <p:cNvGrpSpPr/>
          <p:nvPr/>
        </p:nvGrpSpPr>
        <p:grpSpPr>
          <a:xfrm>
            <a:off x="0" y="3770280"/>
            <a:ext cx="9141120" cy="1368720"/>
            <a:chOff x="0" y="3770280"/>
            <a:chExt cx="9141120" cy="1368720"/>
          </a:xfrm>
        </p:grpSpPr>
        <p:pic>
          <p:nvPicPr>
            <p:cNvPr id="93" name="Google Shape;200;p22"/>
            <p:cNvPicPr/>
            <p:nvPr/>
          </p:nvPicPr>
          <p:blipFill>
            <a:blip r:embed="rId2">
              <a:alphaModFix amt="72000"/>
            </a:blip>
            <a:stretch/>
          </p:blipFill>
          <p:spPr>
            <a:xfrm>
              <a:off x="0" y="3770280"/>
              <a:ext cx="3043440" cy="1368720"/>
            </a:xfrm>
            <a:prstGeom prst="rect">
              <a:avLst/>
            </a:prstGeom>
            <a:noFill/>
            <a:ln w="0">
              <a:noFill/>
            </a:ln>
          </p:spPr>
        </p:pic>
        <p:pic>
          <p:nvPicPr>
            <p:cNvPr id="94" name="Google Shape;201;p22"/>
            <p:cNvPicPr/>
            <p:nvPr/>
          </p:nvPicPr>
          <p:blipFill>
            <a:blip r:embed="rId3">
              <a:alphaModFix amt="72000"/>
            </a:blip>
            <a:srcRect t="138" b="138"/>
            <a:stretch/>
          </p:blipFill>
          <p:spPr>
            <a:xfrm>
              <a:off x="3051000" y="3770280"/>
              <a:ext cx="3043440" cy="1368720"/>
            </a:xfrm>
            <a:prstGeom prst="rect">
              <a:avLst/>
            </a:prstGeom>
            <a:noFill/>
            <a:ln w="0">
              <a:noFill/>
            </a:ln>
          </p:spPr>
        </p:pic>
        <p:pic>
          <p:nvPicPr>
            <p:cNvPr id="95" name="Google Shape;202;p22"/>
            <p:cNvPicPr/>
            <p:nvPr/>
          </p:nvPicPr>
          <p:blipFill>
            <a:blip r:embed="rId4">
              <a:alphaModFix amt="72000"/>
            </a:blip>
            <a:srcRect t="138" b="138"/>
            <a:stretch/>
          </p:blipFill>
          <p:spPr>
            <a:xfrm>
              <a:off x="6097680" y="3770280"/>
              <a:ext cx="3043440" cy="1368720"/>
            </a:xfrm>
            <a:prstGeom prst="rect">
              <a:avLst/>
            </a:prstGeom>
            <a:noFill/>
            <a:ln w="0">
              <a:noFill/>
            </a:ln>
          </p:spPr>
        </p:pic>
      </p:grpSp>
      <p:sp>
        <p:nvSpPr>
          <p:cNvPr id="96" name="Google Shape;203;p22"/>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97" name="Google Shape;204;p2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98"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99"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sp>
        <p:nvSpPr>
          <p:cNvPr id="10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01" name="Google Shape;248;p28"/>
          <p:cNvSpPr/>
          <p:nvPr/>
        </p:nvSpPr>
        <p:spPr>
          <a:xfrm>
            <a:off x="0" y="1120320"/>
            <a:ext cx="9141120" cy="402048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02" name="PlaceHolder 1"/>
          <p:cNvSpPr>
            <a:spLocks noGrp="1"/>
          </p:cNvSpPr>
          <p:nvPr>
            <p:ph type="title"/>
          </p:nvPr>
        </p:nvSpPr>
        <p:spPr>
          <a:xfrm>
            <a:off x="36648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03" name="Google Shape;250;p28"/>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04" name="Google Shape;251;p2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5" name="PlaceHolder 2"/>
          <p:cNvSpPr>
            <a:spLocks noGrp="1"/>
          </p:cNvSpPr>
          <p:nvPr>
            <p:ph type="sldNum" idx="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8EC84266-43A1-4D7D-B9BB-125B59B9308F}"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106" name="Google Shape;253;p2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0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Quote - Violet_1_1_2_1_1_1">
    <p:bg>
      <p:bgPr>
        <a:solidFill>
          <a:schemeClr val="dk2"/>
        </a:solidFill>
        <a:effectLst/>
      </p:bgPr>
    </p:bg>
    <p:spTree>
      <p:nvGrpSpPr>
        <p:cNvPr id="1" name=""/>
        <p:cNvGrpSpPr/>
        <p:nvPr/>
      </p:nvGrpSpPr>
      <p:grpSpPr>
        <a:xfrm>
          <a:off x="0" y="0"/>
          <a:ext cx="0" cy="0"/>
          <a:chOff x="0" y="0"/>
          <a:chExt cx="0" cy="0"/>
        </a:xfrm>
      </p:grpSpPr>
      <p:sp>
        <p:nvSpPr>
          <p:cNvPr id="10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09" name="Google Shape;207;p23"/>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10" name="Google Shape;208;p2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11" name="Google Shape;209;p23"/>
          <p:cNvGrpSpPr/>
          <p:nvPr/>
        </p:nvGrpSpPr>
        <p:grpSpPr>
          <a:xfrm>
            <a:off x="2880" y="1803960"/>
            <a:ext cx="9141120" cy="3336480"/>
            <a:chOff x="2880" y="1803960"/>
            <a:chExt cx="9141120" cy="3336480"/>
          </a:xfrm>
        </p:grpSpPr>
        <p:pic>
          <p:nvPicPr>
            <p:cNvPr id="112" name="Google Shape;210;p23"/>
            <p:cNvPicPr/>
            <p:nvPr/>
          </p:nvPicPr>
          <p:blipFill>
            <a:blip r:embed="rId2">
              <a:alphaModFix amt="57000"/>
            </a:blip>
            <a:srcRect l="32574" b="34220"/>
            <a:stretch/>
          </p:blipFill>
          <p:spPr>
            <a:xfrm flipH="1">
              <a:off x="5039640" y="1803960"/>
              <a:ext cx="4104360" cy="3336480"/>
            </a:xfrm>
            <a:prstGeom prst="rect">
              <a:avLst/>
            </a:prstGeom>
            <a:noFill/>
            <a:ln w="0">
              <a:noFill/>
            </a:ln>
          </p:spPr>
        </p:pic>
        <p:pic>
          <p:nvPicPr>
            <p:cNvPr id="113" name="Google Shape;211;p23"/>
            <p:cNvPicPr/>
            <p:nvPr/>
          </p:nvPicPr>
          <p:blipFill>
            <a:blip r:embed="rId3">
              <a:alphaModFix amt="57000"/>
            </a:blip>
            <a:srcRect r="17482" b="34224"/>
            <a:stretch/>
          </p:blipFill>
          <p:spPr>
            <a:xfrm flipH="1">
              <a:off x="2880" y="1803960"/>
              <a:ext cx="5024880" cy="3336480"/>
            </a:xfrm>
            <a:prstGeom prst="rect">
              <a:avLst/>
            </a:prstGeom>
            <a:noFill/>
            <a:ln w="0">
              <a:noFill/>
            </a:ln>
          </p:spPr>
        </p:pic>
      </p:grpSp>
      <p:sp>
        <p:nvSpPr>
          <p:cNvPr id="114"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15"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One Column Layout">
    <p:bg>
      <p:bgPr>
        <a:solidFill>
          <a:schemeClr val="lt1"/>
        </a:solidFill>
        <a:effectLst/>
      </p:bgPr>
    </p:bg>
    <p:spTree>
      <p:nvGrpSpPr>
        <p:cNvPr id="1" name=""/>
        <p:cNvGrpSpPr/>
        <p:nvPr/>
      </p:nvGrpSpPr>
      <p:grpSpPr>
        <a:xfrm>
          <a:off x="0" y="0"/>
          <a:ext cx="0" cy="0"/>
          <a:chOff x="0" y="0"/>
          <a:chExt cx="0" cy="0"/>
        </a:xfrm>
      </p:grpSpPr>
      <p:sp>
        <p:nvSpPr>
          <p:cNvPr id="116"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17" name="PlaceHolder 1"/>
          <p:cNvSpPr>
            <a:spLocks noGrp="1"/>
          </p:cNvSpPr>
          <p:nvPr>
            <p:ph type="body"/>
          </p:nvPr>
        </p:nvSpPr>
        <p:spPr>
          <a:xfrm>
            <a:off x="365760" y="1371600"/>
            <a:ext cx="6258600" cy="2535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18" name="PlaceHolder 2"/>
          <p:cNvSpPr>
            <a:spLocks noGrp="1"/>
          </p:cNvSpPr>
          <p:nvPr>
            <p:ph type="title"/>
          </p:nvPr>
        </p:nvSpPr>
        <p:spPr>
          <a:xfrm>
            <a:off x="365760" y="274320"/>
            <a:ext cx="831816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19" name="PlaceHolder 3"/>
          <p:cNvSpPr>
            <a:spLocks noGrp="1"/>
          </p:cNvSpPr>
          <p:nvPr>
            <p:ph type="sldNum" idx="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06A37DB-B197-40A1-B9F5-9F25DC482E5E}"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20" name="Google Shape;63;p7"/>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21" name="Google Shape;64;p7"/>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22" name="Google Shape;66;p7"/>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Quote - Violet_1_1_2_1_1_1_1">
    <p:bg>
      <p:bgPr>
        <a:solidFill>
          <a:schemeClr val="dk2"/>
        </a:solidFill>
        <a:effectLst/>
      </p:bgPr>
    </p:bg>
    <p:spTree>
      <p:nvGrpSpPr>
        <p:cNvPr id="1" name=""/>
        <p:cNvGrpSpPr/>
        <p:nvPr/>
      </p:nvGrpSpPr>
      <p:grpSpPr>
        <a:xfrm>
          <a:off x="0" y="0"/>
          <a:ext cx="0" cy="0"/>
          <a:chOff x="0" y="0"/>
          <a:chExt cx="0" cy="0"/>
        </a:xfrm>
      </p:grpSpPr>
      <p:sp>
        <p:nvSpPr>
          <p:cNvPr id="12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124" name="Google Shape;214;p24"/>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125" name="Google Shape;215;p2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grpSp>
        <p:nvGrpSpPr>
          <p:cNvPr id="126" name="Google Shape;216;p24"/>
          <p:cNvGrpSpPr/>
          <p:nvPr/>
        </p:nvGrpSpPr>
        <p:grpSpPr>
          <a:xfrm>
            <a:off x="6431760" y="-6480"/>
            <a:ext cx="2744640" cy="5158800"/>
            <a:chOff x="6431760" y="-6480"/>
            <a:chExt cx="2744640" cy="5158800"/>
          </a:xfrm>
        </p:grpSpPr>
        <p:pic>
          <p:nvPicPr>
            <p:cNvPr id="127" name="Google Shape;217;p24"/>
            <p:cNvPicPr/>
            <p:nvPr/>
          </p:nvPicPr>
          <p:blipFill>
            <a:blip r:embed="rId2">
              <a:alphaModFix amt="58000"/>
            </a:blip>
            <a:srcRect l="37876" t="24688" b="10225"/>
            <a:stretch/>
          </p:blipFill>
          <p:spPr>
            <a:xfrm rot="16200000">
              <a:off x="6233760" y="2221200"/>
              <a:ext cx="3129120" cy="2733120"/>
            </a:xfrm>
            <a:prstGeom prst="rect">
              <a:avLst/>
            </a:prstGeom>
            <a:noFill/>
            <a:ln w="0">
              <a:noFill/>
            </a:ln>
          </p:spPr>
        </p:pic>
        <p:pic>
          <p:nvPicPr>
            <p:cNvPr id="128" name="Google Shape;218;p24"/>
            <p:cNvPicPr/>
            <p:nvPr/>
          </p:nvPicPr>
          <p:blipFill>
            <a:blip r:embed="rId3">
              <a:alphaModFix amt="58000"/>
            </a:blip>
            <a:srcRect t="25252" r="59813" b="9946"/>
            <a:stretch/>
          </p:blipFill>
          <p:spPr>
            <a:xfrm rot="16200000">
              <a:off x="6804720" y="-356040"/>
              <a:ext cx="2021760" cy="2721240"/>
            </a:xfrm>
            <a:prstGeom prst="rect">
              <a:avLst/>
            </a:prstGeom>
            <a:noFill/>
            <a:ln w="0">
              <a:noFill/>
            </a:ln>
          </p:spPr>
        </p:pic>
      </p:grpSp>
      <p:sp>
        <p:nvSpPr>
          <p:cNvPr id="12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130"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hank You">
    <p:bg>
      <p:bgPr>
        <a:solidFill>
          <a:schemeClr val="accent1"/>
        </a:solidFill>
        <a:effectLst/>
      </p:bgPr>
    </p:bg>
    <p:spTree>
      <p:nvGrpSpPr>
        <p:cNvPr id="1" name=""/>
        <p:cNvGrpSpPr/>
        <p:nvPr/>
      </p:nvGrpSpPr>
      <p:grpSpPr>
        <a:xfrm>
          <a:off x="0" y="0"/>
          <a:ext cx="0" cy="0"/>
          <a:chOff x="0" y="0"/>
          <a:chExt cx="0" cy="0"/>
        </a:xfrm>
      </p:grpSpPr>
      <p:sp>
        <p:nvSpPr>
          <p:cNvPr id="13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32" name="Google Shape;255;p29"/>
          <p:cNvSpPr/>
          <p:nvPr/>
        </p:nvSpPr>
        <p:spPr>
          <a:xfrm>
            <a:off x="457200" y="4444200"/>
            <a:ext cx="1442160" cy="327600"/>
          </a:xfrm>
          <a:custGeom>
            <a:avLst/>
            <a:gdLst>
              <a:gd name="textAreaLeft" fmla="*/ 0 w 1442160"/>
              <a:gd name="textAreaRight" fmla="*/ 1445040 w 1442160"/>
              <a:gd name="textAreaTop" fmla="*/ 0 h 327600"/>
              <a:gd name="textAreaBottom" fmla="*/ 330480 h 32760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33" name="Google Shape;256;p29"/>
          <p:cNvSpPr/>
          <p:nvPr/>
        </p:nvSpPr>
        <p:spPr>
          <a:xfrm>
            <a:off x="457200" y="486468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34" name="PlaceHolder 1"/>
          <p:cNvSpPr>
            <a:spLocks noGrp="1"/>
          </p:cNvSpPr>
          <p:nvPr>
            <p:ph type="body"/>
          </p:nvPr>
        </p:nvSpPr>
        <p:spPr>
          <a:xfrm>
            <a:off x="365760" y="1886400"/>
            <a:ext cx="7481520" cy="135432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000000"/>
              </a:buClr>
              <a:buSzPct val="45000"/>
              <a:buFont typeface="Wingdings" charset="2"/>
              <a:buChar char=""/>
            </a:pPr>
            <a:r>
              <a:rPr lang="en-GB" sz="5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5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5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5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5200" b="0" u="none" strike="noStrike">
                <a:solidFill>
                  <a:srgbClr val="000000"/>
                </a:solidFill>
                <a:effectLst/>
                <a:uFillTx/>
                <a:latin typeface="Arial"/>
              </a:rPr>
              <a:t>Seventh Outline Level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Multi-use layout_1">
    <p:bg>
      <p:bgPr>
        <a:solidFill>
          <a:schemeClr val="lt1"/>
        </a:solidFill>
        <a:effectLst/>
      </p:bgPr>
    </p:bg>
    <p:spTree>
      <p:nvGrpSpPr>
        <p:cNvPr id="1" name=""/>
        <p:cNvGrpSpPr/>
        <p:nvPr/>
      </p:nvGrpSpPr>
      <p:grpSpPr>
        <a:xfrm>
          <a:off x="0" y="0"/>
          <a:ext cx="0" cy="0"/>
          <a:chOff x="0" y="0"/>
          <a:chExt cx="0" cy="0"/>
        </a:xfrm>
      </p:grpSpPr>
      <p:sp>
        <p:nvSpPr>
          <p:cNvPr id="13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36" name="Google Shape;27;p4"/>
          <p:cNvGrpSpPr/>
          <p:nvPr/>
        </p:nvGrpSpPr>
        <p:grpSpPr>
          <a:xfrm>
            <a:off x="0" y="3762000"/>
            <a:ext cx="9141120" cy="1368720"/>
            <a:chOff x="0" y="3762000"/>
            <a:chExt cx="9141120" cy="1368720"/>
          </a:xfrm>
        </p:grpSpPr>
        <p:pic>
          <p:nvPicPr>
            <p:cNvPr id="137" name="Google Shape;28;p4"/>
            <p:cNvPicPr/>
            <p:nvPr/>
          </p:nvPicPr>
          <p:blipFill>
            <a:blip r:embed="rId2">
              <a:alphaModFix amt="29000"/>
            </a:blip>
            <a:srcRect t="138" b="138"/>
            <a:stretch/>
          </p:blipFill>
          <p:spPr>
            <a:xfrm>
              <a:off x="0" y="3762000"/>
              <a:ext cx="3043440" cy="1368720"/>
            </a:xfrm>
            <a:prstGeom prst="rect">
              <a:avLst/>
            </a:prstGeom>
            <a:noFill/>
            <a:ln w="0">
              <a:noFill/>
            </a:ln>
          </p:spPr>
        </p:pic>
        <p:pic>
          <p:nvPicPr>
            <p:cNvPr id="138" name="Google Shape;29;p4"/>
            <p:cNvPicPr/>
            <p:nvPr/>
          </p:nvPicPr>
          <p:blipFill>
            <a:blip r:embed="rId3">
              <a:alphaModFix amt="29000"/>
            </a:blip>
            <a:srcRect t="138" b="138"/>
            <a:stretch/>
          </p:blipFill>
          <p:spPr>
            <a:xfrm>
              <a:off x="3051000" y="3762000"/>
              <a:ext cx="3043440" cy="1368720"/>
            </a:xfrm>
            <a:prstGeom prst="rect">
              <a:avLst/>
            </a:prstGeom>
            <a:noFill/>
            <a:ln w="0">
              <a:noFill/>
            </a:ln>
          </p:spPr>
        </p:pic>
        <p:pic>
          <p:nvPicPr>
            <p:cNvPr id="139" name="Google Shape;30;p4"/>
            <p:cNvPicPr/>
            <p:nvPr/>
          </p:nvPicPr>
          <p:blipFill>
            <a:blip r:embed="rId4">
              <a:alphaModFix amt="29000"/>
            </a:blip>
            <a:srcRect t="138" b="138"/>
            <a:stretch/>
          </p:blipFill>
          <p:spPr>
            <a:xfrm>
              <a:off x="6097680" y="3762000"/>
              <a:ext cx="3043440" cy="1368720"/>
            </a:xfrm>
            <a:prstGeom prst="rect">
              <a:avLst/>
            </a:prstGeom>
            <a:noFill/>
            <a:ln w="0">
              <a:noFill/>
            </a:ln>
          </p:spPr>
        </p:pic>
      </p:grpSp>
      <p:sp>
        <p:nvSpPr>
          <p:cNvPr id="140" name="PlaceHolder 1"/>
          <p:cNvSpPr>
            <a:spLocks noGrp="1"/>
          </p:cNvSpPr>
          <p:nvPr>
            <p:ph type="sldNum" idx="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FE33C91-3A39-4C44-8788-8831B2A5D3E6}"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41" name="Google Shape;32;p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2"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43" name="Google Shape;35;p4"/>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4" name="Google Shape;36;p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45" name="Google Shape;37;p4"/>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46"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Multi-use layout_1_1">
    <p:bg>
      <p:bgPr>
        <a:solidFill>
          <a:schemeClr val="lt1"/>
        </a:solidFill>
        <a:effectLst/>
      </p:bgPr>
    </p:bg>
    <p:spTree>
      <p:nvGrpSpPr>
        <p:cNvPr id="1" name=""/>
        <p:cNvGrpSpPr/>
        <p:nvPr/>
      </p:nvGrpSpPr>
      <p:grpSpPr>
        <a:xfrm>
          <a:off x="0" y="0"/>
          <a:ext cx="0" cy="0"/>
          <a:chOff x="0" y="0"/>
          <a:chExt cx="0" cy="0"/>
        </a:xfrm>
      </p:grpSpPr>
      <p:sp>
        <p:nvSpPr>
          <p:cNvPr id="14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148" name="Google Shape;39;p5"/>
          <p:cNvGrpSpPr/>
          <p:nvPr/>
        </p:nvGrpSpPr>
        <p:grpSpPr>
          <a:xfrm>
            <a:off x="0" y="4370400"/>
            <a:ext cx="9141120" cy="770040"/>
            <a:chOff x="0" y="4370400"/>
            <a:chExt cx="9141120" cy="770040"/>
          </a:xfrm>
        </p:grpSpPr>
        <p:pic>
          <p:nvPicPr>
            <p:cNvPr id="149" name="Google Shape;40;p5"/>
            <p:cNvPicPr/>
            <p:nvPr/>
          </p:nvPicPr>
          <p:blipFill>
            <a:blip r:embed="rId2">
              <a:alphaModFix amt="29000"/>
            </a:blip>
            <a:srcRect t="138" b="43623"/>
            <a:stretch/>
          </p:blipFill>
          <p:spPr>
            <a:xfrm>
              <a:off x="0" y="4370400"/>
              <a:ext cx="3043440" cy="770040"/>
            </a:xfrm>
            <a:prstGeom prst="rect">
              <a:avLst/>
            </a:prstGeom>
            <a:noFill/>
            <a:ln w="0">
              <a:noFill/>
            </a:ln>
          </p:spPr>
        </p:pic>
        <p:pic>
          <p:nvPicPr>
            <p:cNvPr id="150" name="Google Shape;41;p5"/>
            <p:cNvPicPr/>
            <p:nvPr/>
          </p:nvPicPr>
          <p:blipFill>
            <a:blip r:embed="rId3">
              <a:alphaModFix amt="29000"/>
            </a:blip>
            <a:srcRect t="138" b="43623"/>
            <a:stretch/>
          </p:blipFill>
          <p:spPr>
            <a:xfrm>
              <a:off x="3051000" y="4370400"/>
              <a:ext cx="3043440" cy="770040"/>
            </a:xfrm>
            <a:prstGeom prst="rect">
              <a:avLst/>
            </a:prstGeom>
            <a:noFill/>
            <a:ln w="0">
              <a:noFill/>
            </a:ln>
          </p:spPr>
        </p:pic>
        <p:pic>
          <p:nvPicPr>
            <p:cNvPr id="151" name="Google Shape;42;p5"/>
            <p:cNvPicPr/>
            <p:nvPr/>
          </p:nvPicPr>
          <p:blipFill>
            <a:blip r:embed="rId4">
              <a:alphaModFix amt="29000"/>
            </a:blip>
            <a:srcRect t="138" b="43623"/>
            <a:stretch/>
          </p:blipFill>
          <p:spPr>
            <a:xfrm>
              <a:off x="6097680" y="4370400"/>
              <a:ext cx="3043440" cy="770040"/>
            </a:xfrm>
            <a:prstGeom prst="rect">
              <a:avLst/>
            </a:prstGeom>
            <a:noFill/>
            <a:ln w="0">
              <a:noFill/>
            </a:ln>
          </p:spPr>
        </p:pic>
      </p:grpSp>
      <p:sp>
        <p:nvSpPr>
          <p:cNvPr id="152" name="PlaceHolder 1"/>
          <p:cNvSpPr>
            <a:spLocks noGrp="1"/>
          </p:cNvSpPr>
          <p:nvPr>
            <p:ph type="sldNum" idx="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E88EF71F-1C86-45D4-B33D-E867BB467D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53" name="Google Shape;44;p5"/>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4"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55" name="Google Shape;47;p5"/>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6" name="Google Shape;48;p5"/>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57" name="Google Shape;49;p5"/>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5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Multi-use layout_1_1_1">
    <p:bg>
      <p:bgPr>
        <a:solidFill>
          <a:schemeClr val="lt1"/>
        </a:solidFill>
        <a:effectLst/>
      </p:bgPr>
    </p:bg>
    <p:spTree>
      <p:nvGrpSpPr>
        <p:cNvPr id="1" name=""/>
        <p:cNvGrpSpPr/>
        <p:nvPr/>
      </p:nvGrpSpPr>
      <p:grpSpPr>
        <a:xfrm>
          <a:off x="0" y="0"/>
          <a:ext cx="0" cy="0"/>
          <a:chOff x="0" y="0"/>
          <a:chExt cx="0" cy="0"/>
        </a:xfrm>
      </p:grpSpPr>
      <p:sp>
        <p:nvSpPr>
          <p:cNvPr id="15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pic>
        <p:nvPicPr>
          <p:cNvPr id="160" name="Google Shape;51;p6"/>
          <p:cNvPicPr/>
          <p:nvPr/>
        </p:nvPicPr>
        <p:blipFill>
          <a:blip r:embed="rId2"/>
          <a:srcRect l="22822"/>
          <a:stretch/>
        </p:blipFill>
        <p:spPr>
          <a:xfrm flipH="1">
            <a:off x="7785360" y="2935800"/>
            <a:ext cx="1365120" cy="1928520"/>
          </a:xfrm>
          <a:prstGeom prst="rect">
            <a:avLst/>
          </a:prstGeom>
          <a:noFill/>
          <a:ln w="0">
            <a:noFill/>
          </a:ln>
        </p:spPr>
      </p:pic>
      <p:sp>
        <p:nvSpPr>
          <p:cNvPr id="161" name="PlaceHolder 1"/>
          <p:cNvSpPr>
            <a:spLocks noGrp="1"/>
          </p:cNvSpPr>
          <p:nvPr>
            <p:ph type="sldNum" idx="9"/>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C8E8A9E-2AF1-4C6A-81A4-A787D0F0DB0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62" name="Google Shape;53;p6"/>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3"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64" name="Google Shape;56;p6"/>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5" name="Google Shape;57;p6"/>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66" name="Google Shape;58;p6"/>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67"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Agenda">
    <p:bg>
      <p:bgPr>
        <a:solidFill>
          <a:schemeClr val="lt1"/>
        </a:solidFill>
        <a:effectLst/>
      </p:bgPr>
    </p:bg>
    <p:spTree>
      <p:nvGrpSpPr>
        <p:cNvPr id="1" name=""/>
        <p:cNvGrpSpPr/>
        <p:nvPr/>
      </p:nvGrpSpPr>
      <p:grpSpPr>
        <a:xfrm>
          <a:off x="0" y="0"/>
          <a:ext cx="0" cy="0"/>
          <a:chOff x="0" y="0"/>
          <a:chExt cx="0" cy="0"/>
        </a:xfrm>
      </p:grpSpPr>
      <p:sp>
        <p:nvSpPr>
          <p:cNvPr id="16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69" name="Google Shape;98;p11"/>
          <p:cNvSpPr/>
          <p:nvPr/>
        </p:nvSpPr>
        <p:spPr>
          <a:xfrm>
            <a:off x="2291760" y="0"/>
            <a:ext cx="684936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170" name="PlaceHolder 1"/>
          <p:cNvSpPr>
            <a:spLocks noGrp="1"/>
          </p:cNvSpPr>
          <p:nvPr>
            <p:ph type="body"/>
          </p:nvPr>
        </p:nvSpPr>
        <p:spPr>
          <a:xfrm>
            <a:off x="365760" y="274320"/>
            <a:ext cx="192312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171" name="PlaceHolder 2"/>
          <p:cNvSpPr>
            <a:spLocks noGrp="1"/>
          </p:cNvSpPr>
          <p:nvPr>
            <p:ph type="sldNum" idx="10"/>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90117CA7-8FF6-4D22-B8B8-334C21E77CD6}" type="slidenum">
              <a:rPr lang="en" sz="600" b="0" u="none" strike="noStrike">
                <a:solidFill>
                  <a:srgbClr val="EFEFEF"/>
                </a:solidFill>
                <a:effectLst/>
                <a:uFillTx/>
                <a:latin typeface="Arial"/>
                <a:ea typeface="Arial"/>
              </a:rPr>
              <a:t>‹#›</a:t>
            </a:fld>
            <a:endParaRPr lang="en-GB" sz="600" b="0" u="none" strike="noStrike">
              <a:solidFill>
                <a:srgbClr val="000000"/>
              </a:solidFill>
              <a:effectLst/>
              <a:uFillTx/>
              <a:latin typeface="Times New Roman"/>
            </a:endParaRPr>
          </a:p>
        </p:txBody>
      </p:sp>
      <p:sp>
        <p:nvSpPr>
          <p:cNvPr id="172" name="Google Shape;101;p11"/>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3" name="Google Shape;102;p11"/>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74" name="PlaceHolder 3"/>
          <p:cNvSpPr>
            <a:spLocks noGrp="1"/>
          </p:cNvSpPr>
          <p:nvPr>
            <p:ph type="body"/>
          </p:nvPr>
        </p:nvSpPr>
        <p:spPr>
          <a:xfrm>
            <a:off x="2961360" y="914400"/>
            <a:ext cx="5722560" cy="376920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75" name="Google Shape;104;p11"/>
          <p:cNvSpPr/>
          <p:nvPr/>
        </p:nvSpPr>
        <p:spPr>
          <a:xfrm>
            <a:off x="6369120" y="228600"/>
            <a:ext cx="1319400" cy="1411920"/>
          </a:xfrm>
          <a:custGeom>
            <a:avLst/>
            <a:gdLst>
              <a:gd name="textAreaLeft" fmla="*/ 0 w 1319400"/>
              <a:gd name="textAreaRight" fmla="*/ 1322280 w 1319400"/>
              <a:gd name="textAreaTop" fmla="*/ 0 h 1411920"/>
              <a:gd name="textAreaBottom" fmla="*/ 1414800 h 141192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76" name="Google Shape;105;p11"/>
          <p:cNvSpPr/>
          <p:nvPr/>
        </p:nvSpPr>
        <p:spPr>
          <a:xfrm>
            <a:off x="2295000" y="2766960"/>
            <a:ext cx="2769120" cy="2369160"/>
          </a:xfrm>
          <a:custGeom>
            <a:avLst/>
            <a:gdLst>
              <a:gd name="textAreaLeft" fmla="*/ 0 w 2769120"/>
              <a:gd name="textAreaRight" fmla="*/ 2772000 w 2769120"/>
              <a:gd name="textAreaTop" fmla="*/ 0 h 2369160"/>
              <a:gd name="textAreaBottom" fmla="*/ 2372040 h 23691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177" name="Google Shape;106;p11"/>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pic>
        <p:nvPicPr>
          <p:cNvPr id="178" name="Google Shape;107;p11"/>
          <p:cNvPicPr/>
          <p:nvPr/>
        </p:nvPicPr>
        <p:blipFill>
          <a:blip r:embed="rId2"/>
          <a:srcRect l="16748"/>
          <a:stretch/>
        </p:blipFill>
        <p:spPr>
          <a:xfrm rot="10800000">
            <a:off x="7341120" y="642960"/>
            <a:ext cx="1802880" cy="2367000"/>
          </a:xfrm>
          <a:prstGeom prst="rect">
            <a:avLst/>
          </a:prstGeom>
          <a:noFill/>
          <a:ln w="0">
            <a:noFill/>
          </a:ln>
        </p:spPr>
      </p:pic>
      <p:sp>
        <p:nvSpPr>
          <p:cNvPr id="179"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Data Cloud_1_1_2">
    <p:bg>
      <p:bgPr>
        <a:solidFill>
          <a:schemeClr val="accent1"/>
        </a:solidFill>
        <a:effectLst/>
      </p:bgPr>
    </p:bg>
    <p:spTree>
      <p:nvGrpSpPr>
        <p:cNvPr id="1" name=""/>
        <p:cNvGrpSpPr/>
        <p:nvPr/>
      </p:nvGrpSpPr>
      <p:grpSpPr>
        <a:xfrm>
          <a:off x="0" y="0"/>
          <a:ext cx="0" cy="0"/>
          <a:chOff x="0" y="0"/>
          <a:chExt cx="0" cy="0"/>
        </a:xfrm>
      </p:grpSpPr>
      <p:sp>
        <p:nvSpPr>
          <p:cNvPr id="180"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1"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82"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183"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184"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185"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86"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One Column Layout_1">
    <p:bg>
      <p:bgPr>
        <a:solidFill>
          <a:schemeClr val="lt1"/>
        </a:solidFill>
        <a:effectLst/>
      </p:bgPr>
    </p:bg>
    <p:spTree>
      <p:nvGrpSpPr>
        <p:cNvPr id="1" name=""/>
        <p:cNvGrpSpPr/>
        <p:nvPr/>
      </p:nvGrpSpPr>
      <p:grpSpPr>
        <a:xfrm>
          <a:off x="0" y="0"/>
          <a:ext cx="0" cy="0"/>
          <a:chOff x="0" y="0"/>
          <a:chExt cx="0" cy="0"/>
        </a:xfrm>
      </p:grpSpPr>
      <p:sp>
        <p:nvSpPr>
          <p:cNvPr id="187"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88" name="PlaceHolder 1"/>
          <p:cNvSpPr>
            <a:spLocks noGrp="1"/>
          </p:cNvSpPr>
          <p:nvPr>
            <p:ph type="title"/>
          </p:nvPr>
        </p:nvSpPr>
        <p:spPr>
          <a:xfrm>
            <a:off x="365760" y="274320"/>
            <a:ext cx="834552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89" name="PlaceHolder 2"/>
          <p:cNvSpPr>
            <a:spLocks noGrp="1"/>
          </p:cNvSpPr>
          <p:nvPr>
            <p:ph type="body"/>
          </p:nvPr>
        </p:nvSpPr>
        <p:spPr>
          <a:xfrm>
            <a:off x="36576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0" name="PlaceHolder 3"/>
          <p:cNvSpPr>
            <a:spLocks noGrp="1"/>
          </p:cNvSpPr>
          <p:nvPr>
            <p:ph type="body"/>
          </p:nvPr>
        </p:nvSpPr>
        <p:spPr>
          <a:xfrm>
            <a:off x="4617720" y="1371600"/>
            <a:ext cx="4157640" cy="36327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191" name="PlaceHolder 4"/>
          <p:cNvSpPr>
            <a:spLocks noGrp="1"/>
          </p:cNvSpPr>
          <p:nvPr>
            <p:ph type="sldNum" idx="11"/>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10CDCF56-2DB4-477F-90E9-3E3E7EE378A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192" name="Google Shape;72;p8"/>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193" name="Google Shape;73;p8"/>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194" name="Google Shape;75;p8"/>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One Column Layout_1_1">
    <p:bg>
      <p:bgPr>
        <a:solidFill>
          <a:schemeClr val="lt1"/>
        </a:solidFill>
        <a:effectLst/>
      </p:bgPr>
    </p:bg>
    <p:spTree>
      <p:nvGrpSpPr>
        <p:cNvPr id="1" name=""/>
        <p:cNvGrpSpPr/>
        <p:nvPr/>
      </p:nvGrpSpPr>
      <p:grpSpPr>
        <a:xfrm>
          <a:off x="0" y="0"/>
          <a:ext cx="0" cy="0"/>
          <a:chOff x="0" y="0"/>
          <a:chExt cx="0" cy="0"/>
        </a:xfrm>
      </p:grpSpPr>
      <p:sp>
        <p:nvSpPr>
          <p:cNvPr id="195"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196" name="PlaceHolder 1"/>
          <p:cNvSpPr>
            <a:spLocks noGrp="1"/>
          </p:cNvSpPr>
          <p:nvPr>
            <p:ph type="title"/>
          </p:nvPr>
        </p:nvSpPr>
        <p:spPr>
          <a:xfrm>
            <a:off x="365760" y="274320"/>
            <a:ext cx="835488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197" name="PlaceHolder 2"/>
          <p:cNvSpPr>
            <a:spLocks noGrp="1"/>
          </p:cNvSpPr>
          <p:nvPr>
            <p:ph type="body"/>
          </p:nvPr>
        </p:nvSpPr>
        <p:spPr>
          <a:xfrm>
            <a:off x="36576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8" name="PlaceHolder 3"/>
          <p:cNvSpPr>
            <a:spLocks noGrp="1"/>
          </p:cNvSpPr>
          <p:nvPr>
            <p:ph type="body"/>
          </p:nvPr>
        </p:nvSpPr>
        <p:spPr>
          <a:xfrm>
            <a:off x="316908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199" name="PlaceHolder 4"/>
          <p:cNvSpPr>
            <a:spLocks noGrp="1"/>
          </p:cNvSpPr>
          <p:nvPr>
            <p:ph type="body"/>
          </p:nvPr>
        </p:nvSpPr>
        <p:spPr>
          <a:xfrm>
            <a:off x="6127920" y="1371600"/>
            <a:ext cx="2694600" cy="1625148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00" name="PlaceHolder 5"/>
          <p:cNvSpPr>
            <a:spLocks noGrp="1"/>
          </p:cNvSpPr>
          <p:nvPr>
            <p:ph type="sldNum" idx="12"/>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D046081F-A883-4830-B000-603A3E5249FB}"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01" name="Google Shape;82;p9"/>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02" name="Google Shape;83;p9"/>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3" name="Google Shape;85;p9"/>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1_Data Cloud_1_1_2">
    <p:bg>
      <p:bgPr>
        <a:solidFill>
          <a:schemeClr val="accent1"/>
        </a:solidFill>
        <a:effectLst/>
      </p:bgPr>
    </p:bg>
    <p:spTree>
      <p:nvGrpSpPr>
        <p:cNvPr id="1" name=""/>
        <p:cNvGrpSpPr/>
        <p:nvPr/>
      </p:nvGrpSpPr>
      <p:grpSpPr>
        <a:xfrm>
          <a:off x="0" y="0"/>
          <a:ext cx="0" cy="0"/>
          <a:chOff x="0" y="0"/>
          <a:chExt cx="0" cy="0"/>
        </a:xfrm>
      </p:grpSpPr>
      <p:sp>
        <p:nvSpPr>
          <p:cNvPr id="20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05" name="Google Shape;169;p18"/>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06" name="PlaceHolder 1"/>
          <p:cNvSpPr>
            <a:spLocks noGrp="1"/>
          </p:cNvSpPr>
          <p:nvPr>
            <p:ph type="title"/>
          </p:nvPr>
        </p:nvSpPr>
        <p:spPr>
          <a:xfrm>
            <a:off x="366480" y="1188720"/>
            <a:ext cx="7405920" cy="191736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4400" b="0" u="none" strike="noStrike">
                <a:solidFill>
                  <a:srgbClr val="000000"/>
                </a:solidFill>
                <a:effectLst/>
                <a:uFillTx/>
                <a:latin typeface="Arial"/>
              </a:rPr>
              <a:t>Click to edit the title text format</a:t>
            </a:r>
          </a:p>
        </p:txBody>
      </p:sp>
      <p:sp>
        <p:nvSpPr>
          <p:cNvPr id="207" name="PlaceHolder 2"/>
          <p:cNvSpPr>
            <a:spLocks noGrp="1"/>
          </p:cNvSpPr>
          <p:nvPr>
            <p:ph type="title"/>
          </p:nvPr>
        </p:nvSpPr>
        <p:spPr>
          <a:xfrm>
            <a:off x="366480" y="3160440"/>
            <a:ext cx="5392080" cy="43956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1800" b="0" u="none" strike="noStrike">
                <a:solidFill>
                  <a:srgbClr val="000000"/>
                </a:solidFill>
                <a:effectLst/>
                <a:uFillTx/>
                <a:latin typeface="Arial"/>
              </a:rPr>
              <a:t>Click to edit the title text format</a:t>
            </a:r>
          </a:p>
        </p:txBody>
      </p:sp>
      <p:sp>
        <p:nvSpPr>
          <p:cNvPr id="208"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
        <p:nvSpPr>
          <p:cNvPr id="209" name="Google Shape;173;p18"/>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pPr>
            <a:endParaRPr lang="en-GB" sz="1400" b="0" u="none" strike="noStrike">
              <a:solidFill>
                <a:srgbClr val="000000"/>
              </a:solidFill>
              <a:effectLst/>
              <a:uFillTx/>
              <a:latin typeface="Arial"/>
            </a:endParaRPr>
          </a:p>
        </p:txBody>
      </p:sp>
      <p:sp>
        <p:nvSpPr>
          <p:cNvPr id="210" name="PlaceHolder 4"/>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One Column Layout_1_1_1">
    <p:bg>
      <p:bgPr>
        <a:solidFill>
          <a:schemeClr val="lt1"/>
        </a:solidFill>
        <a:effectLst/>
      </p:bgPr>
    </p:bg>
    <p:spTree>
      <p:nvGrpSpPr>
        <p:cNvPr id="1" name=""/>
        <p:cNvGrpSpPr/>
        <p:nvPr/>
      </p:nvGrpSpPr>
      <p:grpSpPr>
        <a:xfrm>
          <a:off x="0" y="0"/>
          <a:ext cx="0" cy="0"/>
          <a:chOff x="0" y="0"/>
          <a:chExt cx="0" cy="0"/>
        </a:xfrm>
      </p:grpSpPr>
      <p:sp>
        <p:nvSpPr>
          <p:cNvPr id="21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12" name="Google Shape;87;p10"/>
          <p:cNvSpPr/>
          <p:nvPr/>
        </p:nvSpPr>
        <p:spPr>
          <a:xfrm>
            <a:off x="457200" y="484668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13" name="PlaceHolder 1"/>
          <p:cNvSpPr>
            <a:spLocks noGrp="1"/>
          </p:cNvSpPr>
          <p:nvPr>
            <p:ph type="sldNum" idx="13"/>
          </p:nvPr>
        </p:nvSpPr>
        <p:spPr>
          <a:xfrm>
            <a:off x="8229600" y="486252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6B6385A-8CA6-43E2-A84F-F0405C6DB138}"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14" name="PlaceHolder 2"/>
          <p:cNvSpPr>
            <a:spLocks noGrp="1"/>
          </p:cNvSpPr>
          <p:nvPr>
            <p:ph type="title"/>
          </p:nvPr>
        </p:nvSpPr>
        <p:spPr>
          <a:xfrm>
            <a:off x="365760" y="274320"/>
            <a:ext cx="83455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15" name="PlaceHolder 3"/>
          <p:cNvSpPr>
            <a:spLocks noGrp="1"/>
          </p:cNvSpPr>
          <p:nvPr>
            <p:ph type="body"/>
          </p:nvPr>
        </p:nvSpPr>
        <p:spPr>
          <a:xfrm>
            <a:off x="3657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6" name="PlaceHolder 4"/>
          <p:cNvSpPr>
            <a:spLocks noGrp="1"/>
          </p:cNvSpPr>
          <p:nvPr>
            <p:ph type="body"/>
          </p:nvPr>
        </p:nvSpPr>
        <p:spPr>
          <a:xfrm>
            <a:off x="245952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7" name="PlaceHolder 5"/>
          <p:cNvSpPr>
            <a:spLocks noGrp="1"/>
          </p:cNvSpPr>
          <p:nvPr>
            <p:ph type="body"/>
          </p:nvPr>
        </p:nvSpPr>
        <p:spPr>
          <a:xfrm>
            <a:off x="4673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8" name="PlaceHolder 6"/>
          <p:cNvSpPr>
            <a:spLocks noGrp="1"/>
          </p:cNvSpPr>
          <p:nvPr>
            <p:ph type="body"/>
          </p:nvPr>
        </p:nvSpPr>
        <p:spPr>
          <a:xfrm>
            <a:off x="6887160" y="1371600"/>
            <a:ext cx="1917360" cy="25578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400" b="0" u="none" strike="noStrike">
                <a:solidFill>
                  <a:srgbClr val="000000"/>
                </a:solidFill>
                <a:effectLst/>
                <a:uFillTx/>
                <a:latin typeface="Arial"/>
              </a:rPr>
              <a:t>Seventh Outline Level</a:t>
            </a:r>
          </a:p>
        </p:txBody>
      </p:sp>
      <p:sp>
        <p:nvSpPr>
          <p:cNvPr id="219" name="Google Shape;94;p10"/>
          <p:cNvSpPr/>
          <p:nvPr/>
        </p:nvSpPr>
        <p:spPr>
          <a:xfrm>
            <a:off x="660600" y="4867200"/>
            <a:ext cx="147060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0" name="Google Shape;96;p10"/>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Multi-use layout">
    <p:bg>
      <p:bgPr>
        <a:solidFill>
          <a:schemeClr val="lt1"/>
        </a:solidFill>
        <a:effectLst/>
      </p:bgPr>
    </p:bg>
    <p:spTree>
      <p:nvGrpSpPr>
        <p:cNvPr id="1" name=""/>
        <p:cNvGrpSpPr/>
        <p:nvPr/>
      </p:nvGrpSpPr>
      <p:grpSpPr>
        <a:xfrm>
          <a:off x="0" y="0"/>
          <a:ext cx="0" cy="0"/>
          <a:chOff x="0" y="0"/>
          <a:chExt cx="0" cy="0"/>
        </a:xfrm>
      </p:grpSpPr>
      <p:sp>
        <p:nvSpPr>
          <p:cNvPr id="221"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22" name="PlaceHolder 1"/>
          <p:cNvSpPr>
            <a:spLocks noGrp="1"/>
          </p:cNvSpPr>
          <p:nvPr>
            <p:ph type="sldNum" idx="14"/>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E522573-B6C9-4756-892C-6BADFB6C95B2}"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23" name="Google Shape;12;p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4" name="Google Shape;14;p2"/>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5" name="Google Shape;15;p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26" name="Google Shape;16;p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27"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28"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Agenda_1">
    <p:bg>
      <p:bgPr>
        <a:solidFill>
          <a:schemeClr val="lt1"/>
        </a:solidFill>
        <a:effectLst/>
      </p:bgPr>
    </p:bg>
    <p:spTree>
      <p:nvGrpSpPr>
        <p:cNvPr id="1" name=""/>
        <p:cNvGrpSpPr/>
        <p:nvPr/>
      </p:nvGrpSpPr>
      <p:grpSpPr>
        <a:xfrm>
          <a:off x="0" y="0"/>
          <a:ext cx="0" cy="0"/>
          <a:chOff x="0" y="0"/>
          <a:chExt cx="0" cy="0"/>
        </a:xfrm>
      </p:grpSpPr>
      <p:sp>
        <p:nvSpPr>
          <p:cNvPr id="229"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0" name="Google Shape;109;p12"/>
          <p:cNvSpPr/>
          <p:nvPr/>
        </p:nvSpPr>
        <p:spPr>
          <a:xfrm flipH="1">
            <a:off x="-3600" y="0"/>
            <a:ext cx="27403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FFFFFF"/>
              </a:solidFill>
              <a:effectLst/>
              <a:uFillTx/>
              <a:latin typeface="Arial"/>
            </a:endParaRPr>
          </a:p>
        </p:txBody>
      </p:sp>
      <p:sp>
        <p:nvSpPr>
          <p:cNvPr id="231" name="PlaceHolder 1"/>
          <p:cNvSpPr>
            <a:spLocks noGrp="1"/>
          </p:cNvSpPr>
          <p:nvPr>
            <p:ph type="body"/>
          </p:nvPr>
        </p:nvSpPr>
        <p:spPr>
          <a:xfrm>
            <a:off x="365760" y="274320"/>
            <a:ext cx="2373840" cy="682920"/>
          </a:xfrm>
          <a:prstGeom prst="rect">
            <a:avLst/>
          </a:prstGeom>
          <a:noFill/>
          <a:ln w="0">
            <a:noFill/>
          </a:ln>
        </p:spPr>
        <p:txBody>
          <a:bodyPr lIns="91440" tIns="91440" rIns="91440" bIns="91440" anchor="t">
            <a:noAutofit/>
          </a:bodyPr>
          <a:lstStyle/>
          <a:p>
            <a:pPr marL="432000" indent="-324000">
              <a:lnSpc>
                <a:spcPct val="100000"/>
              </a:lnSpc>
              <a:spcBef>
                <a:spcPts val="1417"/>
              </a:spcBef>
              <a:buClr>
                <a:srgbClr val="000000"/>
              </a:buClr>
              <a:buSzPct val="45000"/>
              <a:buFont typeface="Wingdings" charset="2"/>
              <a:buChar char=""/>
            </a:pPr>
            <a:r>
              <a:rPr lang="en-GB" sz="2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2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2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2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600" b="0" u="none" strike="noStrike">
                <a:solidFill>
                  <a:srgbClr val="000000"/>
                </a:solidFill>
                <a:effectLst/>
                <a:uFillTx/>
                <a:latin typeface="Arial"/>
              </a:rPr>
              <a:t>Seventh Outline Level</a:t>
            </a:r>
          </a:p>
        </p:txBody>
      </p:sp>
      <p:sp>
        <p:nvSpPr>
          <p:cNvPr id="232" name="PlaceHolder 2"/>
          <p:cNvSpPr>
            <a:spLocks noGrp="1"/>
          </p:cNvSpPr>
          <p:nvPr>
            <p:ph type="sldNum" idx="15"/>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8B6AEBC9-8519-480C-8023-792AE0E5AAE0}"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33" name="Google Shape;112;p12"/>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4" name="Google Shape;113;p12"/>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FFFFFF"/>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35" name="PlaceHolder 3"/>
          <p:cNvSpPr>
            <a:spLocks noGrp="1"/>
          </p:cNvSpPr>
          <p:nvPr>
            <p:ph type="body"/>
          </p:nvPr>
        </p:nvSpPr>
        <p:spPr>
          <a:xfrm>
            <a:off x="365760" y="1291680"/>
            <a:ext cx="2207520" cy="2557440"/>
          </a:xfrm>
          <a:prstGeom prst="rect">
            <a:avLst/>
          </a:prstGeom>
          <a:noFill/>
          <a:ln w="0">
            <a:noFill/>
          </a:ln>
        </p:spPr>
        <p:txBody>
          <a:bodyPr lIns="91440" tIns="91440" rIns="91440" bIns="91440" anchor="ctr">
            <a:noAutofit/>
          </a:bodyPr>
          <a:lstStyle/>
          <a:p>
            <a:pPr marL="432000" indent="-324000">
              <a:lnSpc>
                <a:spcPct val="100000"/>
              </a:lnSpc>
              <a:spcBef>
                <a:spcPts val="1417"/>
              </a:spcBef>
              <a:buClr>
                <a:srgbClr val="000000"/>
              </a:buClr>
              <a:buSzPct val="45000"/>
              <a:buFont typeface="Wingdings" charset="2"/>
              <a:buChar char=""/>
            </a:pPr>
            <a:r>
              <a:rPr lang="en-GB" sz="12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2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2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2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200" b="0" u="none" strike="noStrike">
                <a:solidFill>
                  <a:srgbClr val="000000"/>
                </a:solidFill>
                <a:effectLst/>
                <a:uFillTx/>
                <a:latin typeface="Arial"/>
              </a:rPr>
              <a:t>Seventh Outline Level</a:t>
            </a:r>
          </a:p>
        </p:txBody>
      </p:sp>
      <p:sp>
        <p:nvSpPr>
          <p:cNvPr id="236" name="Google Shape;115;p12"/>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37" name="PlaceHolder 4"/>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Split Layout">
    <p:bg>
      <p:bgPr>
        <a:solidFill>
          <a:schemeClr val="lt1"/>
        </a:solidFill>
        <a:effectLst/>
      </p:bgPr>
    </p:bg>
    <p:spTree>
      <p:nvGrpSpPr>
        <p:cNvPr id="1" name=""/>
        <p:cNvGrpSpPr/>
        <p:nvPr/>
      </p:nvGrpSpPr>
      <p:grpSpPr>
        <a:xfrm>
          <a:off x="0" y="0"/>
          <a:ext cx="0" cy="0"/>
          <a:chOff x="0" y="0"/>
          <a:chExt cx="0" cy="0"/>
        </a:xfrm>
      </p:grpSpPr>
      <p:sp>
        <p:nvSpPr>
          <p:cNvPr id="23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39" name="Google Shape;117;p13"/>
          <p:cNvSpPr/>
          <p:nvPr/>
        </p:nvSpPr>
        <p:spPr>
          <a:xfrm>
            <a:off x="4572000" y="0"/>
            <a:ext cx="4569120" cy="514080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0" name="Google Shape;118;p13"/>
          <p:cNvSpPr/>
          <p:nvPr/>
        </p:nvSpPr>
        <p:spPr>
          <a:xfrm>
            <a:off x="6024600" y="257040"/>
            <a:ext cx="1485360" cy="1589040"/>
          </a:xfrm>
          <a:custGeom>
            <a:avLst/>
            <a:gdLst>
              <a:gd name="textAreaLeft" fmla="*/ 0 w 1485360"/>
              <a:gd name="textAreaRight" fmla="*/ 1488240 w 1485360"/>
              <a:gd name="textAreaTop" fmla="*/ 0 h 1589040"/>
              <a:gd name="textAreaBottom" fmla="*/ 1591920 h 158904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1" name="Google Shape;119;p13"/>
          <p:cNvSpPr/>
          <p:nvPr/>
        </p:nvSpPr>
        <p:spPr>
          <a:xfrm>
            <a:off x="4574520" y="2417040"/>
            <a:ext cx="3183480" cy="2723760"/>
          </a:xfrm>
          <a:custGeom>
            <a:avLst/>
            <a:gdLst>
              <a:gd name="textAreaLeft" fmla="*/ 0 w 3183480"/>
              <a:gd name="textAreaRight" fmla="*/ 3186360 w 3183480"/>
              <a:gd name="textAreaTop" fmla="*/ 0 h 2723760"/>
              <a:gd name="textAreaBottom" fmla="*/ 2726640 h 2723760"/>
            </a:gdLst>
            <a:ahLst/>
            <a:cxnLst/>
            <a:rect l="textAreaLeft" t="textAreaTop" r="textAreaRight" b="textAreaBottom"/>
            <a:pathLst>
              <a:path w="4248542" h="3635375">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2" name="Google Shape;120;p13"/>
          <p:cNvSpPr/>
          <p:nvPr/>
        </p:nvSpPr>
        <p:spPr>
          <a:xfrm>
            <a:off x="7184160" y="634320"/>
            <a:ext cx="1956960" cy="2803320"/>
          </a:xfrm>
          <a:custGeom>
            <a:avLst/>
            <a:gdLst>
              <a:gd name="textAreaLeft" fmla="*/ 0 w 1956960"/>
              <a:gd name="textAreaRight" fmla="*/ 1959840 w 1956960"/>
              <a:gd name="textAreaTop" fmla="*/ 0 h 2803320"/>
              <a:gd name="textAreaBottom" fmla="*/ 2806200 h 280332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43" name="Google Shape;121;p13"/>
          <p:cNvSpPr/>
          <p:nvPr/>
        </p:nvSpPr>
        <p:spPr>
          <a:xfrm>
            <a:off x="6491160" y="2753640"/>
            <a:ext cx="1573560" cy="1683360"/>
          </a:xfrm>
          <a:custGeom>
            <a:avLst/>
            <a:gdLst>
              <a:gd name="textAreaLeft" fmla="*/ 0 w 1573560"/>
              <a:gd name="textAreaRight" fmla="*/ 1576440 w 1573560"/>
              <a:gd name="textAreaTop" fmla="*/ 0 h 1683360"/>
              <a:gd name="textAreaBottom" fmla="*/ 1686240 h 1683360"/>
            </a:gdLst>
            <a:ahLst/>
            <a:cxnLst/>
            <a:rect l="textAreaLeft" t="textAreaTop" r="textAreaRight" b="textAreaBottom"/>
            <a:pathLst>
              <a:path w="1950" h="2085">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46000"/>
            </a:srgbClr>
          </a:solidFill>
          <a:ln w="0">
            <a:noFill/>
          </a:ln>
        </p:spPr>
        <p:style>
          <a:lnRef idx="0">
            <a:scrgbClr r="0" g="0" b="0"/>
          </a:lnRef>
          <a:fillRef idx="0">
            <a:scrgbClr r="0" g="0" b="0"/>
          </a:fillRef>
          <a:effectRef idx="0">
            <a:scrgbClr r="0" g="0" b="0"/>
          </a:effectRef>
          <a:fontRef idx="minor"/>
        </p:style>
        <p:txBody>
          <a:bodyPr lIns="68400" tIns="34200" rIns="68400" bIns="34200" anchor="t">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4" name="Google Shape;122;p13"/>
          <p:cNvSpPr/>
          <p:nvPr/>
        </p:nvSpPr>
        <p:spPr>
          <a:xfrm>
            <a:off x="4572000" y="0"/>
            <a:ext cx="4569120" cy="5140800"/>
          </a:xfrm>
          <a:prstGeom prst="rect">
            <a:avLst/>
          </a:prstGeom>
          <a:solidFill>
            <a:schemeClr val="dk2"/>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FFFFFF"/>
              </a:solidFill>
              <a:effectLst/>
              <a:uFillTx/>
              <a:latin typeface="Arial"/>
            </a:endParaRPr>
          </a:p>
        </p:txBody>
      </p:sp>
      <p:sp>
        <p:nvSpPr>
          <p:cNvPr id="245" name="PlaceHolder 1"/>
          <p:cNvSpPr>
            <a:spLocks noGrp="1"/>
          </p:cNvSpPr>
          <p:nvPr>
            <p:ph type="body"/>
          </p:nvPr>
        </p:nvSpPr>
        <p:spPr>
          <a:xfrm>
            <a:off x="365760" y="634320"/>
            <a:ext cx="3824640" cy="500436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6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6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6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6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600" b="0" u="none" strike="noStrike">
                <a:solidFill>
                  <a:srgbClr val="000000"/>
                </a:solidFill>
                <a:effectLst/>
                <a:uFillTx/>
                <a:latin typeface="Arial"/>
              </a:rPr>
              <a:t>Seventh Outline Level</a:t>
            </a:r>
          </a:p>
        </p:txBody>
      </p:sp>
      <p:sp>
        <p:nvSpPr>
          <p:cNvPr id="246" name="PlaceHolder 2"/>
          <p:cNvSpPr>
            <a:spLocks noGrp="1"/>
          </p:cNvSpPr>
          <p:nvPr>
            <p:ph type="title"/>
          </p:nvPr>
        </p:nvSpPr>
        <p:spPr>
          <a:xfrm>
            <a:off x="365760" y="274320"/>
            <a:ext cx="3976200" cy="457560"/>
          </a:xfrm>
          <a:prstGeom prst="rect">
            <a:avLst/>
          </a:prstGeom>
          <a:noFill/>
          <a:ln w="0">
            <a:noFill/>
          </a:ln>
        </p:spPr>
        <p:txBody>
          <a:bodyPr lIns="91440" tIns="91440" rIns="91440" bIns="91440" anchor="t">
            <a:sp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47" name="PlaceHolder 3"/>
          <p:cNvSpPr>
            <a:spLocks noGrp="1"/>
          </p:cNvSpPr>
          <p:nvPr>
            <p:ph type="sldNum" idx="16"/>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FFFFFF"/>
                </a:solidFill>
                <a:effectLst/>
                <a:uFillTx/>
                <a:latin typeface="Arial"/>
                <a:ea typeface="Arial"/>
              </a:defRPr>
            </a:lvl1pPr>
          </a:lstStyle>
          <a:p>
            <a:pPr indent="0" algn="r">
              <a:lnSpc>
                <a:spcPct val="100000"/>
              </a:lnSpc>
              <a:buNone/>
              <a:tabLst>
                <a:tab pos="0" algn="l"/>
              </a:tabLst>
            </a:pPr>
            <a:fld id="{DCE62150-DF2B-4725-B761-915D12DD3756}" type="slidenum">
              <a:rPr lang="en" sz="600" b="0" u="none" strike="noStrike">
                <a:solidFill>
                  <a:srgbClr val="FFFFFF"/>
                </a:solidFill>
                <a:effectLst/>
                <a:uFillTx/>
                <a:latin typeface="Arial"/>
                <a:ea typeface="Arial"/>
              </a:rPr>
              <a:t>‹#›</a:t>
            </a:fld>
            <a:endParaRPr lang="en-GB" sz="600" b="0" u="none" strike="noStrike">
              <a:solidFill>
                <a:srgbClr val="000000"/>
              </a:solidFill>
              <a:effectLst/>
              <a:uFillTx/>
              <a:latin typeface="Times New Roman"/>
            </a:endParaRPr>
          </a:p>
        </p:txBody>
      </p:sp>
      <p:sp>
        <p:nvSpPr>
          <p:cNvPr id="248" name="Google Shape;126;p1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49" name="Google Shape;127;p1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pic>
        <p:nvPicPr>
          <p:cNvPr id="250" name="Google Shape;128;p13"/>
          <p:cNvPicPr/>
          <p:nvPr/>
        </p:nvPicPr>
        <p:blipFill>
          <a:blip r:embed="rId2"/>
          <a:srcRect l="13569" b="9582"/>
          <a:stretch/>
        </p:blipFill>
        <p:spPr>
          <a:xfrm>
            <a:off x="4572000" y="3214080"/>
            <a:ext cx="1690920" cy="1926360"/>
          </a:xfrm>
          <a:prstGeom prst="rect">
            <a:avLst/>
          </a:prstGeom>
          <a:noFill/>
          <a:ln w="0">
            <a:noFill/>
          </a:ln>
        </p:spPr>
      </p:pic>
      <p:sp>
        <p:nvSpPr>
          <p:cNvPr id="251" name="Google Shape;129;p13"/>
          <p:cNvSpPr/>
          <p:nvPr/>
        </p:nvSpPr>
        <p:spPr>
          <a:xfrm>
            <a:off x="8067600" y="228600"/>
            <a:ext cx="1074960" cy="1540440"/>
          </a:xfrm>
          <a:custGeom>
            <a:avLst/>
            <a:gdLst>
              <a:gd name="textAreaLeft" fmla="*/ 0 w 1074960"/>
              <a:gd name="textAreaRight" fmla="*/ 1077840 w 1074960"/>
              <a:gd name="textAreaTop" fmla="*/ 0 h 1540440"/>
              <a:gd name="textAreaBottom" fmla="*/ 1543320 h 1540440"/>
            </a:gdLst>
            <a:ahLst/>
            <a:cxnLst/>
            <a:rect l="textAreaLeft" t="textAreaTop" r="textAreaRight" b="textAreaBottom"/>
            <a:pathLst>
              <a:path w="2613132" h="3741797">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2000"/>
            </a:srgbClr>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a:lnSpc>
                <a:spcPct val="100000"/>
              </a:lnSpc>
              <a:tabLst>
                <a:tab pos="0" algn="l"/>
              </a:tabLst>
            </a:pPr>
            <a:endParaRPr lang="en-GB" sz="1400" b="0" u="none" strike="noStrike">
              <a:solidFill>
                <a:srgbClr val="000000"/>
              </a:solidFill>
              <a:effectLst/>
              <a:uFillTx/>
              <a:latin typeface="Arial"/>
            </a:endParaRPr>
          </a:p>
        </p:txBody>
      </p:sp>
      <p:sp>
        <p:nvSpPr>
          <p:cNvPr id="252" name="PlaceHolder 4"/>
          <p:cNvSpPr>
            <a:spLocks noGrp="1"/>
          </p:cNvSpPr>
          <p:nvPr>
            <p:ph type="body"/>
          </p:nvPr>
        </p:nvSpPr>
        <p:spPr>
          <a:xfrm>
            <a:off x="4937760" y="1280160"/>
            <a:ext cx="3563640" cy="6101640"/>
          </a:xfrm>
          <a:prstGeom prst="rect">
            <a:avLst/>
          </a:prstGeom>
          <a:noFill/>
          <a:ln w="0">
            <a:noFill/>
          </a:ln>
        </p:spPr>
        <p:txBody>
          <a:bodyPr lIns="91440" tIns="91440" rIns="91440" bIns="91440" anchor="t">
            <a:spAutoFit/>
          </a:bodyPr>
          <a:lstStyle/>
          <a:p>
            <a:pPr marL="432000" indent="-324000">
              <a:lnSpc>
                <a:spcPct val="100000"/>
              </a:lnSpc>
              <a:spcBef>
                <a:spcPts val="1417"/>
              </a:spcBef>
              <a:buClr>
                <a:srgbClr val="000000"/>
              </a:buClr>
              <a:buSzPct val="45000"/>
              <a:buFont typeface="Wingdings" charset="2"/>
              <a:buChar char=""/>
            </a:pPr>
            <a:r>
              <a:rPr lang="en-GB" sz="18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8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8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8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1800" b="0" u="none" strike="noStrike">
                <a:solidFill>
                  <a:srgbClr val="000000"/>
                </a:solidFill>
                <a:effectLst/>
                <a:uFillTx/>
                <a:latin typeface="Arial"/>
              </a:rPr>
              <a:t>Seventh Outline Level</a:t>
            </a:r>
          </a:p>
        </p:txBody>
      </p:sp>
      <p:sp>
        <p:nvSpPr>
          <p:cNvPr id="253" name="Google Shape;131;p13"/>
          <p:cNvSpPr/>
          <p:nvPr/>
        </p:nvSpPr>
        <p:spPr>
          <a:xfrm>
            <a:off x="0" y="343440"/>
            <a:ext cx="134280" cy="36288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Data Cloud_1">
    <p:bg>
      <p:bgPr>
        <a:solidFill>
          <a:schemeClr val="lt1"/>
        </a:solidFill>
        <a:effectLst/>
      </p:bgPr>
    </p:bg>
    <p:spTree>
      <p:nvGrpSpPr>
        <p:cNvPr id="1" name=""/>
        <p:cNvGrpSpPr/>
        <p:nvPr/>
      </p:nvGrpSpPr>
      <p:grpSpPr>
        <a:xfrm>
          <a:off x="0" y="0"/>
          <a:ext cx="0" cy="0"/>
          <a:chOff x="0" y="0"/>
          <a:chExt cx="0" cy="0"/>
        </a:xfrm>
      </p:grpSpPr>
      <p:sp>
        <p:nvSpPr>
          <p:cNvPr id="254"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55" name="PlaceHolder 1"/>
          <p:cNvSpPr>
            <a:spLocks noGrp="1"/>
          </p:cNvSpPr>
          <p:nvPr>
            <p:ph type="sldNum" idx="17"/>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09463C0-1EC4-4AAD-8430-2127D9A34C65}"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56" name="Google Shape;134;p14"/>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57" name="Google Shape;135;p14"/>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Quote - Violet_1_1">
    <p:bg>
      <p:bgPr>
        <a:solidFill>
          <a:schemeClr val="dk2"/>
        </a:solidFill>
        <a:effectLst/>
      </p:bgPr>
    </p:bg>
    <p:spTree>
      <p:nvGrpSpPr>
        <p:cNvPr id="1" name=""/>
        <p:cNvGrpSpPr/>
        <p:nvPr/>
      </p:nvGrpSpPr>
      <p:grpSpPr>
        <a:xfrm>
          <a:off x="0" y="0"/>
          <a:ext cx="0" cy="0"/>
          <a:chOff x="0" y="0"/>
          <a:chExt cx="0" cy="0"/>
        </a:xfrm>
      </p:grpSpPr>
      <p:sp>
        <p:nvSpPr>
          <p:cNvPr id="25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FFFFFF"/>
              </a:solidFill>
              <a:effectLst/>
              <a:uFillTx/>
              <a:latin typeface="Arial"/>
            </a:endParaRPr>
          </a:p>
        </p:txBody>
      </p:sp>
      <p:sp>
        <p:nvSpPr>
          <p:cNvPr id="259" name="PlaceHolder 1"/>
          <p:cNvSpPr>
            <a:spLocks noGrp="1"/>
          </p:cNvSpPr>
          <p:nvPr>
            <p:ph type="body"/>
          </p:nvPr>
        </p:nvSpPr>
        <p:spPr>
          <a:xfrm>
            <a:off x="365760" y="1214280"/>
            <a:ext cx="7481520" cy="2711880"/>
          </a:xfrm>
          <a:prstGeom prst="rect">
            <a:avLst/>
          </a:prstGeom>
          <a:noFill/>
          <a:ln w="0">
            <a:noFill/>
          </a:ln>
        </p:spPr>
        <p:txBody>
          <a:bodyPr lIns="91440" tIns="45720" rIns="91440" bIns="45720" anchor="ctr">
            <a:noAutofit/>
          </a:bodyPr>
          <a:lstStyle/>
          <a:p>
            <a:pPr marL="432000" indent="-324000">
              <a:lnSpc>
                <a:spcPct val="100000"/>
              </a:lnSpc>
              <a:spcBef>
                <a:spcPts val="1417"/>
              </a:spcBef>
              <a:buClr>
                <a:srgbClr val="FFFFFF"/>
              </a:buClr>
              <a:buSzPct val="45000"/>
              <a:buFont typeface="Wingdings" charset="2"/>
              <a:buChar char=""/>
            </a:pPr>
            <a:r>
              <a:rPr lang="en-GB" sz="4000" b="0" u="none" strike="noStrike">
                <a:solidFill>
                  <a:srgbClr val="000000"/>
                </a:solidFill>
                <a:effectLst/>
                <a:uFillTx/>
                <a:latin typeface="Arial"/>
              </a:rPr>
              <a:t>Click to edit the outline text format</a:t>
            </a:r>
            <a:endParaRPr lang="en-GB" sz="4000" b="0" u="none" strike="noStrike">
              <a:solidFill>
                <a:srgbClr val="FFFFFF"/>
              </a:solidFill>
              <a:effectLst/>
              <a:uFillTx/>
              <a:latin typeface="Arial"/>
            </a:endParaRPr>
          </a:p>
          <a:p>
            <a:pPr marL="864000" lvl="1" indent="-324000">
              <a:lnSpc>
                <a:spcPct val="100000"/>
              </a:lnSpc>
              <a:spcBef>
                <a:spcPts val="1134"/>
              </a:spcBef>
              <a:buClr>
                <a:srgbClr val="FFFFFF"/>
              </a:buClr>
              <a:buSzPct val="75000"/>
              <a:buFont typeface="Symbol" charset="2"/>
              <a:buChar char=""/>
            </a:pPr>
            <a:r>
              <a:rPr lang="en-GB" sz="4000" b="0" u="none" strike="noStrike">
                <a:solidFill>
                  <a:srgbClr val="000000"/>
                </a:solidFill>
                <a:effectLst/>
                <a:uFillTx/>
                <a:latin typeface="Arial"/>
              </a:rPr>
              <a:t>Second Outline Level</a:t>
            </a:r>
            <a:endParaRPr lang="en-GB" sz="4000" b="0" u="none" strike="noStrike">
              <a:solidFill>
                <a:srgbClr val="FFFFFF"/>
              </a:solidFill>
              <a:effectLst/>
              <a:uFillTx/>
              <a:latin typeface="Arial"/>
            </a:endParaRPr>
          </a:p>
          <a:p>
            <a:pPr marL="1296000" lvl="2" indent="-288000">
              <a:lnSpc>
                <a:spcPct val="100000"/>
              </a:lnSpc>
              <a:spcBef>
                <a:spcPts val="850"/>
              </a:spcBef>
              <a:buClr>
                <a:srgbClr val="FFFFFF"/>
              </a:buClr>
              <a:buSzPct val="45000"/>
              <a:buFont typeface="Wingdings" charset="2"/>
              <a:buChar char=""/>
            </a:pPr>
            <a:r>
              <a:rPr lang="en-GB" sz="4000" b="0" u="none" strike="noStrike">
                <a:solidFill>
                  <a:srgbClr val="000000"/>
                </a:solidFill>
                <a:effectLst/>
                <a:uFillTx/>
                <a:latin typeface="Arial"/>
              </a:rPr>
              <a:t>Third Outline Level</a:t>
            </a:r>
            <a:endParaRPr lang="en-GB" sz="4000" b="0" u="none" strike="noStrike">
              <a:solidFill>
                <a:srgbClr val="FFFFFF"/>
              </a:solidFill>
              <a:effectLst/>
              <a:uFillTx/>
              <a:latin typeface="Arial"/>
            </a:endParaRPr>
          </a:p>
          <a:p>
            <a:pPr marL="1728000" lvl="3" indent="-216000">
              <a:lnSpc>
                <a:spcPct val="100000"/>
              </a:lnSpc>
              <a:spcBef>
                <a:spcPts val="567"/>
              </a:spcBef>
              <a:buClr>
                <a:srgbClr val="FFFFFF"/>
              </a:buClr>
              <a:buSzPct val="75000"/>
              <a:buFont typeface="Symbol" charset="2"/>
              <a:buChar char=""/>
            </a:pPr>
            <a:r>
              <a:rPr lang="en-GB" sz="4000" b="0" u="none" strike="noStrike">
                <a:solidFill>
                  <a:srgbClr val="000000"/>
                </a:solidFill>
                <a:effectLst/>
                <a:uFillTx/>
                <a:latin typeface="Arial"/>
              </a:rPr>
              <a:t>Fourth Outline Level</a:t>
            </a:r>
            <a:endParaRPr lang="en-GB" sz="4000" b="0" u="none" strike="noStrike">
              <a:solidFill>
                <a:srgbClr val="FFFFFF"/>
              </a:solidFill>
              <a:effectLst/>
              <a:uFillTx/>
              <a:latin typeface="Arial"/>
            </a:endParaRPr>
          </a:p>
          <a:p>
            <a:pPr marL="2160000" lvl="4"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Fifth Outline Level</a:t>
            </a:r>
            <a:endParaRPr lang="en-GB" sz="4000" b="0" u="none" strike="noStrike">
              <a:solidFill>
                <a:srgbClr val="FFFFFF"/>
              </a:solidFill>
              <a:effectLst/>
              <a:uFillTx/>
              <a:latin typeface="Arial"/>
            </a:endParaRPr>
          </a:p>
          <a:p>
            <a:pPr marL="2592000" lvl="5"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Sixth Outline Level</a:t>
            </a:r>
            <a:endParaRPr lang="en-GB" sz="4000" b="0" u="none" strike="noStrike">
              <a:solidFill>
                <a:srgbClr val="FFFFFF"/>
              </a:solidFill>
              <a:effectLst/>
              <a:uFillTx/>
              <a:latin typeface="Arial"/>
            </a:endParaRPr>
          </a:p>
          <a:p>
            <a:pPr marL="3024000" lvl="6" indent="-216000">
              <a:lnSpc>
                <a:spcPct val="100000"/>
              </a:lnSpc>
              <a:spcBef>
                <a:spcPts val="283"/>
              </a:spcBef>
              <a:buClr>
                <a:srgbClr val="FFFFFF"/>
              </a:buClr>
              <a:buSzPct val="45000"/>
              <a:buFont typeface="Wingdings" charset="2"/>
              <a:buChar char=""/>
            </a:pPr>
            <a:r>
              <a:rPr lang="en-GB" sz="4000" b="0" u="none" strike="noStrike">
                <a:solidFill>
                  <a:srgbClr val="000000"/>
                </a:solidFill>
                <a:effectLst/>
                <a:uFillTx/>
                <a:latin typeface="Arial"/>
              </a:rPr>
              <a:t>Seventh Outline Level</a:t>
            </a:r>
            <a:endParaRPr lang="en-GB" sz="4000" b="0" u="none" strike="noStrike">
              <a:solidFill>
                <a:srgbClr val="FFFFFF"/>
              </a:solidFill>
              <a:effectLst/>
              <a:uFillTx/>
              <a:latin typeface="Arial"/>
            </a:endParaRPr>
          </a:p>
        </p:txBody>
      </p:sp>
      <p:sp>
        <p:nvSpPr>
          <p:cNvPr id="260" name="Google Shape;190;p20"/>
          <p:cNvSpPr/>
          <p:nvPr/>
        </p:nvSpPr>
        <p:spPr>
          <a:xfrm>
            <a:off x="660600" y="4866840"/>
            <a:ext cx="170568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lt1"/>
                </a:solidFill>
                <a:effectLst/>
                <a:uFillTx/>
                <a:latin typeface="Arial"/>
                <a:ea typeface="Arial"/>
              </a:rPr>
              <a:t>© 2026 Snowflake Inc. All Rights Reserved</a:t>
            </a:r>
            <a:endParaRPr lang="en-GB" sz="600" b="0" u="none" strike="noStrike">
              <a:solidFill>
                <a:srgbClr val="FFFFFF"/>
              </a:solidFill>
              <a:effectLst/>
              <a:uFillTx/>
              <a:latin typeface="Arial"/>
            </a:endParaRPr>
          </a:p>
        </p:txBody>
      </p:sp>
      <p:sp>
        <p:nvSpPr>
          <p:cNvPr id="261" name="Google Shape;191;p20"/>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2" name="PlaceHolder 2"/>
          <p:cNvSpPr>
            <a:spLocks noGrp="1"/>
          </p:cNvSpPr>
          <p:nvPr>
            <p:ph type="title"/>
          </p:nvPr>
        </p:nvSpPr>
        <p:spPr>
          <a:xfrm>
            <a:off x="457200" y="205200"/>
            <a:ext cx="8226720" cy="856080"/>
          </a:xfrm>
          <a:prstGeom prst="rect">
            <a:avLst/>
          </a:prstGeom>
          <a:noFill/>
          <a:ln w="0">
            <a:noFill/>
          </a:ln>
        </p:spPr>
        <p:txBody>
          <a:bodyPr lIns="0" tIns="0" rIns="0" bIns="0" anchor="ctr">
            <a:noAutofit/>
          </a:bodyPr>
          <a:lstStyle/>
          <a:p>
            <a:pPr indent="0">
              <a:lnSpc>
                <a:spcPct val="100000"/>
              </a:lnSpc>
              <a:buNone/>
              <a:tabLst>
                <a:tab pos="0" algn="l"/>
              </a:tabLst>
            </a:pPr>
            <a:r>
              <a:rPr lang="en-GB" sz="1400" b="0" u="none" strike="noStrike">
                <a:solidFill>
                  <a:srgbClr val="000000"/>
                </a:solidFill>
                <a:effectLst/>
                <a:uFillTx/>
                <a:latin typeface="Arial"/>
              </a:rPr>
              <a:t>Click to edit the title text format</a:t>
            </a:r>
            <a:endParaRPr lang="en-GB" sz="1400" b="0" u="none" strike="noStrike">
              <a:solidFill>
                <a:srgbClr val="FFFFFF"/>
              </a:solidFill>
              <a:effectLst/>
              <a:uFillTx/>
              <a:latin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Multi-use layout_2">
    <p:bg>
      <p:bgPr>
        <a:solidFill>
          <a:schemeClr val="lt1"/>
        </a:solidFill>
        <a:effectLst/>
      </p:bgPr>
    </p:bg>
    <p:spTree>
      <p:nvGrpSpPr>
        <p:cNvPr id="1" name=""/>
        <p:cNvGrpSpPr/>
        <p:nvPr/>
      </p:nvGrpSpPr>
      <p:grpSpPr>
        <a:xfrm>
          <a:off x="0" y="0"/>
          <a:ext cx="0" cy="0"/>
          <a:chOff x="0" y="0"/>
          <a:chExt cx="0" cy="0"/>
        </a:xfrm>
      </p:grpSpPr>
      <p:sp>
        <p:nvSpPr>
          <p:cNvPr id="263"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sp>
        <p:nvSpPr>
          <p:cNvPr id="264" name="PlaceHolder 1"/>
          <p:cNvSpPr>
            <a:spLocks noGrp="1"/>
          </p:cNvSpPr>
          <p:nvPr>
            <p:ph type="sldNum" idx="18"/>
          </p:nvPr>
        </p:nvSpPr>
        <p:spPr>
          <a:xfrm>
            <a:off x="8229600" y="4864680"/>
            <a:ext cx="470880" cy="9180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578616FD-599A-41FF-80DB-6E6EB870A91F}" type="slidenum">
              <a:rPr lang="en" sz="600" b="0" u="none" strike="noStrike">
                <a:solidFill>
                  <a:srgbClr val="929292"/>
                </a:solidFill>
                <a:effectLst/>
                <a:uFillTx/>
                <a:latin typeface="Arial"/>
                <a:ea typeface="Arial"/>
              </a:rPr>
              <a:t>‹#›</a:t>
            </a:fld>
            <a:endParaRPr lang="en-GB" sz="600" b="0" u="none" strike="noStrike">
              <a:solidFill>
                <a:srgbClr val="000000"/>
              </a:solidFill>
              <a:effectLst/>
              <a:uFillTx/>
              <a:latin typeface="Times New Roman"/>
            </a:endParaRPr>
          </a:p>
        </p:txBody>
      </p:sp>
      <p:sp>
        <p:nvSpPr>
          <p:cNvPr id="265" name="Google Shape;20;p3"/>
          <p:cNvSpPr/>
          <p:nvPr/>
        </p:nvSpPr>
        <p:spPr>
          <a:xfrm>
            <a:off x="457200" y="4846320"/>
            <a:ext cx="132480" cy="125640"/>
          </a:xfrm>
          <a:custGeom>
            <a:avLst/>
            <a:gdLst>
              <a:gd name="textAreaLeft" fmla="*/ 0 w 132480"/>
              <a:gd name="textAreaRight" fmla="*/ 135360 w 132480"/>
              <a:gd name="textAreaTop" fmla="*/ 0 h 125640"/>
              <a:gd name="textAreaBottom" fmla="*/ 128520 h 125640"/>
            </a:gdLst>
            <a:ahLst/>
            <a:cxnLst/>
            <a:rect l="textAreaLeft" t="textAreaTop" r="textAreaRight" b="textAreaBottom"/>
            <a:pathLst>
              <a:path w="5409981" h="514350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6" name="PlaceHolder 2"/>
          <p:cNvSpPr>
            <a:spLocks noGrp="1"/>
          </p:cNvSpPr>
          <p:nvPr>
            <p:ph type="title"/>
          </p:nvPr>
        </p:nvSpPr>
        <p:spPr>
          <a:xfrm>
            <a:off x="367920" y="274320"/>
            <a:ext cx="8341920" cy="362880"/>
          </a:xfrm>
          <a:prstGeom prst="rect">
            <a:avLst/>
          </a:prstGeom>
          <a:noFill/>
          <a:ln w="0">
            <a:noFill/>
          </a:ln>
        </p:spPr>
        <p:txBody>
          <a:bodyPr lIns="91440" tIns="91440" rIns="91440" bIns="91440" anchor="t">
            <a:noAutofit/>
          </a:bodyPr>
          <a:lstStyle/>
          <a:p>
            <a:pPr indent="0">
              <a:lnSpc>
                <a:spcPct val="100000"/>
              </a:lnSpc>
              <a:buNone/>
              <a:tabLst>
                <a:tab pos="0" algn="l"/>
              </a:tabLst>
            </a:pPr>
            <a:r>
              <a:rPr lang="en-GB" sz="2600" b="0" u="none" strike="noStrike">
                <a:solidFill>
                  <a:srgbClr val="000000"/>
                </a:solidFill>
                <a:effectLst/>
                <a:uFillTx/>
                <a:latin typeface="Arial"/>
              </a:rPr>
              <a:t>Click to edit the title text format</a:t>
            </a:r>
          </a:p>
        </p:txBody>
      </p:sp>
      <p:sp>
        <p:nvSpPr>
          <p:cNvPr id="267" name="Google Shape;23;p3"/>
          <p:cNvSpPr/>
          <p:nvPr/>
        </p:nvSpPr>
        <p:spPr>
          <a:xfrm>
            <a:off x="2883240" y="1954080"/>
            <a:ext cx="2665800" cy="39744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sp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68" name="Google Shape;24;p3"/>
          <p:cNvSpPr/>
          <p:nvPr/>
        </p:nvSpPr>
        <p:spPr>
          <a:xfrm>
            <a:off x="660600" y="4866840"/>
            <a:ext cx="167832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269" name="Google Shape;25;p3"/>
          <p:cNvSpPr/>
          <p:nvPr/>
        </p:nvSpPr>
        <p:spPr>
          <a:xfrm>
            <a:off x="0" y="343440"/>
            <a:ext cx="134280" cy="728640"/>
          </a:xfrm>
          <a:prstGeom prst="rect">
            <a:avLst/>
          </a:prstGeom>
          <a:solidFill>
            <a:schemeClr val="accent1"/>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
        <p:nvSpPr>
          <p:cNvPr id="270" name="PlaceHolder 3"/>
          <p:cNvSpPr>
            <a:spLocks noGrp="1"/>
          </p:cNvSpPr>
          <p:nvPr>
            <p:ph type="body"/>
          </p:nvPr>
        </p:nvSpPr>
        <p:spPr>
          <a:xfrm>
            <a:off x="457200" y="1203480"/>
            <a:ext cx="8226720" cy="2980440"/>
          </a:xfrm>
          <a:prstGeom prst="rect">
            <a:avLst/>
          </a:prstGeom>
          <a:noFill/>
          <a:ln w="0">
            <a:noFill/>
          </a:ln>
        </p:spPr>
        <p:txBody>
          <a:bodyPr lIns="0" tIns="0" rIns="0" bIns="0" anchor="t">
            <a:normAutofit/>
          </a:bodyPr>
          <a:lstStyle/>
          <a:p>
            <a:pPr marL="432000" indent="-324000">
              <a:lnSpc>
                <a:spcPct val="100000"/>
              </a:lnSpc>
              <a:spcBef>
                <a:spcPts val="1417"/>
              </a:spcBef>
              <a:buClr>
                <a:srgbClr val="000000"/>
              </a:buClr>
              <a:buSzPct val="45000"/>
              <a:buFont typeface="Wingdings" charset="2"/>
              <a:buChar char=""/>
            </a:pPr>
            <a:r>
              <a:rPr lang="en-GB" sz="1400" b="0" u="none" strike="noStrike">
                <a:solidFill>
                  <a:srgbClr val="000000"/>
                </a:solidFill>
                <a:effectLst/>
                <a:uFillTx/>
                <a:latin typeface="Arial"/>
              </a:rPr>
              <a:t>Click to edit the outline text format</a:t>
            </a:r>
          </a:p>
          <a:p>
            <a:pPr marL="864000" lvl="1" indent="-324000">
              <a:lnSpc>
                <a:spcPct val="100000"/>
              </a:lnSpc>
              <a:spcBef>
                <a:spcPts val="1134"/>
              </a:spcBef>
              <a:buClr>
                <a:srgbClr val="000000"/>
              </a:buClr>
              <a:buSzPct val="75000"/>
              <a:buFont typeface="Symbol" charset="2"/>
              <a:buChar char=""/>
            </a:pPr>
            <a:r>
              <a:rPr lang="en-GB" sz="1400" b="0" u="none" strike="noStrike">
                <a:solidFill>
                  <a:srgbClr val="000000"/>
                </a:solidFill>
                <a:effectLst/>
                <a:uFillTx/>
                <a:latin typeface="Arial"/>
              </a:rPr>
              <a:t>Second Outline Level</a:t>
            </a:r>
          </a:p>
          <a:p>
            <a:pPr marL="1296000" lvl="2" indent="-288000">
              <a:lnSpc>
                <a:spcPct val="100000"/>
              </a:lnSpc>
              <a:spcBef>
                <a:spcPts val="850"/>
              </a:spcBef>
              <a:buClr>
                <a:srgbClr val="000000"/>
              </a:buClr>
              <a:buSzPct val="45000"/>
              <a:buFont typeface="Wingdings" charset="2"/>
              <a:buChar char=""/>
            </a:pPr>
            <a:r>
              <a:rPr lang="en-GB" sz="1400" b="0" u="none" strike="noStrike">
                <a:solidFill>
                  <a:srgbClr val="000000"/>
                </a:solidFill>
                <a:effectLst/>
                <a:uFillTx/>
                <a:latin typeface="Arial"/>
              </a:rPr>
              <a:t>Third Outline Level</a:t>
            </a:r>
          </a:p>
          <a:p>
            <a:pPr marL="1728000" lvl="3" indent="-216000">
              <a:lnSpc>
                <a:spcPct val="100000"/>
              </a:lnSpc>
              <a:spcBef>
                <a:spcPts val="567"/>
              </a:spcBef>
              <a:buClr>
                <a:srgbClr val="000000"/>
              </a:buClr>
              <a:buSzPct val="75000"/>
              <a:buFont typeface="Symbol" charset="2"/>
              <a:buChar char=""/>
            </a:pPr>
            <a:r>
              <a:rPr lang="en-GB" sz="1400" b="0" u="none" strike="noStrike">
                <a:solidFill>
                  <a:srgbClr val="000000"/>
                </a:solidFill>
                <a:effectLst/>
                <a:uFillTx/>
                <a:latin typeface="Arial"/>
              </a:rPr>
              <a:t>Fourth Outline Level</a:t>
            </a:r>
          </a:p>
          <a:p>
            <a:pPr marL="2160000" lvl="4"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Fifth Outline Level</a:t>
            </a:r>
          </a:p>
          <a:p>
            <a:pPr marL="2592000" lvl="5"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Sixth Outline Level</a:t>
            </a:r>
          </a:p>
          <a:p>
            <a:pPr marL="3024000" lvl="6" indent="-216000">
              <a:lnSpc>
                <a:spcPct val="100000"/>
              </a:lnSpc>
              <a:spcBef>
                <a:spcPts val="283"/>
              </a:spcBef>
              <a:buClr>
                <a:srgbClr val="000000"/>
              </a:buClr>
              <a:buSzPct val="45000"/>
              <a:buFont typeface="Wingdings" charset="2"/>
              <a:buChar char=""/>
            </a:pPr>
            <a:r>
              <a:rPr lang="en-GB" sz="2000" b="0" u="none" strike="noStrike">
                <a:solidFill>
                  <a:srgbClr val="000000"/>
                </a:solidFill>
                <a:effectLst/>
                <a:uFillTx/>
                <a:latin typeface="Arial"/>
              </a:rPr>
              <a:t>Seventh Outline Level</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00348-DFA4-1B70-D0BC-3CA87C02748B}"/>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371FDF-9C5A-C4AF-125E-8BAEF2A1CB8B}"/>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A6AC74-3857-E66C-DEAA-79617E1F6E20}"/>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DE2F3F6-8EBA-2D34-AA51-ED1E8E35ECAD}"/>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895E5C-AE95-AB0A-2993-611148F4521D}"/>
              </a:ext>
            </a:extLst>
          </p:cNvPr>
          <p:cNvSpPr>
            <a:spLocks noGrp="1"/>
          </p:cNvSpPr>
          <p:nvPr>
            <p:ph type="title"/>
          </p:nvPr>
        </p:nvSpPr>
        <p:spPr>
          <a:xfrm>
            <a:off x="628650" y="274638"/>
            <a:ext cx="7886700" cy="993775"/>
          </a:xfrm>
          <a:prstGeom prst="rect">
            <a:avLst/>
          </a:prstGeo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16C8439-F1F9-31EF-6CF2-9634C144B5CE}"/>
              </a:ext>
            </a:extLst>
          </p:cNvPr>
          <p:cNvSpPr>
            <a:spLocks noGrp="1"/>
          </p:cNvSpPr>
          <p:nvPr>
            <p:ph type="body" idx="1"/>
          </p:nvPr>
        </p:nvSpPr>
        <p:spPr>
          <a:xfrm>
            <a:off x="628650" y="1370013"/>
            <a:ext cx="7886700" cy="3262312"/>
          </a:xfrm>
          <a:prstGeom prst="rect">
            <a:avLst/>
          </a:prstGeo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slideLayout" Target="../slideLayouts/slideLayout6.xml"/><Relationship Id="rId3" Type="http://schemas.openxmlformats.org/officeDocument/2006/relationships/slideLayout" Target="../slideLayouts/slideLayout7.xml"/><Relationship Id="rId4" Type="http://schemas.openxmlformats.org/officeDocument/2006/relationships/slideLayout" Target="../slideLayouts/slideLayout8.xml"/><Relationship Id="rId5"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3.xml"/><Relationship Id="rId3" Type="http://schemas.openxmlformats.org/officeDocument/2006/relationships/image" Target="../media/image4.png"/><Relationship Id="rId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slideLayout" Target="../slideLayouts/slideLayout20.xml"/><Relationship Id="rId12" Type="http://schemas.openxmlformats.org/officeDocument/2006/relationships/slideLayout" Target="../slideLayouts/slideLayout21.xml"/><Relationship Id="rId13" Type="http://schemas.openxmlformats.org/officeDocument/2006/relationships/slideLayout" Target="../slideLayouts/slideLayout22.xml"/><Relationship Id="rId14" Type="http://schemas.openxmlformats.org/officeDocument/2006/relationships/slideLayout" Target="../slideLayouts/slideLayout23.xml"/><Relationship Id="rId15" Type="http://schemas.openxmlformats.org/officeDocument/2006/relationships/slideLayout" Target="../slideLayouts/slideLayout24.xml"/><Relationship Id="rId16" Type="http://schemas.openxmlformats.org/officeDocument/2006/relationships/slideLayout" Target="../slideLayouts/slideLayout25.xml"/><Relationship Id="rId17" Type="http://schemas.openxmlformats.org/officeDocument/2006/relationships/slideLayout" Target="../slideLayouts/slideLayout26.xml"/><Relationship Id="rId18" Type="http://schemas.openxmlformats.org/officeDocument/2006/relationships/slideLayout" Target="../slideLayouts/slideLayout27.xml"/><Relationship Id="rId19" Type="http://schemas.openxmlformats.org/officeDocument/2006/relationships/slideLayout" Target="../slideLayouts/slideLayout28.xml"/><Relationship Id="rId20" Type="http://schemas.openxmlformats.org/officeDocument/2006/relationships/slideLayout" Target="../slideLayouts/slideLayout29.xml"/><Relationship Id="rId21" Type="http://schemas.openxmlformats.org/officeDocument/2006/relationships/slideLayout" Target="../slideLayouts/slideLayout30.xml"/><Relationship Id="rId22" Type="http://schemas.openxmlformats.org/officeDocument/2006/relationships/slideLayout" Target="../slideLayouts/slideLayout31.xml"/><Relationship Id="rId23"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33.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89"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53" r:id="rId1"/>
    <p:sldLayoutId id="2147483654" r:id="rId2"/>
    <p:sldLayoutId id="2147483655" r:id="rId3"/>
    <p:sldLayoutId id="2147483656"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8" name="Google Shape;9;p1"/>
          <p:cNvSpPr/>
          <p:nvPr/>
        </p:nvSpPr>
        <p:spPr>
          <a:xfrm>
            <a:off x="3837240" y="-655560"/>
            <a:ext cx="5303880" cy="165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a:lnSpc>
                <a:spcPct val="100000"/>
              </a:lnSpc>
              <a:tabLst>
                <a:tab pos="0" algn="l"/>
              </a:tabLst>
            </a:pPr>
            <a:r>
              <a:rPr lang="en" sz="800" b="0" u="none" strike="noStrike">
                <a:solidFill>
                  <a:srgbClr val="C8C8C8"/>
                </a:solidFill>
                <a:effectLst/>
                <a:uFillTx/>
                <a:latin typeface="Arial"/>
                <a:ea typeface="Arial"/>
              </a:rPr>
              <a:t>SNOWFLAKE GSLIDES THEME 2026.01</a:t>
            </a:r>
            <a:endParaRPr lang="en-GB" sz="800" b="0" u="none" strike="noStrike">
              <a:solidFill>
                <a:srgbClr val="000000"/>
              </a:solidFill>
              <a:effectLst/>
              <a:uFillTx/>
              <a:latin typeface="Arial"/>
            </a:endParaRPr>
          </a:p>
        </p:txBody>
      </p:sp>
      <p:grpSp>
        <p:nvGrpSpPr>
          <p:cNvPr id="79" name="Google Shape;151;p16"/>
          <p:cNvGrpSpPr/>
          <p:nvPr/>
        </p:nvGrpSpPr>
        <p:grpSpPr>
          <a:xfrm>
            <a:off x="0" y="2914920"/>
            <a:ext cx="9140760" cy="2225520"/>
            <a:chOff x="0" y="2914920"/>
            <a:chExt cx="9140760" cy="2225520"/>
          </a:xfrm>
        </p:grpSpPr>
        <p:pic>
          <p:nvPicPr>
            <p:cNvPr id="80" name="Google Shape;152;p16"/>
            <p:cNvPicPr/>
            <p:nvPr/>
          </p:nvPicPr>
          <p:blipFill>
            <a:blip r:embed="rId3">
              <a:alphaModFix amt="85000"/>
            </a:blip>
            <a:srcRect l="45946" t="24688" b="30755"/>
            <a:stretch/>
          </p:blipFill>
          <p:spPr>
            <a:xfrm>
              <a:off x="0" y="2914920"/>
              <a:ext cx="3241440" cy="2225520"/>
            </a:xfrm>
            <a:prstGeom prst="rect">
              <a:avLst/>
            </a:prstGeom>
            <a:noFill/>
            <a:ln w="0">
              <a:noFill/>
            </a:ln>
          </p:spPr>
        </p:pic>
        <p:pic>
          <p:nvPicPr>
            <p:cNvPr id="81" name="Google Shape;153;p16"/>
            <p:cNvPicPr/>
            <p:nvPr/>
          </p:nvPicPr>
          <p:blipFill>
            <a:blip r:embed="rId4">
              <a:alphaModFix amt="85000"/>
            </a:blip>
            <a:srcRect t="25252" r="1930" b="30759"/>
            <a:stretch/>
          </p:blipFill>
          <p:spPr>
            <a:xfrm>
              <a:off x="3253320" y="2943000"/>
              <a:ext cx="5887440" cy="2197440"/>
            </a:xfrm>
            <a:prstGeom prst="rect">
              <a:avLst/>
            </a:prstGeom>
            <a:noFill/>
            <a:ln w="0">
              <a:noFill/>
            </a:ln>
          </p:spPr>
        </p:pic>
      </p:grpSp>
      <p:sp>
        <p:nvSpPr>
          <p:cNvPr id="82" name="Google Shape;154;p16"/>
          <p:cNvSpPr/>
          <p:nvPr/>
        </p:nvSpPr>
        <p:spPr>
          <a:xfrm>
            <a:off x="456840" y="4898880"/>
            <a:ext cx="1632960" cy="8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chemeClr val="dk1"/>
                </a:solidFill>
                <a:effectLst/>
                <a:uFillTx/>
                <a:latin typeface="Arial"/>
                <a:ea typeface="Arial"/>
              </a:rPr>
              <a:t>© 2026 Snowflake Inc. All Rights Reserved</a:t>
            </a:r>
            <a:endParaRPr lang="en-GB" sz="600" b="0" u="none" strike="noStrike">
              <a:solidFill>
                <a:srgbClr val="000000"/>
              </a:solidFill>
              <a:effectLst/>
              <a:uFillTx/>
              <a:latin typeface="Arial"/>
            </a:endParaRPr>
          </a:p>
        </p:txBody>
      </p:sp>
      <p:sp>
        <p:nvSpPr>
          <p:cNvPr id="83" name="Google Shape;158;p16"/>
          <p:cNvSpPr/>
          <p:nvPr/>
        </p:nvSpPr>
        <p:spPr>
          <a:xfrm>
            <a:off x="457200" y="548640"/>
            <a:ext cx="1825920" cy="415080"/>
          </a:xfrm>
          <a:custGeom>
            <a:avLst/>
            <a:gdLst>
              <a:gd name="textAreaLeft" fmla="*/ 0 w 1825920"/>
              <a:gd name="textAreaRight" fmla="*/ 1828800 w 1825920"/>
              <a:gd name="textAreaTop" fmla="*/ 0 h 415080"/>
              <a:gd name="textAreaBottom" fmla="*/ 417960 h 415080"/>
            </a:gdLst>
            <a:ahLst/>
            <a:cxnLst/>
            <a:rect l="textAreaLeft" t="textAreaTop" r="textAreaRight" b="textAreaBottom"/>
            <a:pathLst>
              <a:path w="10771" h="2451">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nSpc>
                <a:spcPct val="100000"/>
              </a:lnSpc>
              <a:tabLst>
                <a:tab pos="0" algn="l"/>
              </a:tabLst>
            </a:pPr>
            <a:endParaRPr lang="en-GB" sz="1400" b="0" u="none" strike="noStrike">
              <a:solidFill>
                <a:srgbClr val="000000"/>
              </a:solidFill>
              <a:effectLst/>
              <a:uFillTx/>
              <a:latin typeface="Arial"/>
            </a:endParaRPr>
          </a:p>
        </p:txBody>
      </p:sp>
    </p:spTree>
  </p:cSld>
  <p:clrMap bg1="lt1" tx1="dk1" bg2="dk2" tx2="lt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 id="2147483678" r:id="rId19"/>
    <p:sldLayoutId id="2147483679" r:id="rId20"/>
    <p:sldLayoutId id="2147483680" r:id="rId21"/>
    <p:sldLayoutId id="2147483681" r:id="rId2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image" Target="../media/image1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9" name="PlaceHolder 1"/>
          <p:cNvSpPr>
            <a:spLocks noGrp="1"/>
          </p:cNvSpPr>
          <p:nvPr>
            <p:ph type="title"/>
          </p:nvPr>
        </p:nvSpPr>
        <p:spPr>
          <a:xfrm>
            <a:off x="366480" y="1188720"/>
            <a:ext cx="8642348" cy="1917360"/>
          </a:xfrm>
          <a:prstGeom prst="rect">
            <a:avLst/>
          </a:prstGeom>
          <a:noFill/>
          <a:ln w="0">
            <a:noFill/>
          </a:ln>
        </p:spPr>
        <p:txBody>
          <a:bodyPr lIns="91440" tIns="91440" rIns="91440" bIns="91440" anchor="b">
            <a:noAutofit/>
          </a:bodyPr>
          <a:lstStyle/>
          <a:p>
            <a:pPr indent="0">
              <a:lnSpc>
                <a:spcPct val="85000"/>
              </a:lnSpc>
              <a:buNone/>
              <a:tabLst>
                <a:tab pos="0" algn="l"/>
              </a:tabLst>
            </a:pPr>
            <a:r>
              <a:rPr lang="en" sz="4400" b="1" u="none" strike="noStrike" dirty="0">
                <a:solidFill>
                  <a:schemeClr val="lt1"/>
                </a:solidFill>
                <a:effectLst/>
                <a:uFillTx/>
                <a:latin typeface="Arial"/>
                <a:ea typeface="Arial"/>
              </a:rPr>
              <a:t>[Customer Name]</a:t>
            </a:r>
            <a:endParaRPr lang="en-GB" sz="4400" b="0" u="none" strike="noStrike" dirty="0">
              <a:solidFill>
                <a:srgbClr val="000000"/>
              </a:solidFill>
              <a:effectLst/>
              <a:uFillTx/>
              <a:latin typeface="Arial"/>
            </a:endParaRPr>
          </a:p>
          <a:p>
            <a:pPr indent="0">
              <a:lnSpc>
                <a:spcPct val="85000"/>
              </a:lnSpc>
              <a:buNone/>
              <a:tabLst>
                <a:tab pos="0" algn="l"/>
              </a:tabLst>
            </a:pPr>
            <a:r>
              <a:rPr lang="en" sz="4400" b="1" u="none" strike="noStrike" dirty="0">
                <a:solidFill>
                  <a:schemeClr val="dk1"/>
                </a:solidFill>
                <a:effectLst/>
                <a:uFillTx/>
                <a:latin typeface="Arial"/>
                <a:ea typeface="Arial"/>
              </a:rPr>
              <a:t>Snowflake Sizing Proposal</a:t>
            </a:r>
            <a:endParaRPr lang="en-GB" sz="4400" b="0" u="none" strike="noStrike" dirty="0">
              <a:solidFill>
                <a:srgbClr val="000000"/>
              </a:solidFill>
              <a:effectLst/>
              <a:uFillTx/>
              <a:latin typeface="Arial"/>
            </a:endParaRPr>
          </a:p>
        </p:txBody>
      </p:sp>
      <p:sp>
        <p:nvSpPr>
          <p:cNvPr id="410" name="PlaceHolder 2"/>
          <p:cNvSpPr>
            <a:spLocks noGrp="1"/>
          </p:cNvSpPr>
          <p:nvPr>
            <p:ph type="title"/>
          </p:nvPr>
        </p:nvSpPr>
        <p:spPr>
          <a:xfrm>
            <a:off x="366479" y="3160440"/>
            <a:ext cx="8642347" cy="439560"/>
          </a:xfrm>
          <a:prstGeom prst="rect">
            <a:avLst/>
          </a:prstGeom>
          <a:noFill/>
          <a:ln w="0">
            <a:noFill/>
          </a:ln>
        </p:spPr>
        <p:txBody>
          <a:bodyPr lIns="91440" tIns="91440" rIns="91440" bIns="91440" anchor="t">
            <a:noAutofit/>
          </a:bodyPr>
          <a:lstStyle/>
          <a:p>
            <a:pPr indent="0">
              <a:lnSpc>
                <a:spcPct val="80000"/>
              </a:lnSpc>
              <a:buNone/>
              <a:tabLst>
                <a:tab pos="0" algn="l"/>
              </a:tabLst>
            </a:pPr>
            <a:r>
              <a:rPr lang="en" sz="1800" b="1" u="none" strike="noStrike" dirty="0">
                <a:solidFill>
                  <a:schemeClr val="dk1"/>
                </a:solidFill>
                <a:effectLst/>
                <a:uFillTx/>
                <a:latin typeface="Arial"/>
                <a:ea typeface="Arial"/>
              </a:rPr>
              <a:t>[Edition]  |  [Cloud]  |  [Region]  |  [N]-Year Contract</a:t>
            </a:r>
            <a:endParaRPr lang="en-GB" sz="1800" b="0" u="none" strike="noStrike" dirty="0">
              <a:solidFill>
                <a:srgbClr val="000000"/>
              </a:solidFill>
              <a:effectLst/>
              <a:uFillTx/>
              <a:latin typeface="Arial"/>
            </a:endParaRPr>
          </a:p>
        </p:txBody>
      </p:sp>
      <p:sp>
        <p:nvSpPr>
          <p:cNvPr id="411" name="PlaceHolder 3"/>
          <p:cNvSpPr>
            <a:spLocks noGrp="1"/>
          </p:cNvSpPr>
          <p:nvPr>
            <p:ph type="title"/>
          </p:nvPr>
        </p:nvSpPr>
        <p:spPr>
          <a:xfrm>
            <a:off x="366480" y="4359600"/>
            <a:ext cx="4202640" cy="271440"/>
          </a:xfrm>
          <a:prstGeom prst="rect">
            <a:avLst/>
          </a:prstGeom>
          <a:noFill/>
          <a:ln w="0">
            <a:noFill/>
          </a:ln>
        </p:spPr>
        <p:txBody>
          <a:bodyPr lIns="91440" tIns="91440" rIns="91440" bIns="91440" anchor="b">
            <a:noAutofit/>
          </a:bodyPr>
          <a:lstStyle/>
          <a:p>
            <a:pPr indent="0">
              <a:lnSpc>
                <a:spcPct val="90000"/>
              </a:lnSpc>
              <a:buNone/>
              <a:tabLst>
                <a:tab pos="0" algn="l"/>
              </a:tabLst>
            </a:pPr>
            <a:r>
              <a:rPr lang="en" sz="1400" b="1" u="none" strike="noStrike" dirty="0">
                <a:solidFill>
                  <a:schemeClr val="dk1"/>
                </a:solidFill>
                <a:effectLst/>
                <a:uFillTx/>
                <a:latin typeface="Arial"/>
                <a:ea typeface="Arial"/>
              </a:rPr>
              <a:t>[Month Year]</a:t>
            </a:r>
            <a:endParaRPr lang="en-GB" sz="1400" b="0" u="none" strike="noStrike" dirty="0">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80" name="PlaceHolder 1"/>
          <p:cNvSpPr>
            <a:spLocks noGrp="1"/>
          </p:cNvSpPr>
          <p:nvPr>
            <p:ph/>
          </p:nvPr>
        </p:nvSpPr>
        <p:spPr>
          <a:xfrm>
            <a:off x="365760" y="274320"/>
            <a:ext cx="1923120" cy="68292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Agenda</a:t>
            </a:r>
            <a:endParaRPr lang="en-GB" sz="2600" b="0" u="none" strike="noStrike" dirty="0">
              <a:solidFill>
                <a:srgbClr val="000000"/>
              </a:solidFill>
              <a:effectLst/>
              <a:uFillTx/>
              <a:latin typeface="Arial"/>
            </a:endParaRPr>
          </a:p>
        </p:txBody>
      </p:sp>
      <p:sp>
        <p:nvSpPr>
          <p:cNvPr id="281" name="PlaceHolder 2"/>
          <p:cNvSpPr>
            <a:spLocks noGrp="1"/>
          </p:cNvSpPr>
          <p:nvPr>
            <p:ph/>
          </p:nvPr>
        </p:nvSpPr>
        <p:spPr>
          <a:xfrm>
            <a:off x="2961360" y="914400"/>
            <a:ext cx="5722560" cy="3769200"/>
          </a:xfrm>
          <a:prstGeom prst="rect">
            <a:avLst/>
          </a:prstGeom>
          <a:noFill/>
          <a:ln w="0">
            <a:noFill/>
          </a:ln>
        </p:spPr>
        <p:txBody>
          <a:bodyPr lIns="365760" tIns="91440" rIns="91440" bIns="91440" anchor="ctr">
            <a:noAutofit/>
          </a:bodyPr>
          <a:lstStyle/>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Cost Detail by Year</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Year-by-Year Costs</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Warehouse Workloads</a:t>
            </a:r>
            <a:endParaRPr lang="en-GB" sz="1800" b="0" u="none" strike="noStrike" dirty="0">
              <a:solidFill>
                <a:srgbClr val="000000"/>
              </a:solidFill>
              <a:effectLst/>
              <a:uFillTx/>
              <a:latin typeface="Arial"/>
              <a:ea typeface="Noto Sans SC"/>
            </a:endParaRPr>
          </a:p>
          <a:p>
            <a:pPr marL="216000" indent="-216000">
              <a:lnSpc>
                <a:spcPct val="100000"/>
              </a:lnSpc>
              <a:spcBef>
                <a:spcPts val="300"/>
              </a:spcBef>
              <a:spcAft>
                <a:spcPts val="300"/>
              </a:spcAft>
              <a:buSzPct val="134983"/>
              <a:buBlip>
                <a:blip r:embed="rId2"/>
              </a:buBlip>
              <a:tabLst>
                <a:tab pos="0" algn="l"/>
              </a:tabLst>
            </a:pPr>
            <a:r>
              <a:rPr lang="en" sz="1800" b="0" u="none" strike="noStrike" dirty="0">
                <a:solidFill>
                  <a:srgbClr val="FFFFFF"/>
                </a:solidFill>
                <a:effectLst/>
                <a:uFillTx/>
                <a:latin typeface="Arial"/>
                <a:ea typeface="Arial"/>
              </a:rPr>
              <a:t>Serverless &amp; AI / Cortex</a:t>
            </a:r>
            <a:endParaRPr lang="en-GB" sz="1800" b="0" u="none" strike="noStrike" dirty="0">
              <a:solidFill>
                <a:srgbClr val="000000"/>
              </a:solidFill>
              <a:effectLst/>
              <a:uFillTx/>
              <a:latin typeface="Arial"/>
              <a:ea typeface="Noto Sans SC"/>
            </a:endParaRPr>
          </a:p>
        </p:txBody>
      </p:sp>
      <p:sp>
        <p:nvSpPr>
          <p:cNvPr id="282" name="PlaceHolder 3"/>
          <p:cNvSpPr>
            <a:spLocks noGrp="1"/>
          </p:cNvSpPr>
          <p:nvPr>
            <p:ph type="sldNum" idx="22"/>
          </p:nvPr>
        </p:nvSpPr>
        <p:spPr>
          <a:xfrm>
            <a:off x="8229600" y="485928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EFEFEF"/>
                </a:solidFill>
                <a:effectLst/>
                <a:uFillTx/>
                <a:latin typeface="Arial"/>
                <a:ea typeface="Arial"/>
              </a:defRPr>
            </a:lvl1pPr>
          </a:lstStyle>
          <a:p>
            <a:pPr indent="0" algn="r">
              <a:lnSpc>
                <a:spcPct val="100000"/>
              </a:lnSpc>
              <a:buNone/>
              <a:tabLst>
                <a:tab pos="0" algn="l"/>
              </a:tabLst>
            </a:pPr>
            <a:fld id="{A07A6598-7CAD-41C4-B4E3-EEE055F4561F}" type="slidenum">
              <a:rPr lang="en" sz="600" b="0" u="none" strike="noStrike">
                <a:solidFill>
                  <a:srgbClr val="EFEFEF"/>
                </a:solidFill>
                <a:effectLst/>
                <a:uFillTx/>
                <a:latin typeface="Arial"/>
                <a:ea typeface="Arial"/>
              </a:rPr>
              <a:t>2</a:t>
            </a:fld>
            <a:endParaRPr lang="en-GB" sz="600" b="0" u="none" strike="noStrike">
              <a:solidFill>
                <a:srgbClr val="000000"/>
              </a:solidFill>
              <a:effectLst/>
              <a:uFillTx/>
              <a:latin typeface="Times New Roman"/>
            </a:endParaRPr>
          </a:p>
        </p:txBody>
      </p:sp>
      <p:sp>
        <p:nvSpPr>
          <p:cNvPr id="283" name="TextBox 282"/>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84" name="PlaceHolder 1"/>
          <p:cNvSpPr>
            <a:spLocks noGrp="1"/>
          </p:cNvSpPr>
          <p:nvPr>
            <p:ph type="sldNum" idx="23"/>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ACAAB92A-891A-43B7-A1C6-644B46B9BD42}" type="slidenum">
              <a:rPr lang="en" sz="600" b="0" u="none" strike="noStrike">
                <a:solidFill>
                  <a:srgbClr val="929292"/>
                </a:solidFill>
                <a:effectLst/>
                <a:uFillTx/>
                <a:latin typeface="Arial"/>
                <a:ea typeface="Arial"/>
              </a:rPr>
              <a:t>3</a:t>
            </a:fld>
            <a:endParaRPr lang="en-GB" sz="600" b="0" u="none" strike="noStrike">
              <a:solidFill>
                <a:srgbClr val="000000"/>
              </a:solidFill>
              <a:effectLst/>
              <a:uFillTx/>
              <a:latin typeface="Times New Roman"/>
            </a:endParaRPr>
          </a:p>
        </p:txBody>
      </p:sp>
      <p:sp>
        <p:nvSpPr>
          <p:cNvPr id="285" name="PlaceHolder 2"/>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Safe Harbor and Disclaimers</a:t>
            </a:r>
            <a:endParaRPr lang="en-GB" sz="2600" b="0" u="none" strike="noStrike">
              <a:solidFill>
                <a:srgbClr val="000000"/>
              </a:solidFill>
              <a:effectLst/>
              <a:uFillTx/>
              <a:latin typeface="Arial"/>
            </a:endParaRPr>
          </a:p>
        </p:txBody>
      </p:sp>
      <p:sp>
        <p:nvSpPr>
          <p:cNvPr id="286" name="Google Shape;292;p33"/>
          <p:cNvSpPr/>
          <p:nvPr/>
        </p:nvSpPr>
        <p:spPr>
          <a:xfrm>
            <a:off x="660600" y="4776120"/>
            <a:ext cx="6031800" cy="313560"/>
          </a:xfrm>
          <a:prstGeom prst="rect">
            <a:avLst/>
          </a:prstGeom>
          <a:solidFill>
            <a:schemeClr val="lt1"/>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a:lnSpc>
                <a:spcPct val="100000"/>
              </a:lnSpc>
              <a:tabLst>
                <a:tab pos="0" algn="l"/>
              </a:tabLst>
            </a:pPr>
            <a:r>
              <a:rPr lang="en" sz="600" b="0" u="none" strike="noStrike">
                <a:solidFill>
                  <a:srgbClr val="929292"/>
                </a:solidFill>
                <a:effectLst/>
                <a:uFillTx/>
                <a:latin typeface="Arial"/>
                <a:ea typeface="Arial"/>
              </a:rPr>
              <a:t>© 2026 Snowflake Inc. All rights reserved. Snowflake, the Snowflake logo, and all other Snowflake product, feature and service names mentioned in the Materials are registered trademarks or trademarks of Snowflake Inc. in the United States and other countries. All other brand names or logos mentioned or used in the Materials are for identification purposes only and may be the trademarks of their respective holder(s). Snowflake may not be associated with, or be sponsored or endorsed by, any such holder(s).</a:t>
            </a:r>
            <a:endParaRPr lang="en-GB" sz="600" b="0" u="none" strike="noStrike">
              <a:solidFill>
                <a:srgbClr val="000000"/>
              </a:solidFill>
              <a:effectLst/>
              <a:uFillTx/>
              <a:latin typeface="Arial"/>
            </a:endParaRPr>
          </a:p>
        </p:txBody>
      </p:sp>
      <p:sp>
        <p:nvSpPr>
          <p:cNvPr id="287" name="Google Shape;293;p33"/>
          <p:cNvSpPr/>
          <p:nvPr/>
        </p:nvSpPr>
        <p:spPr>
          <a:xfrm>
            <a:off x="7814520" y="0"/>
            <a:ext cx="1326600" cy="181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tabLst>
                <a:tab pos="0" algn="l"/>
              </a:tabLst>
            </a:pPr>
            <a:r>
              <a:rPr lang="en" sz="600" b="0" u="none" strike="noStrike">
                <a:solidFill>
                  <a:srgbClr val="919191"/>
                </a:solidFill>
                <a:effectLst/>
                <a:uFillTx/>
                <a:latin typeface="Arial"/>
                <a:ea typeface="Arial"/>
              </a:rPr>
              <a:t>REV 12.16.25</a:t>
            </a:r>
            <a:endParaRPr lang="en-GB" sz="600" b="0" u="none" strike="noStrike">
              <a:solidFill>
                <a:srgbClr val="000000"/>
              </a:solidFill>
              <a:effectLst/>
              <a:uFillTx/>
              <a:latin typeface="Arial"/>
            </a:endParaRPr>
          </a:p>
        </p:txBody>
      </p:sp>
      <p:sp>
        <p:nvSpPr>
          <p:cNvPr id="288" name="Google Shape;294;p33"/>
          <p:cNvSpPr/>
          <p:nvPr/>
        </p:nvSpPr>
        <p:spPr>
          <a:xfrm>
            <a:off x="367920" y="873360"/>
            <a:ext cx="4370040" cy="375372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spcAft>
                <a:spcPts val="700"/>
              </a:spcAft>
              <a:tabLst>
                <a:tab pos="0" algn="l"/>
              </a:tabLst>
            </a:pPr>
            <a:r>
              <a:rPr lang="en" sz="800" b="0" u="none" strike="noStrike">
                <a:solidFill>
                  <a:srgbClr val="5B5B5B"/>
                </a:solidFill>
                <a:effectLst/>
                <a:uFillTx/>
                <a:latin typeface="Arial"/>
                <a:ea typeface="Arial"/>
              </a:rPr>
              <a:t>Other than statements of historical fact, all statements contained in these materials and any accompanying oral commentary (collectively, the “Materials”) are forward-looking statements within the meaning of Section 27A of the Securities Act of 1933, as amended, and Section 21E of the Securities Exchange Act of 1934, as amended, including statements regarding (i) Snowflake’s business strategy, plans, opportunities, or priorities; (ii) Snowflake’s new or enhanced products, services, and technology offerings, including those that are under development or not generally available; (iii) market size and growth, trends, and competitive considerations; (iv) Snowflake’s vision, strategy, and expected benefits relating to artificial intelligence (“AI”), Snowpark, Snowflake Marketplace, the AI Data Cloud, and AI Data Clouds for specific industries or product categories, including the expected benefits and network effects of the AI Data Cloud; and (v) the integration, interoperability, and availability of Snowflake’s products, services, or technology offerings with or on third-party platforms or products, including public cloud platforms. These forward-looking statements are subject to a number of known and unknown risks, uncertainties, and assumptions, including those described under the heading “Risk Factors” and elsewhere in the Annual Reports on Form 10-K and the Quarterly Reports on Form 10-Q that Snowflake files with the Securities and Exchange Commission from time to time. In light of these risks, uncertainties, and assumptions, the future events and trends discussed in the Materials may not occur, and actual results could differ materially and adversely from those expressed or implied in the forward-looking statements. As a result, you should not rely on any forwarding-looking statements as predictions of future events. Forward-looking statements speak only as of the date the statements are first made and are based on information available to Snowflake at the time those statements are made and/or management's good faith belief as of that time. Except as required by law, we undertake no obligation, and do not intend, to update the forward-looking statements in these Materials.</a:t>
            </a:r>
            <a:endParaRPr lang="en-GB" sz="800" b="0" u="none" strike="noStrike">
              <a:solidFill>
                <a:srgbClr val="000000"/>
              </a:solidFill>
              <a:effectLst/>
              <a:uFillTx/>
              <a:latin typeface="Arial"/>
            </a:endParaRPr>
          </a:p>
        </p:txBody>
      </p:sp>
      <p:sp>
        <p:nvSpPr>
          <p:cNvPr id="289" name="Google Shape;295;p33"/>
          <p:cNvSpPr/>
          <p:nvPr/>
        </p:nvSpPr>
        <p:spPr>
          <a:xfrm>
            <a:off x="4844880" y="873360"/>
            <a:ext cx="3839040" cy="3582000"/>
          </a:xfrm>
          <a:prstGeom prst="rect">
            <a:avLst/>
          </a:prstGeom>
          <a:noFill/>
          <a:ln w="0">
            <a:noFill/>
          </a:ln>
        </p:spPr>
        <p:style>
          <a:lnRef idx="0">
            <a:scrgbClr r="0" g="0" b="0"/>
          </a:lnRef>
          <a:fillRef idx="0">
            <a:scrgbClr r="0" g="0" b="0"/>
          </a:fillRef>
          <a:effectRef idx="0">
            <a:scrgbClr r="0" g="0" b="0"/>
          </a:effectRef>
          <a:fontRef idx="minor"/>
        </p:style>
        <p:txBody>
          <a:bodyPr lIns="90000" tIns="91440" rIns="90000" bIns="91440" anchor="t">
            <a:noAutofit/>
          </a:bodyPr>
          <a:lstStyle/>
          <a:p>
            <a:pPr>
              <a:lnSpc>
                <a:spcPct val="115000"/>
              </a:lnSpc>
              <a:tabLst>
                <a:tab pos="0" algn="l"/>
              </a:tabLst>
            </a:pPr>
            <a:r>
              <a:rPr lang="en" sz="800" b="0" u="none" strike="noStrike">
                <a:solidFill>
                  <a:srgbClr val="5B5B5B"/>
                </a:solidFill>
                <a:effectLst/>
                <a:uFillTx/>
                <a:latin typeface="Arial"/>
                <a:ea typeface="Arial"/>
              </a:rPr>
              <a:t>Any future product or roadmap information (collectively, the “Roadmap”) is intended to outline general product direction. The Roadmap is not a commitment, promise, or legal obligation for Snowflake to deliver any future products, features, or functionality; and is not intended to be, and shall not be deemed to be, incorporated into any contract. The actual timing of any product, feature, or functionality that is ultimately made available may be different from what is presented in the Roadmap. The Roadmap information should not be used when making a purchasing decision. In case of conflict between the information contained in the Materials and official Snowflake documentation, official Snowflake documentation should take precedence over these Materials. Further, note that Snowflake has made no determination as to whether separate fees will be charged for any future products, features, and/or functionality which may ultimately be made available. Snowflake may, in its own discretion, choose to charge separate fees for the delivery of any future products, features, and/or functionality which are ultimately made available.</a:t>
            </a:r>
            <a:endParaRPr lang="en-GB" sz="800" b="0" u="none" strike="noStrike">
              <a:solidFill>
                <a:srgbClr val="000000"/>
              </a:solidFill>
              <a:effectLst/>
              <a:uFillTx/>
              <a:latin typeface="Arial"/>
            </a:endParaRPr>
          </a:p>
          <a:p>
            <a:pPr>
              <a:lnSpc>
                <a:spcPct val="115000"/>
              </a:lnSpc>
              <a:spcBef>
                <a:spcPts val="700"/>
              </a:spcBef>
              <a:spcAft>
                <a:spcPts val="700"/>
              </a:spcAft>
              <a:tabLst>
                <a:tab pos="0" algn="l"/>
              </a:tabLst>
            </a:pPr>
            <a:r>
              <a:rPr lang="en" sz="800" b="0" u="none" strike="noStrike">
                <a:solidFill>
                  <a:srgbClr val="5B5B5B"/>
                </a:solidFill>
                <a:effectLst/>
                <a:uFillTx/>
                <a:latin typeface="Arial"/>
                <a:ea typeface="Arial"/>
              </a:rPr>
              <a:t>The Materials may contain information provided by third-parties. Snowflake has not independently verified this information, and usage of this information does not mean or imply that Snowflake has adopted this information as its own or independently verified its accuracy.</a:t>
            </a:r>
            <a:endParaRPr lang="en-GB" sz="8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4" name="PlaceHolder 1"/>
          <p:cNvSpPr>
            <a:spLocks noGrp="1"/>
          </p:cNvSpPr>
          <p:nvPr>
            <p:ph type="title"/>
          </p:nvPr>
        </p:nvSpPr>
        <p:spPr>
          <a:xfrm>
            <a:off x="365760" y="274320"/>
            <a:ext cx="8341920" cy="362880"/>
          </a:xfrm>
          <a:prstGeom prst="rect">
            <a:avLst/>
          </a:prstGeom>
          <a:noFill/>
          <a:ln w="0">
            <a:noFill/>
          </a:ln>
        </p:spPr>
        <p:txBody>
          <a:bodyPr lIns="91440" tIns="91440" rIns="91440" bIns="91440" anchor="t">
            <a:noAutofit/>
          </a:bodyPr>
          <a:lstStyle/>
          <a:p>
            <a:pPr indent="0">
              <a:lnSpc>
                <a:spcPct val="85000"/>
              </a:lnSpc>
              <a:spcAft>
                <a:spcPts val="1001"/>
              </a:spcAft>
              <a:buNone/>
              <a:tabLst>
                <a:tab pos="0" algn="l"/>
              </a:tabLst>
            </a:pPr>
            <a:r>
              <a:rPr lang="en" sz="2600" b="1" u="none" strike="noStrike">
                <a:solidFill>
                  <a:schemeClr val="dk1"/>
                </a:solidFill>
                <a:effectLst/>
                <a:uFillTx/>
                <a:latin typeface="Arial"/>
                <a:ea typeface="Arial"/>
              </a:rPr>
              <a:t>Warehouse Workloads</a:t>
            </a:r>
            <a:endParaRPr lang="en-GB" sz="2600" b="0" u="none" strike="noStrike">
              <a:solidFill>
                <a:srgbClr val="000000"/>
              </a:solidFill>
              <a:effectLst/>
              <a:uFillTx/>
              <a:latin typeface="Arial"/>
            </a:endParaRPr>
          </a:p>
        </p:txBody>
      </p:sp>
      <p:graphicFrame>
        <p:nvGraphicFramePr>
          <p:cNvPr id="405" name="Google Shape;1866;p87"/>
          <p:cNvGraphicFramePr/>
          <p:nvPr/>
        </p:nvGraphicFramePr>
        <p:xfrm>
          <a:off x="459720" y="1253520"/>
          <a:ext cx="8224200" cy="953280"/>
        </p:xfrm>
        <a:graphic>
          <a:graphicData uri="http://schemas.openxmlformats.org/drawingml/2006/table">
            <a:tbl>
              <a:tblPr/>
              <a:tblGrid>
                <a:gridCol w="2271878"/>
                <a:gridCol w="727001"/>
                <a:gridCol w="772438"/>
                <a:gridCol w="772438"/>
                <a:gridCol w="681563"/>
                <a:gridCol w="681563"/>
                <a:gridCol w="954188"/>
                <a:gridCol w="636125"/>
                <a:gridCol w="727006"/>
              </a:tblGrid>
              <a:tr h="476640">
                <a:tc>
                  <a:txBody>
                    <a:bodyPr/>
                    <a:lstStyle/>
                    <a:p>
                      <a:pPr algn="ctr">
                        <a:lnSpc>
                          <a:spcPct val="100000"/>
                        </a:lnSpc>
                        <a:tabLst>
                          <a:tab pos="0" algn="l"/>
                        </a:tabLst>
                      </a:pPr>
                      <a:r>
                        <a:rPr lang="en" sz="1400" b="1" u="none" strike="noStrike">
                          <a:solidFill>
                            <a:srgbClr val="FFFFFF"/>
                          </a:solidFill>
                          <a:effectLst/>
                          <a:uFillTx/>
                          <a:latin typeface="Arial"/>
                          <a:ea typeface="Arial"/>
                        </a:rPr>
                        <a:t>Workload</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Size</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Hrs/Day</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Days/Mo</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Min Cl</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Max Cl</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Ramp</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Dev</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tc>
                  <a:txBody>
                    <a:bodyPr/>
                    <a:lstStyle/>
                    <a:p>
                      <a:pPr algn="ctr">
                        <a:lnSpc>
                          <a:spcPct val="100000"/>
                        </a:lnSpc>
                        <a:tabLst>
                          <a:tab pos="0" algn="l"/>
                        </a:tabLst>
                      </a:pPr>
                      <a:r>
                        <a:rPr lang="en" sz="1400" b="1" u="none" strike="noStrike">
                          <a:solidFill>
                            <a:srgbClr val="FFFFFF"/>
                          </a:solidFill>
                          <a:effectLst/>
                          <a:uFillTx/>
                          <a:latin typeface="Arial"/>
                          <a:ea typeface="Arial"/>
                        </a:rPr>
                        <a:t>Go-Live</a:t>
                      </a:r>
                      <a:endParaRPr lang="en-GB" sz="1400" b="0" u="none" strike="noStrike">
                        <a:solidFill>
                          <a:srgbClr val="FFFFFF"/>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9360">
                      <a:solidFill>
                        <a:srgbClr val="000000">
                          <a:alpha val="0"/>
                        </a:srgbClr>
                      </a:solidFill>
                      <a:prstDash val="solid"/>
                    </a:lnB>
                    <a:solidFill>
                      <a:srgbClr val="11577F"/>
                    </a:solidFill>
                  </a:tcPr>
                </a:tc>
                <a:extLst>
                  <a:ext uri="{0D108BD9-81ED-4DB2-BD59-A6C34878D82A}">
                    <a16:rowId xmlns:a16="http://schemas.microsoft.com/office/drawing/2014/main" val="10000"/>
                  </a:ext>
                </a:extLst>
              </a:tr>
              <a:tr h="476640">
                <a:tc>
                  <a:txBody>
                    <a:bodyPr/>
                    <a:lstStyle/>
                    <a:p>
                      <a:pPr algn="ctr">
                        <a:lnSpc>
                          <a:spcPct val="100000"/>
                        </a:lnSpc>
                        <a:tabLst>
                          <a:tab pos="0" algn="l"/>
                        </a:tabLst>
                      </a:pPr>
                      <a:r>
                        <a:rPr lang="en" sz="1100" b="0" u="none" strike="noStrike">
                          <a:solidFill>
                            <a:schemeClr val="dk1"/>
                          </a:solidFill>
                          <a:effectLst/>
                          <a:uFillTx/>
                          <a:latin typeface="Arial"/>
                          <a:ea typeface="Arial"/>
                        </a:rPr>
                        <a:t>Analytics</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8</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22</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linear</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M1</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tc>
                  <a:txBody>
                    <a:bodyPr/>
                    <a:lstStyle/>
                    <a:p>
                      <a:pPr algn="ctr">
                        <a:lnSpc>
                          <a:spcPct val="100000"/>
                        </a:lnSpc>
                        <a:tabLst>
                          <a:tab pos="0" algn="l"/>
                        </a:tabLst>
                      </a:pPr>
                      <a:r>
                        <a:rPr lang="en" sz="1100" b="0" u="none" strike="noStrike">
                          <a:solidFill>
                            <a:schemeClr val="dk1"/>
                          </a:solidFill>
                          <a:effectLst/>
                          <a:uFillTx/>
                          <a:latin typeface="Arial"/>
                          <a:ea typeface="Arial"/>
                        </a:rPr>
                        <a:t>M3</a:t>
                      </a:r>
                      <a:endParaRPr lang="en-GB" sz="1100" b="0" u="none" strike="noStrike">
                        <a:solidFill>
                          <a:srgbClr val="000000"/>
                        </a:solidFill>
                        <a:effectLst/>
                        <a:uFillTx/>
                        <a:latin typeface="Arial"/>
                      </a:endParaRPr>
                    </a:p>
                  </a:txBody>
                  <a:tcPr marL="34200" marR="34200" marT="34200" marB="34200" anchor="ctr">
                    <a:lnL w="9360">
                      <a:solidFill>
                        <a:srgbClr val="000000">
                          <a:alpha val="0"/>
                        </a:srgbClr>
                      </a:solidFill>
                      <a:prstDash val="solid"/>
                    </a:lnL>
                    <a:lnR w="9360">
                      <a:solidFill>
                        <a:srgbClr val="000000">
                          <a:alpha val="0"/>
                        </a:srgbClr>
                      </a:solidFill>
                      <a:prstDash val="solid"/>
                    </a:lnR>
                    <a:lnT w="9360">
                      <a:solidFill>
                        <a:srgbClr val="000000">
                          <a:alpha val="0"/>
                        </a:srgbClr>
                      </a:solidFill>
                      <a:prstDash val="solid"/>
                    </a:lnT>
                    <a:lnB w="12240">
                      <a:solidFill>
                        <a:srgbClr val="C8C8C8"/>
                      </a:solidFill>
                      <a:prstDash val="solid"/>
                    </a:lnB>
                    <a:solidFill>
                      <a:srgbClr val="FFFFFF"/>
                    </a:solidFill>
                  </a:tcPr>
                </a:tc>
                <a:extLst>
                  <a:ext uri="{0D108BD9-81ED-4DB2-BD59-A6C34878D82A}">
                    <a16:rowId xmlns:a16="http://schemas.microsoft.com/office/drawing/2014/main" val="10001"/>
                  </a:ext>
                </a:extLst>
              </a:tr>
            </a:tbl>
          </a:graphicData>
        </a:graphic>
      </p:graphicFrame>
      <p:sp>
        <p:nvSpPr>
          <p:cNvPr id="406" name="PlaceHolder 2"/>
          <p:cNvSpPr>
            <a:spLocks noGrp="1"/>
          </p:cNvSpPr>
          <p:nvPr>
            <p:ph type="sldNum" idx="39"/>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0FF7D602-3C56-4951-97DB-48C400FE47E9}" type="slidenum">
              <a:rPr lang="en" sz="600" b="0" u="none" strike="noStrike">
                <a:solidFill>
                  <a:srgbClr val="929292"/>
                </a:solidFill>
                <a:effectLst/>
                <a:uFillTx/>
                <a:latin typeface="Arial"/>
                <a:ea typeface="Arial"/>
              </a:rPr>
              <a:t>19</a:t>
            </a:fld>
            <a:endParaRPr lang="en-GB" sz="600" b="0" u="none" strike="noStrike">
              <a:solidFill>
                <a:srgbClr val="000000"/>
              </a:solidFill>
              <a:effectLst/>
              <a:uFillTx/>
              <a:latin typeface="Times New Roman"/>
            </a:endParaRPr>
          </a:p>
        </p:txBody>
      </p:sp>
      <p:sp>
        <p:nvSpPr>
          <p:cNvPr id="407" name="PlaceHolder 3"/>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[N] workload(s)</a:t>
            </a:r>
            <a:endParaRPr lang="en-GB" sz="1800" b="0" u="none" strike="noStrike">
              <a:solidFill>
                <a:srgbClr val="000000"/>
              </a:solidFill>
              <a:effectLst/>
              <a:uFillTx/>
              <a:latin typeface="Arial"/>
            </a:endParaRPr>
          </a:p>
        </p:txBody>
      </p:sp>
      <p:sp>
        <p:nvSpPr>
          <p:cNvPr id="408" name="TextBox 407"/>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02" name="PlaceHolder 1"/>
          <p:cNvSpPr>
            <a:spLocks noGrp="1"/>
          </p:cNvSpPr>
          <p:nvPr>
            <p:ph/>
          </p:nvPr>
        </p:nvSpPr>
        <p:spPr>
          <a:xfrm>
            <a:off x="365760" y="1371600"/>
            <a:ext cx="8272440" cy="2115964"/>
          </a:xfrm>
          <a:prstGeom prst="rect">
            <a:avLst/>
          </a:prstGeom>
          <a:noFill/>
          <a:ln w="0">
            <a:noFill/>
          </a:ln>
        </p:spPr>
        <p:txBody>
          <a:bodyPr lIns="91440" tIns="91440" rIns="91440" bIns="91440" anchor="t">
            <a:spAutoFit/>
          </a:bodyPr>
          <a:lstStyle/>
          <a:p>
            <a:pPr marL="216000" indent="-216000">
              <a:lnSpc>
                <a:spcPct val="100000"/>
              </a:lnSpc>
              <a:spcBef>
                <a:spcPts val="300"/>
              </a:spcBef>
              <a:spcAft>
                <a:spcPts val="300"/>
              </a:spcAft>
              <a:buSzPct val="132979"/>
              <a:buBlip>
                <a:blip r:embed="rId2"/>
              </a:buBlip>
              <a:tabLst>
                <a:tab pos="0" algn="l"/>
              </a:tabLst>
            </a:pPr>
            <a:r>
              <a:rPr lang="en" sz="1600" b="0" u="none" strike="noStrike" dirty="0">
                <a:solidFill>
                  <a:srgbClr val="5B5B5B"/>
                </a:solidFill>
                <a:effectLst/>
                <a:uFillTx/>
                <a:latin typeface="Arial"/>
                <a:ea typeface="Arial"/>
              </a:rPr>
              <a:t>Pricing reflects current Snowflake list rates.</a:t>
            </a:r>
            <a:endParaRPr lang="en-GB" sz="1600" b="0" u="none" strike="noStrike" dirty="0">
              <a:solidFill>
                <a:srgbClr val="000000"/>
              </a:solidFill>
              <a:effectLst/>
              <a:uFillTx/>
              <a:latin typeface="Arial"/>
            </a:endParaRPr>
          </a:p>
          <a:p>
            <a:pPr marL="216000" indent="-216000">
              <a:lnSpc>
                <a:spcPct val="100000"/>
              </a:lnSpc>
              <a:spcBef>
                <a:spcPts val="300"/>
              </a:spcBef>
              <a:spcAft>
                <a:spcPts val="300"/>
              </a:spcAft>
              <a:buSzPct val="132979"/>
              <a:buBlip>
                <a:blip r:embed="rId2"/>
              </a:buBlip>
              <a:tabLst>
                <a:tab pos="0" algn="l"/>
              </a:tabLst>
            </a:pPr>
            <a:r>
              <a:rPr lang="en" sz="1600" b="0" u="none" strike="noStrike" dirty="0">
                <a:solidFill>
                  <a:srgbClr val="5B5B5B"/>
                </a:solidFill>
                <a:effectLst/>
                <a:uFillTx/>
                <a:latin typeface="Arial"/>
                <a:ea typeface="Arial"/>
              </a:rPr>
              <a:t>Credit consumption estimated from workload sizing inputs.</a:t>
            </a:r>
            <a:endParaRPr lang="en-GB" sz="1600" b="0" u="none" strike="noStrike" dirty="0">
              <a:solidFill>
                <a:srgbClr val="000000"/>
              </a:solidFill>
              <a:effectLst/>
              <a:uFillTx/>
              <a:latin typeface="Arial"/>
            </a:endParaRPr>
          </a:p>
          <a:p>
            <a:pPr marL="216000" indent="-216000">
              <a:lnSpc>
                <a:spcPct val="100000"/>
              </a:lnSpc>
              <a:spcBef>
                <a:spcPts val="300"/>
              </a:spcBef>
              <a:spcAft>
                <a:spcPts val="300"/>
              </a:spcAft>
              <a:buSzPct val="132979"/>
              <a:buBlip>
                <a:blip r:embed="rId2"/>
              </a:buBlip>
              <a:tabLst>
                <a:tab pos="0" algn="l"/>
              </a:tabLst>
            </a:pPr>
            <a:r>
              <a:rPr lang="en" sz="1600" b="0" u="none" strike="noStrike" dirty="0">
                <a:solidFill>
                  <a:srgbClr val="5B5B5B"/>
                </a:solidFill>
                <a:effectLst/>
                <a:uFillTx/>
                <a:latin typeface="Arial"/>
                <a:ea typeface="Arial"/>
              </a:rPr>
              <a:t>Storage assumes compression and the stated annual growth.</a:t>
            </a:r>
            <a:endParaRPr lang="en-GB" sz="1600" b="0" u="none" strike="noStrike" dirty="0">
              <a:solidFill>
                <a:srgbClr val="000000"/>
              </a:solidFill>
              <a:effectLst/>
              <a:uFillTx/>
              <a:latin typeface="Arial"/>
            </a:endParaRPr>
          </a:p>
          <a:p>
            <a:pPr marL="216000" indent="-216000">
              <a:lnSpc>
                <a:spcPct val="100000"/>
              </a:lnSpc>
              <a:spcBef>
                <a:spcPts val="300"/>
              </a:spcBef>
              <a:spcAft>
                <a:spcPts val="300"/>
              </a:spcAft>
              <a:buSzPct val="132979"/>
              <a:buBlip>
                <a:blip r:embed="rId2"/>
              </a:buBlip>
              <a:tabLst>
                <a:tab pos="0" algn="l"/>
              </a:tabLst>
            </a:pPr>
            <a:r>
              <a:rPr lang="en" sz="1600" b="0" u="none" strike="noStrike" dirty="0">
                <a:solidFill>
                  <a:srgbClr val="5B5B5B"/>
                </a:solidFill>
                <a:effectLst/>
                <a:uFillTx/>
                <a:latin typeface="Arial"/>
                <a:ea typeface="Arial"/>
              </a:rPr>
              <a:t>Figures are planning estimates, not a commercial quote.</a:t>
            </a:r>
            <a:endParaRPr lang="en-GB" sz="1600" b="0" u="none" strike="noStrike" dirty="0">
              <a:solidFill>
                <a:srgbClr val="000000"/>
              </a:solidFill>
              <a:effectLst/>
              <a:uFillTx/>
              <a:latin typeface="Arial"/>
            </a:endParaRPr>
          </a:p>
        </p:txBody>
      </p:sp>
      <p:sp>
        <p:nvSpPr>
          <p:cNvPr id="303" name="PlaceHolder 2"/>
          <p:cNvSpPr>
            <a:spLocks noGrp="1"/>
          </p:cNvSpPr>
          <p:nvPr>
            <p:ph type="title"/>
          </p:nvPr>
        </p:nvSpPr>
        <p:spPr>
          <a:xfrm>
            <a:off x="365760" y="274320"/>
            <a:ext cx="8318160" cy="581760"/>
          </a:xfrm>
          <a:prstGeom prst="rect">
            <a:avLst/>
          </a:prstGeom>
          <a:noFill/>
          <a:ln w="0">
            <a:noFill/>
          </a:ln>
        </p:spPr>
        <p:txBody>
          <a:bodyPr lIns="91440" tIns="91440" rIns="91440" bIns="91440" anchor="t">
            <a:spAutoFit/>
          </a:bodyPr>
          <a:lstStyle/>
          <a:p>
            <a:pPr indent="0">
              <a:lnSpc>
                <a:spcPct val="85000"/>
              </a:lnSpc>
              <a:spcAft>
                <a:spcPts val="1001"/>
              </a:spcAft>
              <a:buNone/>
              <a:tabLst>
                <a:tab pos="0" algn="l"/>
              </a:tabLst>
            </a:pPr>
            <a:r>
              <a:rPr lang="en" sz="2600" b="1" u="none" strike="noStrike" dirty="0">
                <a:solidFill>
                  <a:schemeClr val="dk1"/>
                </a:solidFill>
                <a:effectLst/>
                <a:uFillTx/>
                <a:latin typeface="Arial"/>
                <a:ea typeface="Arial"/>
              </a:rPr>
              <a:t>Key Assumptions</a:t>
            </a:r>
            <a:endParaRPr lang="en-GB" sz="2600" b="0" u="none" strike="noStrike" dirty="0">
              <a:solidFill>
                <a:srgbClr val="000000"/>
              </a:solidFill>
              <a:effectLst/>
              <a:uFillTx/>
              <a:latin typeface="Arial"/>
            </a:endParaRPr>
          </a:p>
        </p:txBody>
      </p:sp>
      <p:sp>
        <p:nvSpPr>
          <p:cNvPr id="304" name="PlaceHolder 3"/>
          <p:cNvSpPr>
            <a:spLocks noGrp="1"/>
          </p:cNvSpPr>
          <p:nvPr>
            <p:ph type="sldNum" idx="25"/>
          </p:nvPr>
        </p:nvSpPr>
        <p:spPr>
          <a:xfrm>
            <a:off x="8229600" y="4861440"/>
            <a:ext cx="470880" cy="95040"/>
          </a:xfrm>
          <a:prstGeom prst="rect">
            <a:avLst/>
          </a:prstGeom>
          <a:noFill/>
          <a:ln w="0">
            <a:noFill/>
          </a:ln>
        </p:spPr>
        <p:txBody>
          <a:bodyPr lIns="0" tIns="0" rIns="0" bIns="0" anchor="b">
            <a:spAutoFit/>
          </a:bodyPr>
          <a:lstStyle>
            <a:lvl1pPr indent="0" algn="r">
              <a:lnSpc>
                <a:spcPct val="100000"/>
              </a:lnSpc>
              <a:buNone/>
              <a:tabLst>
                <a:tab pos="0" algn="l"/>
              </a:tabLst>
              <a:defRPr lang="en" sz="600" b="0" u="none" strike="noStrike">
                <a:solidFill>
                  <a:srgbClr val="929292"/>
                </a:solidFill>
                <a:effectLst/>
                <a:uFillTx/>
                <a:latin typeface="Arial"/>
                <a:ea typeface="Arial"/>
              </a:defRPr>
            </a:lvl1pPr>
          </a:lstStyle>
          <a:p>
            <a:pPr indent="0" algn="r">
              <a:lnSpc>
                <a:spcPct val="100000"/>
              </a:lnSpc>
              <a:buNone/>
              <a:tabLst>
                <a:tab pos="0" algn="l"/>
              </a:tabLst>
            </a:pPr>
            <a:fld id="{30021C0C-9416-40B2-A459-32DEF891B964}" type="slidenum">
              <a:rPr lang="en" sz="600" b="0" u="none" strike="noStrike">
                <a:solidFill>
                  <a:srgbClr val="929292"/>
                </a:solidFill>
                <a:effectLst/>
                <a:uFillTx/>
                <a:latin typeface="Arial"/>
                <a:ea typeface="Arial"/>
              </a:rPr>
              <a:t>8</a:t>
            </a:fld>
            <a:endParaRPr lang="en-GB" sz="600" b="0" u="none" strike="noStrike">
              <a:solidFill>
                <a:srgbClr val="000000"/>
              </a:solidFill>
              <a:effectLst/>
              <a:uFillTx/>
              <a:latin typeface="Times New Roman"/>
            </a:endParaRPr>
          </a:p>
        </p:txBody>
      </p:sp>
      <p:sp>
        <p:nvSpPr>
          <p:cNvPr id="305" name="PlaceHolder 4"/>
          <p:cNvSpPr>
            <a:spLocks noGrp="1"/>
          </p:cNvSpPr>
          <p:nvPr>
            <p:ph type="subTitle"/>
          </p:nvPr>
        </p:nvSpPr>
        <p:spPr>
          <a:xfrm>
            <a:off x="365760" y="655200"/>
            <a:ext cx="8341920" cy="362880"/>
          </a:xfrm>
          <a:prstGeom prst="rect">
            <a:avLst/>
          </a:prstGeom>
          <a:noFill/>
          <a:ln w="0">
            <a:noFill/>
          </a:ln>
        </p:spPr>
        <p:txBody>
          <a:bodyPr lIns="91440" tIns="91440" rIns="91440" bIns="91440" anchor="t">
            <a:noAutofit/>
          </a:bodyPr>
          <a:lstStyle/>
          <a:p>
            <a:pPr indent="0">
              <a:lnSpc>
                <a:spcPct val="115000"/>
              </a:lnSpc>
              <a:spcAft>
                <a:spcPts val="1001"/>
              </a:spcAft>
              <a:buNone/>
              <a:tabLst>
                <a:tab pos="0" algn="l"/>
              </a:tabLst>
            </a:pPr>
            <a:r>
              <a:rPr lang="en" sz="1800" b="0" u="none" strike="noStrike">
                <a:solidFill>
                  <a:srgbClr val="5B5B5B"/>
                </a:solidFill>
                <a:effectLst/>
                <a:uFillTx/>
                <a:latin typeface="Arial"/>
                <a:ea typeface="Arial"/>
              </a:rPr>
              <a:t>Pricing &amp; sizing basis</a:t>
            </a:r>
            <a:endParaRPr lang="en-GB" sz="1800" b="0" u="none" strike="noStrike">
              <a:solidFill>
                <a:srgbClr val="000000"/>
              </a:solidFill>
              <a:effectLst/>
              <a:uFillTx/>
              <a:latin typeface="Arial"/>
            </a:endParaRPr>
          </a:p>
        </p:txBody>
      </p:sp>
      <p:sp>
        <p:nvSpPr>
          <p:cNvPr id="306" name="TextBox 305"/>
          <p:cNvSpPr txBox="1"/>
          <p:nvPr/>
        </p:nvSpPr>
        <p:spPr>
          <a:xfrm>
            <a:off x="365760" y="4572000"/>
            <a:ext cx="2743200" cy="274320"/>
          </a:xfrm>
          <a:prstGeom prst="rect">
            <a:avLst/>
          </a:prstGeom>
          <a:noFill/>
        </p:spPr>
        <p:txBody>
          <a:bodyPr wrap="none">
            <a:spAutoFit/>
          </a:bodyPr>
          <a:lstStyle/>
          <a:p>
            <a:r>
              <a:rPr sz="800">
                <a:solidFill>
                  <a:srgbClr val="8C8C8C"/>
                </a:solidFill>
                <a:latin typeface="Arial"/>
              </a:rPr>
              <a:t>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08" name="PlaceHolder 1"/>
          <p:cNvSpPr>
            <a:spLocks noGrp="1"/>
          </p:cNvSpPr>
          <p:nvPr>
            <p:ph/>
          </p:nvPr>
        </p:nvSpPr>
        <p:spPr>
          <a:xfrm>
            <a:off x="365760" y="1886400"/>
            <a:ext cx="7481520" cy="1354320"/>
          </a:xfrm>
          <a:prstGeom prst="rect">
            <a:avLst/>
          </a:prstGeom>
          <a:noFill/>
          <a:ln w="0">
            <a:noFill/>
          </a:ln>
        </p:spPr>
        <p:txBody>
          <a:bodyPr lIns="91440" tIns="45720" rIns="91440" bIns="45720" anchor="ctr">
            <a:noAutofit/>
          </a:bodyPr>
          <a:lstStyle/>
          <a:p>
            <a:pPr indent="0">
              <a:lnSpc>
                <a:spcPct val="75000"/>
              </a:lnSpc>
              <a:buNone/>
              <a:tabLst>
                <a:tab pos="0" algn="l"/>
              </a:tabLst>
            </a:pPr>
            <a:r>
              <a:rPr lang="en" sz="7300" b="1" u="none" strike="noStrike">
                <a:solidFill>
                  <a:schemeClr val="lt1"/>
                </a:solidFill>
                <a:effectLst/>
                <a:uFillTx/>
                <a:latin typeface="Arial"/>
                <a:ea typeface="Arial"/>
              </a:rPr>
              <a:t>THANK</a:t>
            </a:r>
            <a:endParaRPr lang="en-GB" sz="7300" b="0" u="none" strike="noStrike">
              <a:solidFill>
                <a:srgbClr val="000000"/>
              </a:solidFill>
              <a:effectLst/>
              <a:uFillTx/>
              <a:latin typeface="Arial"/>
            </a:endParaRPr>
          </a:p>
          <a:p>
            <a:pPr indent="0">
              <a:lnSpc>
                <a:spcPct val="75000"/>
              </a:lnSpc>
              <a:buNone/>
              <a:tabLst>
                <a:tab pos="0" algn="l"/>
              </a:tabLst>
            </a:pPr>
            <a:r>
              <a:rPr lang="en" sz="7300" b="1" u="none" strike="noStrike">
                <a:solidFill>
                  <a:schemeClr val="dk1"/>
                </a:solidFill>
                <a:effectLst/>
                <a:uFillTx/>
                <a:latin typeface="Arial"/>
                <a:ea typeface="Arial"/>
              </a:rPr>
              <a:t>YOU</a:t>
            </a:r>
            <a:endParaRPr lang="en-GB" sz="73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nowflake 2026.01">
  <a:themeElements>
    <a:clrScheme name="Snowflake 2018">
      <a:dk1>
        <a:srgbClr val="262626"/>
      </a:dk1>
      <a:lt1>
        <a:srgbClr val="FFFFFF"/>
      </a:lt1>
      <a:dk2>
        <a:srgbClr val="11567F"/>
      </a:dk2>
      <a:lt2>
        <a:srgbClr val="FFFFFF"/>
      </a:lt2>
      <a:accent1>
        <a:srgbClr val="29B5E8"/>
      </a:accent1>
      <a:accent2>
        <a:srgbClr val="11567F"/>
      </a:accent2>
      <a:accent3>
        <a:srgbClr val="71D3DC"/>
      </a:accent3>
      <a:accent4>
        <a:srgbClr val="FF9F36"/>
      </a:accent4>
      <a:accent5>
        <a:srgbClr val="7D44CF"/>
      </a:accent5>
      <a:accent6>
        <a:srgbClr val="D45B90"/>
      </a:accent6>
      <a:hlink>
        <a:srgbClr val="29B5E8"/>
      </a:hlink>
      <a:folHlink>
        <a:srgbClr val="BFBFBF"/>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TotalTime>
  <Words>2036</Words>
  <Application>Microsoft Macintosh PowerPoint</Application>
  <PresentationFormat>On-screen Show (16:9)</PresentationFormat>
  <Paragraphs>277</Paragraphs>
  <Slides>23</Slides>
  <Notes>2</Notes>
  <HiddenSlides>0</HiddenSlides>
  <MMClips>0</MMClips>
  <ScaleCrop>false</ScaleCrop>
  <HeadingPairs>
    <vt:vector size="6" baseType="variant">
      <vt:variant>
        <vt:lpstr>Fonts Used</vt:lpstr>
      </vt:variant>
      <vt:variant>
        <vt:i4>6</vt:i4>
      </vt:variant>
      <vt:variant>
        <vt:lpstr>Theme</vt:lpstr>
      </vt:variant>
      <vt:variant>
        <vt:i4>7</vt:i4>
      </vt:variant>
      <vt:variant>
        <vt:lpstr>Slide Titles</vt:lpstr>
      </vt:variant>
      <vt:variant>
        <vt:i4>23</vt:i4>
      </vt:variant>
    </vt:vector>
  </HeadingPairs>
  <TitlesOfParts>
    <vt:vector size="36" baseType="lpstr">
      <vt:lpstr>Times New Roman</vt:lpstr>
      <vt:lpstr>Wingdings</vt:lpstr>
      <vt:lpstr>Wingdings 2</vt:lpstr>
      <vt:lpstr>Arial Black</vt:lpstr>
      <vt:lpstr>Arial</vt:lpstr>
      <vt:lpstr>Symbol</vt:lpstr>
      <vt:lpstr>Snowflake 2026.01</vt:lpstr>
      <vt:lpstr>Snowflake 2026.01</vt:lpstr>
      <vt:lpstr>Snowflake 2026.01</vt:lpstr>
      <vt:lpstr>Snowflake 2026.01</vt:lpstr>
      <vt:lpstr>Office Theme</vt:lpstr>
      <vt:lpstr>Office Theme</vt:lpstr>
      <vt:lpstr>Office Theme</vt:lpstr>
      <vt:lpstr>SNOWFLAKE  TEMPLATE 2026</vt:lpstr>
      <vt:lpstr>PowerPoint Presentation</vt:lpstr>
      <vt:lpstr>Safe Harbor and Disclaimers</vt:lpstr>
      <vt:lpstr>PowerPoint Presentation</vt:lpstr>
      <vt:lpstr>Subtitle in Arial Bold, 18pt</vt:lpstr>
      <vt:lpstr>COVER SLIDE  WITH CUSTOMER LOGO</vt:lpstr>
      <vt:lpstr>PowerPoint Presentation</vt:lpstr>
      <vt:lpstr>One Column Layout</vt:lpstr>
      <vt:lpstr>Two Column Layout w/ Paragraph Titles</vt:lpstr>
      <vt:lpstr>Three Column Layout w/ Paragraph Titles</vt:lpstr>
      <vt:lpstr>Three Column Layout w/ Icons</vt:lpstr>
      <vt:lpstr>Four Column Layout w/ Big Numbers</vt:lpstr>
      <vt:lpstr>Four Column Layout w/ Icons</vt:lpstr>
      <vt:lpstr>Split Slide</vt:lpstr>
      <vt:lpstr>PowerPoint Presentation</vt:lpstr>
      <vt:lpstr>PowerPoint Presentation</vt:lpstr>
      <vt:lpstr>PowerPoint Presentation</vt:lpstr>
      <vt:lpstr>Table Example 1</vt:lpstr>
      <vt:lpstr>Table Example 2</vt:lpstr>
      <vt:lpstr>Speaker Headshots</vt:lpstr>
      <vt:lpstr>Two Column Layout w/ Paragraph Titles</vt:lpstr>
      <vt:lpstr>SNOWFLAKE  TEMPLATE 2026</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dc:description/>
  <cp:lastModifiedBy>Alex Ross</cp:lastModifiedBy>
  <cp:revision>21</cp:revision>
  <dcterms:modified xsi:type="dcterms:W3CDTF">2026-03-20T11:58:59Z</dcterms:modified>
  <dc:language>en-GB</dc:language>
</cp:coreProperties>
</file>